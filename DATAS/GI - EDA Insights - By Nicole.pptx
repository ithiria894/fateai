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comments/comment7.xml" ContentType="application/vnd.openxmlformats-officedocument.presentationml.comments+xml"/>
  <Override PartName="/ppt/comments/comment8.xml" ContentType="application/vnd.openxmlformats-officedocument.presentationml.comments+xml"/>
  <Override PartName="/ppt/comments/comment9.xml" ContentType="application/vnd.openxmlformats-officedocument.presentationml.comments+xml"/>
  <Override PartName="/ppt/comments/comment10.xml" ContentType="application/vnd.openxmlformats-officedocument.presentationml.comments+xml"/>
  <Override PartName="/ppt/comments/comment11.xml" ContentType="application/vnd.openxmlformats-officedocument.presentationml.comments+xml"/>
  <Override PartName="/ppt/comments/comment12.xml" ContentType="application/vnd.openxmlformats-officedocument.presentationml.comments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0" r:id="rId4"/>
  </p:sldMasterIdLst>
  <p:notesMasterIdLst>
    <p:notesMasterId r:id="rId59"/>
  </p:notesMasterIdLst>
  <p:sldIdLst>
    <p:sldId id="256" r:id="rId5"/>
    <p:sldId id="315" r:id="rId6"/>
    <p:sldId id="316" r:id="rId7"/>
    <p:sldId id="324" r:id="rId8"/>
    <p:sldId id="317" r:id="rId9"/>
    <p:sldId id="325" r:id="rId10"/>
    <p:sldId id="266" r:id="rId11"/>
    <p:sldId id="332" r:id="rId12"/>
    <p:sldId id="292" r:id="rId13"/>
    <p:sldId id="334" r:id="rId14"/>
    <p:sldId id="330" r:id="rId15"/>
    <p:sldId id="329" r:id="rId16"/>
    <p:sldId id="269" r:id="rId17"/>
    <p:sldId id="331" r:id="rId18"/>
    <p:sldId id="323" r:id="rId19"/>
    <p:sldId id="326" r:id="rId20"/>
    <p:sldId id="262" r:id="rId21"/>
    <p:sldId id="333" r:id="rId22"/>
    <p:sldId id="336" r:id="rId23"/>
    <p:sldId id="327" r:id="rId24"/>
    <p:sldId id="275" r:id="rId25"/>
    <p:sldId id="337" r:id="rId26"/>
    <p:sldId id="340" r:id="rId27"/>
    <p:sldId id="283" r:id="rId28"/>
    <p:sldId id="338" r:id="rId29"/>
    <p:sldId id="281" r:id="rId30"/>
    <p:sldId id="339" r:id="rId31"/>
    <p:sldId id="285" r:id="rId32"/>
    <p:sldId id="276" r:id="rId33"/>
    <p:sldId id="335" r:id="rId34"/>
    <p:sldId id="271" r:id="rId35"/>
    <p:sldId id="278" r:id="rId36"/>
    <p:sldId id="304" r:id="rId37"/>
    <p:sldId id="299" r:id="rId38"/>
    <p:sldId id="318" r:id="rId39"/>
    <p:sldId id="319" r:id="rId40"/>
    <p:sldId id="321" r:id="rId41"/>
    <p:sldId id="289" r:id="rId42"/>
    <p:sldId id="293" r:id="rId43"/>
    <p:sldId id="294" r:id="rId44"/>
    <p:sldId id="295" r:id="rId45"/>
    <p:sldId id="296" r:id="rId46"/>
    <p:sldId id="297" r:id="rId47"/>
    <p:sldId id="328" r:id="rId48"/>
    <p:sldId id="298" r:id="rId49"/>
    <p:sldId id="309" r:id="rId50"/>
    <p:sldId id="311" r:id="rId51"/>
    <p:sldId id="300" r:id="rId52"/>
    <p:sldId id="290" r:id="rId53"/>
    <p:sldId id="302" r:id="rId54"/>
    <p:sldId id="312" r:id="rId55"/>
    <p:sldId id="303" r:id="rId56"/>
    <p:sldId id="307" r:id="rId57"/>
    <p:sldId id="308" r:id="rId5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SE Kin" initials="TK" lastIdx="15" clrIdx="0">
    <p:extLst>
      <p:ext uri="{19B8F6BF-5375-455C-9EA6-DF929625EA0E}">
        <p15:presenceInfo xmlns:p15="http://schemas.microsoft.com/office/powerpoint/2012/main" userId="S::kin.tse@axa.com.hk::0225f25b-d90a-49aa-8f8a-7a0034099826" providerId="AD"/>
      </p:ext>
    </p:extLst>
  </p:cmAuthor>
  <p:cmAuthor id="2" name="AU Kelvin" initials="AK" lastIdx="4" clrIdx="1">
    <p:extLst>
      <p:ext uri="{19B8F6BF-5375-455C-9EA6-DF929625EA0E}">
        <p15:presenceInfo xmlns:p15="http://schemas.microsoft.com/office/powerpoint/2012/main" userId="S::kelvin.au@axa.com.hk::416e5d84-3133-4774-aa1a-290e1bef47d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AED7F8-18BE-4C7E-B9AC-F4C2CA2D1D79}" v="690" dt="2023-03-28T17:51:28.272"/>
    <p1510:client id="{848192D8-657D-411D-AC77-6A4708BA86A6}" vWet="2" dt="2023-03-24T03:59:21.611"/>
    <p1510:client id="{B7374FB9-91D6-471D-9E28-7A0A55B93918}" v="419" dt="2023-03-28T06:31:28.0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43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61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commentAuthors" Target="commentAuthors.xml"/><Relationship Id="rId65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U Kelvin" userId="416e5d84-3133-4774-aa1a-290e1bef47d6" providerId="ADAL" clId="{9A4767C1-AA41-4A8F-91E9-F856893F4EE6}"/>
    <pc:docChg chg="undo redo custSel addSld delSld modSld">
      <pc:chgData name="AU Kelvin" userId="416e5d84-3133-4774-aa1a-290e1bef47d6" providerId="ADAL" clId="{9A4767C1-AA41-4A8F-91E9-F856893F4EE6}" dt="2023-03-10T10:09:57.225" v="2099" actId="20577"/>
      <pc:docMkLst>
        <pc:docMk/>
      </pc:docMkLst>
      <pc:sldChg chg="addSp modSp mod">
        <pc:chgData name="AU Kelvin" userId="416e5d84-3133-4774-aa1a-290e1bef47d6" providerId="ADAL" clId="{9A4767C1-AA41-4A8F-91E9-F856893F4EE6}" dt="2023-03-10T10:07:58.867" v="2095" actId="13926"/>
        <pc:sldMkLst>
          <pc:docMk/>
          <pc:sldMk cId="1028999168" sldId="260"/>
        </pc:sldMkLst>
        <pc:spChg chg="add mod">
          <ac:chgData name="AU Kelvin" userId="416e5d84-3133-4774-aa1a-290e1bef47d6" providerId="ADAL" clId="{9A4767C1-AA41-4A8F-91E9-F856893F4EE6}" dt="2023-03-10T10:07:58.867" v="2095" actId="13926"/>
          <ac:spMkLst>
            <pc:docMk/>
            <pc:sldMk cId="1028999168" sldId="260"/>
            <ac:spMk id="3" creationId="{C78401F4-D234-4A7A-A0E3-62DD7C5EADD8}"/>
          </ac:spMkLst>
        </pc:spChg>
      </pc:sldChg>
      <pc:sldChg chg="addSp modSp mod">
        <pc:chgData name="AU Kelvin" userId="416e5d84-3133-4774-aa1a-290e1bef47d6" providerId="ADAL" clId="{9A4767C1-AA41-4A8F-91E9-F856893F4EE6}" dt="2023-03-10T10:09:57.225" v="2099" actId="20577"/>
        <pc:sldMkLst>
          <pc:docMk/>
          <pc:sldMk cId="95290033" sldId="261"/>
        </pc:sldMkLst>
        <pc:spChg chg="add mod">
          <ac:chgData name="AU Kelvin" userId="416e5d84-3133-4774-aa1a-290e1bef47d6" providerId="ADAL" clId="{9A4767C1-AA41-4A8F-91E9-F856893F4EE6}" dt="2023-03-10T10:09:57.225" v="2099" actId="20577"/>
          <ac:spMkLst>
            <pc:docMk/>
            <pc:sldMk cId="95290033" sldId="261"/>
            <ac:spMk id="7" creationId="{EFEBA37C-E7C5-4525-B50F-4974565CCCEF}"/>
          </ac:spMkLst>
        </pc:spChg>
      </pc:sldChg>
      <pc:sldChg chg="addSp delSp modSp mod">
        <pc:chgData name="AU Kelvin" userId="416e5d84-3133-4774-aa1a-290e1bef47d6" providerId="ADAL" clId="{9A4767C1-AA41-4A8F-91E9-F856893F4EE6}" dt="2023-03-10T07:41:28.694" v="1893" actId="1076"/>
        <pc:sldMkLst>
          <pc:docMk/>
          <pc:sldMk cId="3442902861" sldId="266"/>
        </pc:sldMkLst>
        <pc:spChg chg="mod">
          <ac:chgData name="AU Kelvin" userId="416e5d84-3133-4774-aa1a-290e1bef47d6" providerId="ADAL" clId="{9A4767C1-AA41-4A8F-91E9-F856893F4EE6}" dt="2023-03-10T02:25:16.168" v="1415" actId="20577"/>
          <ac:spMkLst>
            <pc:docMk/>
            <pc:sldMk cId="3442902861" sldId="266"/>
            <ac:spMk id="2" creationId="{D6124752-D21F-4C37-8C89-5A6D49E7D613}"/>
          </ac:spMkLst>
        </pc:spChg>
        <pc:spChg chg="mod">
          <ac:chgData name="AU Kelvin" userId="416e5d84-3133-4774-aa1a-290e1bef47d6" providerId="ADAL" clId="{9A4767C1-AA41-4A8F-91E9-F856893F4EE6}" dt="2023-03-10T07:27:05.538" v="1729" actId="20577"/>
          <ac:spMkLst>
            <pc:docMk/>
            <pc:sldMk cId="3442902861" sldId="266"/>
            <ac:spMk id="3" creationId="{0722FC5A-B29F-4C58-940E-4D925D707B51}"/>
          </ac:spMkLst>
        </pc:spChg>
        <pc:spChg chg="add mod">
          <ac:chgData name="AU Kelvin" userId="416e5d84-3133-4774-aa1a-290e1bef47d6" providerId="ADAL" clId="{9A4767C1-AA41-4A8F-91E9-F856893F4EE6}" dt="2023-03-10T07:28:42.138" v="1796" actId="1076"/>
          <ac:spMkLst>
            <pc:docMk/>
            <pc:sldMk cId="3442902861" sldId="266"/>
            <ac:spMk id="4" creationId="{C9D96347-781B-4E78-9CB8-564B28E36891}"/>
          </ac:spMkLst>
        </pc:spChg>
        <pc:spChg chg="add mod">
          <ac:chgData name="AU Kelvin" userId="416e5d84-3133-4774-aa1a-290e1bef47d6" providerId="ADAL" clId="{9A4767C1-AA41-4A8F-91E9-F856893F4EE6}" dt="2023-03-10T07:27:19.857" v="1734" actId="20577"/>
          <ac:spMkLst>
            <pc:docMk/>
            <pc:sldMk cId="3442902861" sldId="266"/>
            <ac:spMk id="9" creationId="{03273A91-309B-4236-B0B9-6383024BC413}"/>
          </ac:spMkLst>
        </pc:spChg>
        <pc:spChg chg="add del mod">
          <ac:chgData name="AU Kelvin" userId="416e5d84-3133-4774-aa1a-290e1bef47d6" providerId="ADAL" clId="{9A4767C1-AA41-4A8F-91E9-F856893F4EE6}" dt="2023-03-10T07:40:00.668" v="1876" actId="478"/>
          <ac:spMkLst>
            <pc:docMk/>
            <pc:sldMk cId="3442902861" sldId="266"/>
            <ac:spMk id="10" creationId="{7294E152-3A14-4081-B5F8-6F3C503CAA07}"/>
          </ac:spMkLst>
        </pc:spChg>
        <pc:spChg chg="add mod">
          <ac:chgData name="AU Kelvin" userId="416e5d84-3133-4774-aa1a-290e1bef47d6" providerId="ADAL" clId="{9A4767C1-AA41-4A8F-91E9-F856893F4EE6}" dt="2023-03-10T07:41:28.694" v="1893" actId="1076"/>
          <ac:spMkLst>
            <pc:docMk/>
            <pc:sldMk cId="3442902861" sldId="266"/>
            <ac:spMk id="11" creationId="{98EC32FC-078A-48E5-96F1-5E913CA7A096}"/>
          </ac:spMkLst>
        </pc:spChg>
        <pc:picChg chg="mod">
          <ac:chgData name="AU Kelvin" userId="416e5d84-3133-4774-aa1a-290e1bef47d6" providerId="ADAL" clId="{9A4767C1-AA41-4A8F-91E9-F856893F4EE6}" dt="2023-03-10T02:24:16.352" v="1351" actId="1076"/>
          <ac:picMkLst>
            <pc:docMk/>
            <pc:sldMk cId="3442902861" sldId="266"/>
            <ac:picMk id="5" creationId="{5A74EE3E-9A1E-4F94-BBA7-B2FF46777420}"/>
          </ac:picMkLst>
        </pc:picChg>
        <pc:picChg chg="add del mod">
          <ac:chgData name="AU Kelvin" userId="416e5d84-3133-4774-aa1a-290e1bef47d6" providerId="ADAL" clId="{9A4767C1-AA41-4A8F-91E9-F856893F4EE6}" dt="2023-03-10T02:23:49.564" v="1345"/>
          <ac:picMkLst>
            <pc:docMk/>
            <pc:sldMk cId="3442902861" sldId="266"/>
            <ac:picMk id="6" creationId="{ED35E859-5BD4-49BD-90EB-978DDA40D5EC}"/>
          </ac:picMkLst>
        </pc:picChg>
        <pc:picChg chg="del">
          <ac:chgData name="AU Kelvin" userId="416e5d84-3133-4774-aa1a-290e1bef47d6" providerId="ADAL" clId="{9A4767C1-AA41-4A8F-91E9-F856893F4EE6}" dt="2023-03-10T02:23:40.099" v="1340" actId="21"/>
          <ac:picMkLst>
            <pc:docMk/>
            <pc:sldMk cId="3442902861" sldId="266"/>
            <ac:picMk id="7" creationId="{7D11AFA2-FAE3-45D7-811D-958F565C4297}"/>
          </ac:picMkLst>
        </pc:picChg>
        <pc:picChg chg="add mod">
          <ac:chgData name="AU Kelvin" userId="416e5d84-3133-4774-aa1a-290e1bef47d6" providerId="ADAL" clId="{9A4767C1-AA41-4A8F-91E9-F856893F4EE6}" dt="2023-03-10T02:24:09.490" v="1350" actId="14100"/>
          <ac:picMkLst>
            <pc:docMk/>
            <pc:sldMk cId="3442902861" sldId="266"/>
            <ac:picMk id="8" creationId="{CD290223-998F-4D8F-9134-73173E05E5B3}"/>
          </ac:picMkLst>
        </pc:picChg>
      </pc:sldChg>
      <pc:sldChg chg="modSp new mod">
        <pc:chgData name="AU Kelvin" userId="416e5d84-3133-4774-aa1a-290e1bef47d6" providerId="ADAL" clId="{9A4767C1-AA41-4A8F-91E9-F856893F4EE6}" dt="2023-03-09T06:30:41.661" v="37" actId="20577"/>
        <pc:sldMkLst>
          <pc:docMk/>
          <pc:sldMk cId="689417263" sldId="267"/>
        </pc:sldMkLst>
        <pc:spChg chg="mod">
          <ac:chgData name="AU Kelvin" userId="416e5d84-3133-4774-aa1a-290e1bef47d6" providerId="ADAL" clId="{9A4767C1-AA41-4A8F-91E9-F856893F4EE6}" dt="2023-03-09T06:30:41.661" v="37" actId="20577"/>
          <ac:spMkLst>
            <pc:docMk/>
            <pc:sldMk cId="689417263" sldId="267"/>
            <ac:spMk id="2" creationId="{A928EF97-08A3-4706-9D19-A326A68B2964}"/>
          </ac:spMkLst>
        </pc:spChg>
      </pc:sldChg>
      <pc:sldChg chg="addSp delSp modSp mod modShow">
        <pc:chgData name="AU Kelvin" userId="416e5d84-3133-4774-aa1a-290e1bef47d6" providerId="ADAL" clId="{9A4767C1-AA41-4A8F-91E9-F856893F4EE6}" dt="2023-03-10T07:42:24.930" v="1896"/>
        <pc:sldMkLst>
          <pc:docMk/>
          <pc:sldMk cId="2172804706" sldId="267"/>
        </pc:sldMkLst>
        <pc:spChg chg="add del mod">
          <ac:chgData name="AU Kelvin" userId="416e5d84-3133-4774-aa1a-290e1bef47d6" providerId="ADAL" clId="{9A4767C1-AA41-4A8F-91E9-F856893F4EE6}" dt="2023-03-10T07:22:11.507" v="1663" actId="478"/>
          <ac:spMkLst>
            <pc:docMk/>
            <pc:sldMk cId="2172804706" sldId="267"/>
            <ac:spMk id="6" creationId="{F2E7320E-07AA-44CD-B53A-C4967E9D45FC}"/>
          </ac:spMkLst>
        </pc:spChg>
        <pc:spChg chg="del">
          <ac:chgData name="AU Kelvin" userId="416e5d84-3133-4774-aa1a-290e1bef47d6" providerId="ADAL" clId="{9A4767C1-AA41-4A8F-91E9-F856893F4EE6}" dt="2023-03-10T07:21:55.725" v="1643" actId="478"/>
          <ac:spMkLst>
            <pc:docMk/>
            <pc:sldMk cId="2172804706" sldId="267"/>
            <ac:spMk id="8" creationId="{4AC6116F-469F-4A0D-BD15-3D93A5ABDC3B}"/>
          </ac:spMkLst>
        </pc:spChg>
        <pc:spChg chg="add mod">
          <ac:chgData name="AU Kelvin" userId="416e5d84-3133-4774-aa1a-290e1bef47d6" providerId="ADAL" clId="{9A4767C1-AA41-4A8F-91E9-F856893F4EE6}" dt="2023-03-10T07:22:02.837" v="1662" actId="27636"/>
          <ac:spMkLst>
            <pc:docMk/>
            <pc:sldMk cId="2172804706" sldId="267"/>
            <ac:spMk id="10" creationId="{FF0B31A4-D45C-4380-81C8-B123342A71E6}"/>
          </ac:spMkLst>
        </pc:spChg>
        <pc:spChg chg="add del mod">
          <ac:chgData name="AU Kelvin" userId="416e5d84-3133-4774-aa1a-290e1bef47d6" providerId="ADAL" clId="{9A4767C1-AA41-4A8F-91E9-F856893F4EE6}" dt="2023-03-10T07:22:15.401" v="1664" actId="478"/>
          <ac:spMkLst>
            <pc:docMk/>
            <pc:sldMk cId="2172804706" sldId="267"/>
            <ac:spMk id="12" creationId="{F5D2A41A-8A30-41BB-AA31-F696FFFE3C91}"/>
          </ac:spMkLst>
        </pc:spChg>
        <pc:spChg chg="add mod">
          <ac:chgData name="AU Kelvin" userId="416e5d84-3133-4774-aa1a-290e1bef47d6" providerId="ADAL" clId="{9A4767C1-AA41-4A8F-91E9-F856893F4EE6}" dt="2023-03-10T07:41:03.804" v="1888" actId="20577"/>
          <ac:spMkLst>
            <pc:docMk/>
            <pc:sldMk cId="2172804706" sldId="267"/>
            <ac:spMk id="13" creationId="{CCDAA278-5CBF-4877-807C-C998CF5D670F}"/>
          </ac:spMkLst>
        </pc:spChg>
        <pc:spChg chg="add mod">
          <ac:chgData name="AU Kelvin" userId="416e5d84-3133-4774-aa1a-290e1bef47d6" providerId="ADAL" clId="{9A4767C1-AA41-4A8F-91E9-F856893F4EE6}" dt="2023-03-10T07:42:21.025" v="1895"/>
          <ac:spMkLst>
            <pc:docMk/>
            <pc:sldMk cId="2172804706" sldId="267"/>
            <ac:spMk id="14" creationId="{843880E1-89C4-441D-B393-B5D6DE0B89CD}"/>
          </ac:spMkLst>
        </pc:spChg>
        <pc:spChg chg="add mod">
          <ac:chgData name="AU Kelvin" userId="416e5d84-3133-4774-aa1a-290e1bef47d6" providerId="ADAL" clId="{9A4767C1-AA41-4A8F-91E9-F856893F4EE6}" dt="2023-03-10T07:42:24.930" v="1896"/>
          <ac:spMkLst>
            <pc:docMk/>
            <pc:sldMk cId="2172804706" sldId="267"/>
            <ac:spMk id="15" creationId="{DC29577F-9EF3-473A-AB68-7EF04F3E99D0}"/>
          </ac:spMkLst>
        </pc:spChg>
        <pc:picChg chg="del">
          <ac:chgData name="AU Kelvin" userId="416e5d84-3133-4774-aa1a-290e1bef47d6" providerId="ADAL" clId="{9A4767C1-AA41-4A8F-91E9-F856893F4EE6}" dt="2023-03-10T02:23:52.902" v="1347" actId="21"/>
          <ac:picMkLst>
            <pc:docMk/>
            <pc:sldMk cId="2172804706" sldId="267"/>
            <ac:picMk id="5" creationId="{C04A081E-9852-46B6-A49B-0E508ECE54F3}"/>
          </ac:picMkLst>
        </pc:picChg>
        <pc:picChg chg="add del">
          <ac:chgData name="AU Kelvin" userId="416e5d84-3133-4774-aa1a-290e1bef47d6" providerId="ADAL" clId="{9A4767C1-AA41-4A8F-91E9-F856893F4EE6}" dt="2023-03-10T02:23:51.901" v="1346" actId="21"/>
          <ac:picMkLst>
            <pc:docMk/>
            <pc:sldMk cId="2172804706" sldId="267"/>
            <ac:picMk id="7" creationId="{E1444774-6B0E-4908-860A-2618E04FA654}"/>
          </ac:picMkLst>
        </pc:picChg>
        <pc:picChg chg="add mod">
          <ac:chgData name="AU Kelvin" userId="416e5d84-3133-4774-aa1a-290e1bef47d6" providerId="ADAL" clId="{9A4767C1-AA41-4A8F-91E9-F856893F4EE6}" dt="2023-03-10T02:30:10.106" v="1417" actId="1076"/>
          <ac:picMkLst>
            <pc:docMk/>
            <pc:sldMk cId="2172804706" sldId="267"/>
            <ac:picMk id="9" creationId="{DDB5C4C2-E9D6-4638-909D-E3C64216015A}"/>
          </ac:picMkLst>
        </pc:picChg>
      </pc:sldChg>
      <pc:sldChg chg="mod modShow">
        <pc:chgData name="AU Kelvin" userId="416e5d84-3133-4774-aa1a-290e1bef47d6" providerId="ADAL" clId="{9A4767C1-AA41-4A8F-91E9-F856893F4EE6}" dt="2023-03-10T07:25:25.841" v="1687" actId="729"/>
        <pc:sldMkLst>
          <pc:docMk/>
          <pc:sldMk cId="3832514624" sldId="268"/>
        </pc:sldMkLst>
      </pc:sldChg>
      <pc:sldChg chg="modSp mod modShow">
        <pc:chgData name="AU Kelvin" userId="416e5d84-3133-4774-aa1a-290e1bef47d6" providerId="ADAL" clId="{9A4767C1-AA41-4A8F-91E9-F856893F4EE6}" dt="2023-03-10T07:25:31.476" v="1688" actId="729"/>
        <pc:sldMkLst>
          <pc:docMk/>
          <pc:sldMk cId="3223329462" sldId="269"/>
        </pc:sldMkLst>
        <pc:spChg chg="mod">
          <ac:chgData name="AU Kelvin" userId="416e5d84-3133-4774-aa1a-290e1bef47d6" providerId="ADAL" clId="{9A4767C1-AA41-4A8F-91E9-F856893F4EE6}" dt="2023-03-10T07:19:41.128" v="1636" actId="20577"/>
          <ac:spMkLst>
            <pc:docMk/>
            <pc:sldMk cId="3223329462" sldId="269"/>
            <ac:spMk id="3" creationId="{0722FC5A-B29F-4C58-940E-4D925D707B51}"/>
          </ac:spMkLst>
        </pc:spChg>
      </pc:sldChg>
      <pc:sldChg chg="add del">
        <pc:chgData name="AU Kelvin" userId="416e5d84-3133-4774-aa1a-290e1bef47d6" providerId="ADAL" clId="{9A4767C1-AA41-4A8F-91E9-F856893F4EE6}" dt="2023-03-10T10:03:58.180" v="1963" actId="47"/>
        <pc:sldMkLst>
          <pc:docMk/>
          <pc:sldMk cId="689417263" sldId="272"/>
        </pc:sldMkLst>
      </pc:sldChg>
      <pc:sldChg chg="addSp delSp modSp mod">
        <pc:chgData name="AU Kelvin" userId="416e5d84-3133-4774-aa1a-290e1bef47d6" providerId="ADAL" clId="{9A4767C1-AA41-4A8F-91E9-F856893F4EE6}" dt="2023-03-10T10:00:39.262" v="1959" actId="1076"/>
        <pc:sldMkLst>
          <pc:docMk/>
          <pc:sldMk cId="689417263" sldId="273"/>
        </pc:sldMkLst>
        <pc:spChg chg="mod">
          <ac:chgData name="AU Kelvin" userId="416e5d84-3133-4774-aa1a-290e1bef47d6" providerId="ADAL" clId="{9A4767C1-AA41-4A8F-91E9-F856893F4EE6}" dt="2023-03-09T06:42:05.707" v="111" actId="1076"/>
          <ac:spMkLst>
            <pc:docMk/>
            <pc:sldMk cId="689417263" sldId="273"/>
            <ac:spMk id="2" creationId="{A928EF97-08A3-4706-9D19-A326A68B2964}"/>
          </ac:spMkLst>
        </pc:spChg>
        <pc:spChg chg="del">
          <ac:chgData name="AU Kelvin" userId="416e5d84-3133-4774-aa1a-290e1bef47d6" providerId="ADAL" clId="{9A4767C1-AA41-4A8F-91E9-F856893F4EE6}" dt="2023-03-09T06:42:52.628" v="125"/>
          <ac:spMkLst>
            <pc:docMk/>
            <pc:sldMk cId="689417263" sldId="273"/>
            <ac:spMk id="3" creationId="{BDAF05D6-3AE1-4C81-8219-2233A6D15176}"/>
          </ac:spMkLst>
        </pc:spChg>
        <pc:spChg chg="add del mod">
          <ac:chgData name="AU Kelvin" userId="416e5d84-3133-4774-aa1a-290e1bef47d6" providerId="ADAL" clId="{9A4767C1-AA41-4A8F-91E9-F856893F4EE6}" dt="2023-03-09T10:24:40.510" v="134"/>
          <ac:spMkLst>
            <pc:docMk/>
            <pc:sldMk cId="689417263" sldId="273"/>
            <ac:spMk id="12" creationId="{999663E5-95E9-4025-A2F8-2D17A62A5F48}"/>
          </ac:spMkLst>
        </pc:spChg>
        <pc:spChg chg="add mod">
          <ac:chgData name="AU Kelvin" userId="416e5d84-3133-4774-aa1a-290e1bef47d6" providerId="ADAL" clId="{9A4767C1-AA41-4A8F-91E9-F856893F4EE6}" dt="2023-03-10T10:00:39.262" v="1959" actId="1076"/>
          <ac:spMkLst>
            <pc:docMk/>
            <pc:sldMk cId="689417263" sldId="273"/>
            <ac:spMk id="17" creationId="{AEF8B360-861D-4550-A7B7-8609D5C57817}"/>
          </ac:spMkLst>
        </pc:spChg>
        <pc:spChg chg="add mod">
          <ac:chgData name="AU Kelvin" userId="416e5d84-3133-4774-aa1a-290e1bef47d6" providerId="ADAL" clId="{9A4767C1-AA41-4A8F-91E9-F856893F4EE6}" dt="2023-03-09T11:07:35.117" v="1032" actId="404"/>
          <ac:spMkLst>
            <pc:docMk/>
            <pc:sldMk cId="689417263" sldId="273"/>
            <ac:spMk id="18" creationId="{777FEA76-3A62-4884-92A7-4E415DE0B425}"/>
          </ac:spMkLst>
        </pc:spChg>
        <pc:picChg chg="add del mod">
          <ac:chgData name="AU Kelvin" userId="416e5d84-3133-4774-aa1a-290e1bef47d6" providerId="ADAL" clId="{9A4767C1-AA41-4A8F-91E9-F856893F4EE6}" dt="2023-03-09T06:38:26.195" v="66" actId="478"/>
          <ac:picMkLst>
            <pc:docMk/>
            <pc:sldMk cId="689417263" sldId="273"/>
            <ac:picMk id="5" creationId="{F8FE3F41-FEDA-4EE0-B3DF-63EF93C9B42A}"/>
          </ac:picMkLst>
        </pc:picChg>
        <pc:picChg chg="add del mod">
          <ac:chgData name="AU Kelvin" userId="416e5d84-3133-4774-aa1a-290e1bef47d6" providerId="ADAL" clId="{9A4767C1-AA41-4A8F-91E9-F856893F4EE6}" dt="2023-03-09T06:42:51.527" v="124" actId="21"/>
          <ac:picMkLst>
            <pc:docMk/>
            <pc:sldMk cId="689417263" sldId="273"/>
            <ac:picMk id="7" creationId="{DD16E120-3B7C-43F5-B0E7-5CE28E99F67F}"/>
          </ac:picMkLst>
        </pc:picChg>
        <pc:picChg chg="add del mod">
          <ac:chgData name="AU Kelvin" userId="416e5d84-3133-4774-aa1a-290e1bef47d6" providerId="ADAL" clId="{9A4767C1-AA41-4A8F-91E9-F856893F4EE6}" dt="2023-03-09T06:42:03.658" v="107" actId="22"/>
          <ac:picMkLst>
            <pc:docMk/>
            <pc:sldMk cId="689417263" sldId="273"/>
            <ac:picMk id="9" creationId="{FBB65DB5-8EF8-40F8-AAF9-0E750BA34B27}"/>
          </ac:picMkLst>
        </pc:picChg>
        <pc:picChg chg="add del mod">
          <ac:chgData name="AU Kelvin" userId="416e5d84-3133-4774-aa1a-290e1bef47d6" providerId="ADAL" clId="{9A4767C1-AA41-4A8F-91E9-F856893F4EE6}" dt="2023-03-09T10:23:00.303" v="126" actId="478"/>
          <ac:picMkLst>
            <pc:docMk/>
            <pc:sldMk cId="689417263" sldId="273"/>
            <ac:picMk id="10" creationId="{42EA8F07-2F50-4052-9483-76603DD897E4}"/>
          </ac:picMkLst>
        </pc:picChg>
        <pc:picChg chg="add mod">
          <ac:chgData name="AU Kelvin" userId="416e5d84-3133-4774-aa1a-290e1bef47d6" providerId="ADAL" clId="{9A4767C1-AA41-4A8F-91E9-F856893F4EE6}" dt="2023-03-09T10:25:54.287" v="146" actId="14100"/>
          <ac:picMkLst>
            <pc:docMk/>
            <pc:sldMk cId="689417263" sldId="273"/>
            <ac:picMk id="14" creationId="{878E4CC8-620A-497E-B700-881EAFB778BC}"/>
          </ac:picMkLst>
        </pc:picChg>
        <pc:picChg chg="add mod">
          <ac:chgData name="AU Kelvin" userId="416e5d84-3133-4774-aa1a-290e1bef47d6" providerId="ADAL" clId="{9A4767C1-AA41-4A8F-91E9-F856893F4EE6}" dt="2023-03-09T10:35:45.475" v="257" actId="1076"/>
          <ac:picMkLst>
            <pc:docMk/>
            <pc:sldMk cId="689417263" sldId="273"/>
            <ac:picMk id="16" creationId="{37BE95A8-5A2E-4C43-8B97-4ED1ECAC824E}"/>
          </ac:picMkLst>
        </pc:picChg>
      </pc:sldChg>
      <pc:sldChg chg="addSp modSp mod">
        <pc:chgData name="AU Kelvin" userId="416e5d84-3133-4774-aa1a-290e1bef47d6" providerId="ADAL" clId="{9A4767C1-AA41-4A8F-91E9-F856893F4EE6}" dt="2023-03-10T02:59:40.097" v="1554" actId="20577"/>
        <pc:sldMkLst>
          <pc:docMk/>
          <pc:sldMk cId="4289746519" sldId="274"/>
        </pc:sldMkLst>
        <pc:spChg chg="add mod">
          <ac:chgData name="AU Kelvin" userId="416e5d84-3133-4774-aa1a-290e1bef47d6" providerId="ADAL" clId="{9A4767C1-AA41-4A8F-91E9-F856893F4EE6}" dt="2023-03-10T02:59:15.985" v="1550" actId="1076"/>
          <ac:spMkLst>
            <pc:docMk/>
            <pc:sldMk cId="4289746519" sldId="274"/>
            <ac:spMk id="5" creationId="{F101B121-EACA-42C5-9A60-4D5C1E6BA197}"/>
          </ac:spMkLst>
        </pc:spChg>
        <pc:spChg chg="add mod">
          <ac:chgData name="AU Kelvin" userId="416e5d84-3133-4774-aa1a-290e1bef47d6" providerId="ADAL" clId="{9A4767C1-AA41-4A8F-91E9-F856893F4EE6}" dt="2023-03-10T02:59:40.097" v="1554" actId="20577"/>
          <ac:spMkLst>
            <pc:docMk/>
            <pc:sldMk cId="4289746519" sldId="274"/>
            <ac:spMk id="6" creationId="{5E3D5021-9FBF-4F93-8FF2-B272560A4AD1}"/>
          </ac:spMkLst>
        </pc:spChg>
        <pc:picChg chg="mod">
          <ac:chgData name="AU Kelvin" userId="416e5d84-3133-4774-aa1a-290e1bef47d6" providerId="ADAL" clId="{9A4767C1-AA41-4A8F-91E9-F856893F4EE6}" dt="2023-03-10T02:59:18.438" v="1551" actId="1076"/>
          <ac:picMkLst>
            <pc:docMk/>
            <pc:sldMk cId="4289746519" sldId="274"/>
            <ac:picMk id="4" creationId="{38ECB1B0-01D9-4425-9D79-48F72EC65172}"/>
          </ac:picMkLst>
        </pc:picChg>
      </pc:sldChg>
      <pc:sldChg chg="addSp delSp modSp add mod">
        <pc:chgData name="AU Kelvin" userId="416e5d84-3133-4774-aa1a-290e1bef47d6" providerId="ADAL" clId="{9A4767C1-AA41-4A8F-91E9-F856893F4EE6}" dt="2023-03-09T11:08:16.796" v="1113" actId="20577"/>
        <pc:sldMkLst>
          <pc:docMk/>
          <pc:sldMk cId="1139370413" sldId="277"/>
        </pc:sldMkLst>
        <pc:spChg chg="mod">
          <ac:chgData name="AU Kelvin" userId="416e5d84-3133-4774-aa1a-290e1bef47d6" providerId="ADAL" clId="{9A4767C1-AA41-4A8F-91E9-F856893F4EE6}" dt="2023-03-09T06:42:19.095" v="121" actId="20577"/>
          <ac:spMkLst>
            <pc:docMk/>
            <pc:sldMk cId="1139370413" sldId="277"/>
            <ac:spMk id="2" creationId="{A928EF97-08A3-4706-9D19-A326A68B2964}"/>
          </ac:spMkLst>
        </pc:spChg>
        <pc:spChg chg="del">
          <ac:chgData name="AU Kelvin" userId="416e5d84-3133-4774-aa1a-290e1bef47d6" providerId="ADAL" clId="{9A4767C1-AA41-4A8F-91E9-F856893F4EE6}" dt="2023-03-09T06:42:45.085" v="123" actId="22"/>
          <ac:spMkLst>
            <pc:docMk/>
            <pc:sldMk cId="1139370413" sldId="277"/>
            <ac:spMk id="3" creationId="{BDAF05D6-3AE1-4C81-8219-2233A6D15176}"/>
          </ac:spMkLst>
        </pc:spChg>
        <pc:spChg chg="add del mod">
          <ac:chgData name="AU Kelvin" userId="416e5d84-3133-4774-aa1a-290e1bef47d6" providerId="ADAL" clId="{9A4767C1-AA41-4A8F-91E9-F856893F4EE6}" dt="2023-03-09T10:26:34.228" v="159" actId="478"/>
          <ac:spMkLst>
            <pc:docMk/>
            <pc:sldMk cId="1139370413" sldId="277"/>
            <ac:spMk id="8" creationId="{FDB032E2-5BB2-47B8-BD5D-3BB49C838EFD}"/>
          </ac:spMkLst>
        </pc:spChg>
        <pc:spChg chg="add mod">
          <ac:chgData name="AU Kelvin" userId="416e5d84-3133-4774-aa1a-290e1bef47d6" providerId="ADAL" clId="{9A4767C1-AA41-4A8F-91E9-F856893F4EE6}" dt="2023-03-09T10:45:16.084" v="718" actId="20577"/>
          <ac:spMkLst>
            <pc:docMk/>
            <pc:sldMk cId="1139370413" sldId="277"/>
            <ac:spMk id="22" creationId="{E92859DA-8069-43BD-AC6B-F3348E6A3643}"/>
          </ac:spMkLst>
        </pc:spChg>
        <pc:spChg chg="add mod">
          <ac:chgData name="AU Kelvin" userId="416e5d84-3133-4774-aa1a-290e1bef47d6" providerId="ADAL" clId="{9A4767C1-AA41-4A8F-91E9-F856893F4EE6}" dt="2023-03-09T10:49:29.376" v="791"/>
          <ac:spMkLst>
            <pc:docMk/>
            <pc:sldMk cId="1139370413" sldId="277"/>
            <ac:spMk id="23" creationId="{6BF817E3-3621-48DF-9CA4-318AC4FDB599}"/>
          </ac:spMkLst>
        </pc:spChg>
        <pc:spChg chg="add mod">
          <ac:chgData name="AU Kelvin" userId="416e5d84-3133-4774-aa1a-290e1bef47d6" providerId="ADAL" clId="{9A4767C1-AA41-4A8F-91E9-F856893F4EE6}" dt="2023-03-09T10:49:27.777" v="790"/>
          <ac:spMkLst>
            <pc:docMk/>
            <pc:sldMk cId="1139370413" sldId="277"/>
            <ac:spMk id="24" creationId="{FBB6F9B8-FFF0-4CB2-9892-18C2B4FBAC9F}"/>
          </ac:spMkLst>
        </pc:spChg>
        <pc:spChg chg="add mod">
          <ac:chgData name="AU Kelvin" userId="416e5d84-3133-4774-aa1a-290e1bef47d6" providerId="ADAL" clId="{9A4767C1-AA41-4A8F-91E9-F856893F4EE6}" dt="2023-03-09T10:49:19.333" v="788" actId="20577"/>
          <ac:spMkLst>
            <pc:docMk/>
            <pc:sldMk cId="1139370413" sldId="277"/>
            <ac:spMk id="25" creationId="{F5D23B51-F2B1-4C36-B518-AA2BFA4103EC}"/>
          </ac:spMkLst>
        </pc:spChg>
        <pc:spChg chg="add mod">
          <ac:chgData name="AU Kelvin" userId="416e5d84-3133-4774-aa1a-290e1bef47d6" providerId="ADAL" clId="{9A4767C1-AA41-4A8F-91E9-F856893F4EE6}" dt="2023-03-09T10:49:24.967" v="789"/>
          <ac:spMkLst>
            <pc:docMk/>
            <pc:sldMk cId="1139370413" sldId="277"/>
            <ac:spMk id="26" creationId="{80957EC0-D309-4965-A76F-B91F35621152}"/>
          </ac:spMkLst>
        </pc:spChg>
        <pc:spChg chg="add del mod">
          <ac:chgData name="AU Kelvin" userId="416e5d84-3133-4774-aa1a-290e1bef47d6" providerId="ADAL" clId="{9A4767C1-AA41-4A8F-91E9-F856893F4EE6}" dt="2023-03-09T11:00:57.523" v="823"/>
          <ac:spMkLst>
            <pc:docMk/>
            <pc:sldMk cId="1139370413" sldId="277"/>
            <ac:spMk id="27" creationId="{C589C402-B6A1-4B04-81D1-F9EC938C1D0E}"/>
          </ac:spMkLst>
        </pc:spChg>
        <pc:spChg chg="add mod">
          <ac:chgData name="AU Kelvin" userId="416e5d84-3133-4774-aa1a-290e1bef47d6" providerId="ADAL" clId="{9A4767C1-AA41-4A8F-91E9-F856893F4EE6}" dt="2023-03-09T10:53:54.156" v="820" actId="20577"/>
          <ac:spMkLst>
            <pc:docMk/>
            <pc:sldMk cId="1139370413" sldId="277"/>
            <ac:spMk id="28" creationId="{F0E57BF5-8015-48FB-AA5D-302052F4799B}"/>
          </ac:spMkLst>
        </pc:spChg>
        <pc:spChg chg="add mod">
          <ac:chgData name="AU Kelvin" userId="416e5d84-3133-4774-aa1a-290e1bef47d6" providerId="ADAL" clId="{9A4767C1-AA41-4A8F-91E9-F856893F4EE6}" dt="2023-03-09T10:53:57.438" v="821" actId="6549"/>
          <ac:spMkLst>
            <pc:docMk/>
            <pc:sldMk cId="1139370413" sldId="277"/>
            <ac:spMk id="29" creationId="{53BD28DB-A18C-4702-97E1-257E621A172C}"/>
          </ac:spMkLst>
        </pc:spChg>
        <pc:spChg chg="add mod">
          <ac:chgData name="AU Kelvin" userId="416e5d84-3133-4774-aa1a-290e1bef47d6" providerId="ADAL" clId="{9A4767C1-AA41-4A8F-91E9-F856893F4EE6}" dt="2023-03-09T11:08:16.796" v="1113" actId="20577"/>
          <ac:spMkLst>
            <pc:docMk/>
            <pc:sldMk cId="1139370413" sldId="277"/>
            <ac:spMk id="30" creationId="{D38B9A14-F122-40CB-B282-891C763A0B48}"/>
          </ac:spMkLst>
        </pc:spChg>
        <pc:picChg chg="add del mod ord">
          <ac:chgData name="AU Kelvin" userId="416e5d84-3133-4774-aa1a-290e1bef47d6" providerId="ADAL" clId="{9A4767C1-AA41-4A8F-91E9-F856893F4EE6}" dt="2023-03-09T10:23:01.489" v="127" actId="478"/>
          <ac:picMkLst>
            <pc:docMk/>
            <pc:sldMk cId="1139370413" sldId="277"/>
            <ac:picMk id="5" creationId="{2DE28BB4-8F54-4486-8A96-0678C30C1AC1}"/>
          </ac:picMkLst>
        </pc:picChg>
        <pc:picChg chg="del">
          <ac:chgData name="AU Kelvin" userId="416e5d84-3133-4774-aa1a-290e1bef47d6" providerId="ADAL" clId="{9A4767C1-AA41-4A8F-91E9-F856893F4EE6}" dt="2023-03-09T06:42:21.323" v="122" actId="478"/>
          <ac:picMkLst>
            <pc:docMk/>
            <pc:sldMk cId="1139370413" sldId="277"/>
            <ac:picMk id="7" creationId="{DD16E120-3B7C-43F5-B0E7-5CE28E99F67F}"/>
          </ac:picMkLst>
        </pc:picChg>
        <pc:picChg chg="add del mod">
          <ac:chgData name="AU Kelvin" userId="416e5d84-3133-4774-aa1a-290e1bef47d6" providerId="ADAL" clId="{9A4767C1-AA41-4A8F-91E9-F856893F4EE6}" dt="2023-03-09T10:26:30.042" v="153"/>
          <ac:picMkLst>
            <pc:docMk/>
            <pc:sldMk cId="1139370413" sldId="277"/>
            <ac:picMk id="10" creationId="{E546297E-4973-4F13-99C5-40411468512E}"/>
          </ac:picMkLst>
        </pc:picChg>
        <pc:picChg chg="add del mod">
          <ac:chgData name="AU Kelvin" userId="416e5d84-3133-4774-aa1a-290e1bef47d6" providerId="ADAL" clId="{9A4767C1-AA41-4A8F-91E9-F856893F4EE6}" dt="2023-03-09T10:26:31.506" v="158"/>
          <ac:picMkLst>
            <pc:docMk/>
            <pc:sldMk cId="1139370413" sldId="277"/>
            <ac:picMk id="12" creationId="{9244E89A-6389-4FE7-8338-8F2616A37B85}"/>
          </ac:picMkLst>
        </pc:picChg>
        <pc:picChg chg="add mod">
          <ac:chgData name="AU Kelvin" userId="416e5d84-3133-4774-aa1a-290e1bef47d6" providerId="ADAL" clId="{9A4767C1-AA41-4A8F-91E9-F856893F4EE6}" dt="2023-03-09T10:27:19.134" v="171" actId="1076"/>
          <ac:picMkLst>
            <pc:docMk/>
            <pc:sldMk cId="1139370413" sldId="277"/>
            <ac:picMk id="14" creationId="{0020203A-1F95-47D3-9237-D5AC4A11F220}"/>
          </ac:picMkLst>
        </pc:picChg>
        <pc:picChg chg="add mod">
          <ac:chgData name="AU Kelvin" userId="416e5d84-3133-4774-aa1a-290e1bef47d6" providerId="ADAL" clId="{9A4767C1-AA41-4A8F-91E9-F856893F4EE6}" dt="2023-03-09T10:27:29.470" v="172" actId="14100"/>
          <ac:picMkLst>
            <pc:docMk/>
            <pc:sldMk cId="1139370413" sldId="277"/>
            <ac:picMk id="16" creationId="{43A3199E-2E75-40B6-B853-66BDCD883227}"/>
          </ac:picMkLst>
        </pc:picChg>
        <pc:picChg chg="add del mod">
          <ac:chgData name="AU Kelvin" userId="416e5d84-3133-4774-aa1a-290e1bef47d6" providerId="ADAL" clId="{9A4767C1-AA41-4A8F-91E9-F856893F4EE6}" dt="2023-03-09T10:31:57.440" v="191" actId="478"/>
          <ac:picMkLst>
            <pc:docMk/>
            <pc:sldMk cId="1139370413" sldId="277"/>
            <ac:picMk id="18" creationId="{1805688C-C01E-4768-9527-744E453F2D8F}"/>
          </ac:picMkLst>
        </pc:picChg>
        <pc:picChg chg="add mod">
          <ac:chgData name="AU Kelvin" userId="416e5d84-3133-4774-aa1a-290e1bef47d6" providerId="ADAL" clId="{9A4767C1-AA41-4A8F-91E9-F856893F4EE6}" dt="2023-03-09T10:32:31.097" v="195" actId="1076"/>
          <ac:picMkLst>
            <pc:docMk/>
            <pc:sldMk cId="1139370413" sldId="277"/>
            <ac:picMk id="20" creationId="{486CFF3A-F9A1-4D44-A299-695666D488B5}"/>
          </ac:picMkLst>
        </pc:picChg>
        <pc:picChg chg="add mod">
          <ac:chgData name="AU Kelvin" userId="416e5d84-3133-4774-aa1a-290e1bef47d6" providerId="ADAL" clId="{9A4767C1-AA41-4A8F-91E9-F856893F4EE6}" dt="2023-03-09T10:32:42.243" v="197" actId="1076"/>
          <ac:picMkLst>
            <pc:docMk/>
            <pc:sldMk cId="1139370413" sldId="277"/>
            <ac:picMk id="21" creationId="{F0A9AD82-E8CE-4F73-B6F9-7B3C38F1CF0E}"/>
          </ac:picMkLst>
        </pc:picChg>
      </pc:sldChg>
      <pc:sldChg chg="addSp delSp modSp add mod">
        <pc:chgData name="AU Kelvin" userId="416e5d84-3133-4774-aa1a-290e1bef47d6" providerId="ADAL" clId="{9A4767C1-AA41-4A8F-91E9-F856893F4EE6}" dt="2023-03-10T10:00:46.443" v="1961" actId="20577"/>
        <pc:sldMkLst>
          <pc:docMk/>
          <pc:sldMk cId="3394698022" sldId="284"/>
        </pc:sldMkLst>
        <pc:spChg chg="mod">
          <ac:chgData name="AU Kelvin" userId="416e5d84-3133-4774-aa1a-290e1bef47d6" providerId="ADAL" clId="{9A4767C1-AA41-4A8F-91E9-F856893F4EE6}" dt="2023-03-09T10:23:06.529" v="133" actId="20577"/>
          <ac:spMkLst>
            <pc:docMk/>
            <pc:sldMk cId="3394698022" sldId="284"/>
            <ac:spMk id="2" creationId="{A928EF97-08A3-4706-9D19-A326A68B2964}"/>
          </ac:spMkLst>
        </pc:spChg>
        <pc:spChg chg="del">
          <ac:chgData name="AU Kelvin" userId="416e5d84-3133-4774-aa1a-290e1bef47d6" providerId="ADAL" clId="{9A4767C1-AA41-4A8F-91E9-F856893F4EE6}" dt="2023-03-09T10:27:58.715" v="173" actId="478"/>
          <ac:spMkLst>
            <pc:docMk/>
            <pc:sldMk cId="3394698022" sldId="284"/>
            <ac:spMk id="8" creationId="{FDB032E2-5BB2-47B8-BD5D-3BB49C838EFD}"/>
          </ac:spMkLst>
        </pc:spChg>
        <pc:spChg chg="add mod">
          <ac:chgData name="AU Kelvin" userId="416e5d84-3133-4774-aa1a-290e1bef47d6" providerId="ADAL" clId="{9A4767C1-AA41-4A8F-91E9-F856893F4EE6}" dt="2023-03-09T11:08:37.568" v="1114"/>
          <ac:spMkLst>
            <pc:docMk/>
            <pc:sldMk cId="3394698022" sldId="284"/>
            <ac:spMk id="9" creationId="{7834B851-1529-423F-B2FA-E1B7171ED214}"/>
          </ac:spMkLst>
        </pc:spChg>
        <pc:spChg chg="add mod">
          <ac:chgData name="AU Kelvin" userId="416e5d84-3133-4774-aa1a-290e1bef47d6" providerId="ADAL" clId="{9A4767C1-AA41-4A8F-91E9-F856893F4EE6}" dt="2023-03-10T10:00:46.443" v="1961" actId="20577"/>
          <ac:spMkLst>
            <pc:docMk/>
            <pc:sldMk cId="3394698022" sldId="284"/>
            <ac:spMk id="10" creationId="{70262CB6-64E6-4698-A2A5-16CF79B1F737}"/>
          </ac:spMkLst>
        </pc:spChg>
        <pc:picChg chg="add mod">
          <ac:chgData name="AU Kelvin" userId="416e5d84-3133-4774-aa1a-290e1bef47d6" providerId="ADAL" clId="{9A4767C1-AA41-4A8F-91E9-F856893F4EE6}" dt="2023-03-09T10:28:35.063" v="185" actId="14100"/>
          <ac:picMkLst>
            <pc:docMk/>
            <pc:sldMk cId="3394698022" sldId="284"/>
            <ac:picMk id="4" creationId="{C2046B1F-78CE-4371-AA9C-12EC488A7ECF}"/>
          </ac:picMkLst>
        </pc:picChg>
        <pc:picChg chg="add mod">
          <ac:chgData name="AU Kelvin" userId="416e5d84-3133-4774-aa1a-290e1bef47d6" providerId="ADAL" clId="{9A4767C1-AA41-4A8F-91E9-F856893F4EE6}" dt="2023-03-09T10:28:28.831" v="184" actId="1076"/>
          <ac:picMkLst>
            <pc:docMk/>
            <pc:sldMk cId="3394698022" sldId="284"/>
            <ac:picMk id="6" creationId="{8FCF6D7B-D99E-4BAB-9D70-E9A16164D4EB}"/>
          </ac:picMkLst>
        </pc:picChg>
      </pc:sldChg>
      <pc:sldChg chg="addSp delSp modSp add mod modShow">
        <pc:chgData name="AU Kelvin" userId="416e5d84-3133-4774-aa1a-290e1bef47d6" providerId="ADAL" clId="{9A4767C1-AA41-4A8F-91E9-F856893F4EE6}" dt="2023-03-10T07:42:50.849" v="1897"/>
        <pc:sldMkLst>
          <pc:docMk/>
          <pc:sldMk cId="2077699479" sldId="291"/>
        </pc:sldMkLst>
        <pc:spChg chg="del">
          <ac:chgData name="AU Kelvin" userId="416e5d84-3133-4774-aa1a-290e1bef47d6" providerId="ADAL" clId="{9A4767C1-AA41-4A8F-91E9-F856893F4EE6}" dt="2023-03-10T07:22:42.651" v="1665" actId="478"/>
          <ac:spMkLst>
            <pc:docMk/>
            <pc:sldMk cId="2077699479" sldId="291"/>
            <ac:spMk id="2" creationId="{D6124752-D21F-4C37-8C89-5A6D49E7D613}"/>
          </ac:spMkLst>
        </pc:spChg>
        <pc:spChg chg="del">
          <ac:chgData name="AU Kelvin" userId="416e5d84-3133-4774-aa1a-290e1bef47d6" providerId="ADAL" clId="{9A4767C1-AA41-4A8F-91E9-F856893F4EE6}" dt="2023-03-10T07:24:55.961" v="1685" actId="478"/>
          <ac:spMkLst>
            <pc:docMk/>
            <pc:sldMk cId="2077699479" sldId="291"/>
            <ac:spMk id="3" creationId="{0722FC5A-B29F-4C58-940E-4D925D707B51}"/>
          </ac:spMkLst>
        </pc:spChg>
        <pc:spChg chg="add del mod">
          <ac:chgData name="AU Kelvin" userId="416e5d84-3133-4774-aa1a-290e1bef47d6" providerId="ADAL" clId="{9A4767C1-AA41-4A8F-91E9-F856893F4EE6}" dt="2023-03-10T07:22:45.389" v="1667" actId="478"/>
          <ac:spMkLst>
            <pc:docMk/>
            <pc:sldMk cId="2077699479" sldId="291"/>
            <ac:spMk id="6" creationId="{8C92BA6A-2234-4F78-B545-FE36D4540067}"/>
          </ac:spMkLst>
        </pc:spChg>
        <pc:spChg chg="add mod">
          <ac:chgData name="AU Kelvin" userId="416e5d84-3133-4774-aa1a-290e1bef47d6" providerId="ADAL" clId="{9A4767C1-AA41-4A8F-91E9-F856893F4EE6}" dt="2023-03-10T07:22:55.679" v="1672"/>
          <ac:spMkLst>
            <pc:docMk/>
            <pc:sldMk cId="2077699479" sldId="291"/>
            <ac:spMk id="8" creationId="{982A48B3-7479-4CFD-8C66-62B2CE53B796}"/>
          </ac:spMkLst>
        </pc:spChg>
        <pc:spChg chg="add mod">
          <ac:chgData name="AU Kelvin" userId="416e5d84-3133-4774-aa1a-290e1bef47d6" providerId="ADAL" clId="{9A4767C1-AA41-4A8F-91E9-F856893F4EE6}" dt="2023-03-10T07:24:56.300" v="1686"/>
          <ac:spMkLst>
            <pc:docMk/>
            <pc:sldMk cId="2077699479" sldId="291"/>
            <ac:spMk id="10" creationId="{441E9043-238B-4820-A9B0-7E72A148164F}"/>
          </ac:spMkLst>
        </pc:spChg>
        <pc:spChg chg="add mod">
          <ac:chgData name="AU Kelvin" userId="416e5d84-3133-4774-aa1a-290e1bef47d6" providerId="ADAL" clId="{9A4767C1-AA41-4A8F-91E9-F856893F4EE6}" dt="2023-03-10T07:29:03.093" v="1797"/>
          <ac:spMkLst>
            <pc:docMk/>
            <pc:sldMk cId="2077699479" sldId="291"/>
            <ac:spMk id="11" creationId="{8513EA13-0220-44FD-9967-217A5509F3B7}"/>
          </ac:spMkLst>
        </pc:spChg>
        <pc:spChg chg="add mod">
          <ac:chgData name="AU Kelvin" userId="416e5d84-3133-4774-aa1a-290e1bef47d6" providerId="ADAL" clId="{9A4767C1-AA41-4A8F-91E9-F856893F4EE6}" dt="2023-03-10T07:42:50.849" v="1897"/>
          <ac:spMkLst>
            <pc:docMk/>
            <pc:sldMk cId="2077699479" sldId="291"/>
            <ac:spMk id="12" creationId="{B956803E-61F3-4C0A-9E7B-C518C9CFD560}"/>
          </ac:spMkLst>
        </pc:spChg>
        <pc:picChg chg="del">
          <ac:chgData name="AU Kelvin" userId="416e5d84-3133-4774-aa1a-290e1bef47d6" providerId="ADAL" clId="{9A4767C1-AA41-4A8F-91E9-F856893F4EE6}" dt="2023-03-10T07:23:02.341" v="1673" actId="21"/>
          <ac:picMkLst>
            <pc:docMk/>
            <pc:sldMk cId="2077699479" sldId="291"/>
            <ac:picMk id="7" creationId="{2E085EE4-FEA6-4368-8E94-85BDDBB7F64E}"/>
          </ac:picMkLst>
        </pc:picChg>
        <pc:picChg chg="add mod">
          <ac:chgData name="AU Kelvin" userId="416e5d84-3133-4774-aa1a-290e1bef47d6" providerId="ADAL" clId="{9A4767C1-AA41-4A8F-91E9-F856893F4EE6}" dt="2023-03-10T07:23:40.390" v="1680" actId="1076"/>
          <ac:picMkLst>
            <pc:docMk/>
            <pc:sldMk cId="2077699479" sldId="291"/>
            <ac:picMk id="9" creationId="{65887865-F5E7-4F32-B7B3-7828574BD415}"/>
          </ac:picMkLst>
        </pc:picChg>
      </pc:sldChg>
      <pc:sldChg chg="addSp delSp modSp add mod modShow">
        <pc:chgData name="AU Kelvin" userId="416e5d84-3133-4774-aa1a-290e1bef47d6" providerId="ADAL" clId="{9A4767C1-AA41-4A8F-91E9-F856893F4EE6}" dt="2023-03-10T07:43:10.612" v="1899"/>
        <pc:sldMkLst>
          <pc:docMk/>
          <pc:sldMk cId="1601178964" sldId="292"/>
        </pc:sldMkLst>
        <pc:spChg chg="del">
          <ac:chgData name="AU Kelvin" userId="416e5d84-3133-4774-aa1a-290e1bef47d6" providerId="ADAL" clId="{9A4767C1-AA41-4A8F-91E9-F856893F4EE6}" dt="2023-03-10T07:29:33.168" v="1798" actId="478"/>
          <ac:spMkLst>
            <pc:docMk/>
            <pc:sldMk cId="1601178964" sldId="292"/>
            <ac:spMk id="3" creationId="{0722FC5A-B29F-4C58-940E-4D925D707B51}"/>
          </ac:spMkLst>
        </pc:spChg>
        <pc:spChg chg="add del mod">
          <ac:chgData name="AU Kelvin" userId="416e5d84-3133-4774-aa1a-290e1bef47d6" providerId="ADAL" clId="{9A4767C1-AA41-4A8F-91E9-F856893F4EE6}" dt="2023-03-10T07:24:29.779" v="1684" actId="478"/>
          <ac:spMkLst>
            <pc:docMk/>
            <pc:sldMk cId="1601178964" sldId="292"/>
            <ac:spMk id="4" creationId="{9E31117A-43C4-47F6-A01F-FA340647FB40}"/>
          </ac:spMkLst>
        </pc:spChg>
        <pc:spChg chg="add mod">
          <ac:chgData name="AU Kelvin" userId="416e5d84-3133-4774-aa1a-290e1bef47d6" providerId="ADAL" clId="{9A4767C1-AA41-4A8F-91E9-F856893F4EE6}" dt="2023-03-10T07:26:23.284" v="1710" actId="13926"/>
          <ac:spMkLst>
            <pc:docMk/>
            <pc:sldMk cId="1601178964" sldId="292"/>
            <ac:spMk id="5" creationId="{BA0CD18F-204C-4D36-8D38-C5663BAE40B6}"/>
          </ac:spMkLst>
        </pc:spChg>
        <pc:spChg chg="del">
          <ac:chgData name="AU Kelvin" userId="416e5d84-3133-4774-aa1a-290e1bef47d6" providerId="ADAL" clId="{9A4767C1-AA41-4A8F-91E9-F856893F4EE6}" dt="2023-03-10T07:24:25.780" v="1682" actId="478"/>
          <ac:spMkLst>
            <pc:docMk/>
            <pc:sldMk cId="1601178964" sldId="292"/>
            <ac:spMk id="6" creationId="{83861B73-95BF-4669-8FF5-2BBE57D09DFE}"/>
          </ac:spMkLst>
        </pc:spChg>
        <pc:spChg chg="add mod">
          <ac:chgData name="AU Kelvin" userId="416e5d84-3133-4774-aa1a-290e1bef47d6" providerId="ADAL" clId="{9A4767C1-AA41-4A8F-91E9-F856893F4EE6}" dt="2023-03-10T07:24:27.336" v="1683"/>
          <ac:spMkLst>
            <pc:docMk/>
            <pc:sldMk cId="1601178964" sldId="292"/>
            <ac:spMk id="9" creationId="{32E72F45-88B7-48EF-8899-109509120516}"/>
          </ac:spMkLst>
        </pc:spChg>
        <pc:spChg chg="add del mod">
          <ac:chgData name="AU Kelvin" userId="416e5d84-3133-4774-aa1a-290e1bef47d6" providerId="ADAL" clId="{9A4767C1-AA41-4A8F-91E9-F856893F4EE6}" dt="2023-03-10T07:29:35.613" v="1799" actId="478"/>
          <ac:spMkLst>
            <pc:docMk/>
            <pc:sldMk cId="1601178964" sldId="292"/>
            <ac:spMk id="12" creationId="{7A380A16-EC5A-4C83-9132-6DDA9AA533F6}"/>
          </ac:spMkLst>
        </pc:spChg>
        <pc:spChg chg="add mod">
          <ac:chgData name="AU Kelvin" userId="416e5d84-3133-4774-aa1a-290e1bef47d6" providerId="ADAL" clId="{9A4767C1-AA41-4A8F-91E9-F856893F4EE6}" dt="2023-03-10T07:30:11.075" v="1827"/>
          <ac:spMkLst>
            <pc:docMk/>
            <pc:sldMk cId="1601178964" sldId="292"/>
            <ac:spMk id="13" creationId="{E0B225A2-6DD1-4C47-BD87-0059102335A0}"/>
          </ac:spMkLst>
        </pc:spChg>
        <pc:spChg chg="add del mod">
          <ac:chgData name="AU Kelvin" userId="416e5d84-3133-4774-aa1a-290e1bef47d6" providerId="ADAL" clId="{9A4767C1-AA41-4A8F-91E9-F856893F4EE6}" dt="2023-03-10T07:43:10.444" v="1898" actId="478"/>
          <ac:spMkLst>
            <pc:docMk/>
            <pc:sldMk cId="1601178964" sldId="292"/>
            <ac:spMk id="14" creationId="{795D4ACA-B7BE-4C24-B3A0-6505BE7CDFB8}"/>
          </ac:spMkLst>
        </pc:spChg>
        <pc:spChg chg="add mod">
          <ac:chgData name="AU Kelvin" userId="416e5d84-3133-4774-aa1a-290e1bef47d6" providerId="ADAL" clId="{9A4767C1-AA41-4A8F-91E9-F856893F4EE6}" dt="2023-03-10T07:43:10.612" v="1899"/>
          <ac:spMkLst>
            <pc:docMk/>
            <pc:sldMk cId="1601178964" sldId="292"/>
            <ac:spMk id="15" creationId="{80001105-1374-432C-8FDD-D954D89771F9}"/>
          </ac:spMkLst>
        </pc:spChg>
        <pc:picChg chg="add mod">
          <ac:chgData name="AU Kelvin" userId="416e5d84-3133-4774-aa1a-290e1bef47d6" providerId="ADAL" clId="{9A4767C1-AA41-4A8F-91E9-F856893F4EE6}" dt="2023-03-10T07:24:15.241" v="1681" actId="1076"/>
          <ac:picMkLst>
            <pc:docMk/>
            <pc:sldMk cId="1601178964" sldId="292"/>
            <ac:picMk id="7" creationId="{AD71860E-DDC4-4E21-AFE7-604F1F5C2148}"/>
          </ac:picMkLst>
        </pc:picChg>
        <pc:picChg chg="del">
          <ac:chgData name="AU Kelvin" userId="416e5d84-3133-4774-aa1a-290e1bef47d6" providerId="ADAL" clId="{9A4767C1-AA41-4A8F-91E9-F856893F4EE6}" dt="2023-03-10T07:23:28.380" v="1676" actId="21"/>
          <ac:picMkLst>
            <pc:docMk/>
            <pc:sldMk cId="1601178964" sldId="292"/>
            <ac:picMk id="8" creationId="{4EAB1F09-034D-4FBE-B9A1-EEE1406402AA}"/>
          </ac:picMkLst>
        </pc:picChg>
      </pc:sldChg>
    </pc:docChg>
  </pc:docChgLst>
  <pc:docChgLst>
    <pc:chgData name="LEUNG Nicole" userId="8ed04819-1a1c-42ab-ae09-44d42575f3a6" providerId="ADAL" clId="{46AED7F8-18BE-4C7E-B9AC-F4C2CA2D1D79}"/>
    <pc:docChg chg="undo custSel addSld delSld modSld sldOrd">
      <pc:chgData name="LEUNG Nicole" userId="8ed04819-1a1c-42ab-ae09-44d42575f3a6" providerId="ADAL" clId="{46AED7F8-18BE-4C7E-B9AC-F4C2CA2D1D79}" dt="2023-03-28T17:51:28.272" v="3443" actId="1076"/>
      <pc:docMkLst>
        <pc:docMk/>
      </pc:docMkLst>
      <pc:sldChg chg="delSp modSp mod">
        <pc:chgData name="LEUNG Nicole" userId="8ed04819-1a1c-42ab-ae09-44d42575f3a6" providerId="ADAL" clId="{46AED7F8-18BE-4C7E-B9AC-F4C2CA2D1D79}" dt="2023-03-22T06:51:12.042" v="2203" actId="478"/>
        <pc:sldMkLst>
          <pc:docMk/>
          <pc:sldMk cId="4093437428" sldId="256"/>
        </pc:sldMkLst>
        <pc:spChg chg="mod">
          <ac:chgData name="LEUNG Nicole" userId="8ed04819-1a1c-42ab-ae09-44d42575f3a6" providerId="ADAL" clId="{46AED7F8-18BE-4C7E-B9AC-F4C2CA2D1D79}" dt="2023-03-22T03:10:47.039" v="1236" actId="20577"/>
          <ac:spMkLst>
            <pc:docMk/>
            <pc:sldMk cId="4093437428" sldId="256"/>
            <ac:spMk id="2" creationId="{266DFD87-74D9-478B-B7FE-8FBC975665C3}"/>
          </ac:spMkLst>
        </pc:spChg>
        <pc:spChg chg="del mod">
          <ac:chgData name="LEUNG Nicole" userId="8ed04819-1a1c-42ab-ae09-44d42575f3a6" providerId="ADAL" clId="{46AED7F8-18BE-4C7E-B9AC-F4C2CA2D1D79}" dt="2023-03-22T06:51:12.042" v="2203" actId="478"/>
          <ac:spMkLst>
            <pc:docMk/>
            <pc:sldMk cId="4093437428" sldId="256"/>
            <ac:spMk id="3" creationId="{951F69E3-81D8-4114-B10A-B5C6F26C7E71}"/>
          </ac:spMkLst>
        </pc:spChg>
      </pc:sldChg>
      <pc:sldChg chg="delSp modSp del mod">
        <pc:chgData name="LEUNG Nicole" userId="8ed04819-1a1c-42ab-ae09-44d42575f3a6" providerId="ADAL" clId="{46AED7F8-18BE-4C7E-B9AC-F4C2CA2D1D79}" dt="2023-03-21T02:14:04.466" v="216" actId="47"/>
        <pc:sldMkLst>
          <pc:docMk/>
          <pc:sldMk cId="1028999168" sldId="260"/>
        </pc:sldMkLst>
        <pc:spChg chg="del mod">
          <ac:chgData name="LEUNG Nicole" userId="8ed04819-1a1c-42ab-ae09-44d42575f3a6" providerId="ADAL" clId="{46AED7F8-18BE-4C7E-B9AC-F4C2CA2D1D79}" dt="2023-03-21T02:11:21.330" v="123" actId="478"/>
          <ac:spMkLst>
            <pc:docMk/>
            <pc:sldMk cId="1028999168" sldId="260"/>
            <ac:spMk id="3" creationId="{C78401F4-D234-4A7A-A0E3-62DD7C5EADD8}"/>
          </ac:spMkLst>
        </pc:spChg>
        <pc:spChg chg="mod">
          <ac:chgData name="LEUNG Nicole" userId="8ed04819-1a1c-42ab-ae09-44d42575f3a6" providerId="ADAL" clId="{46AED7F8-18BE-4C7E-B9AC-F4C2CA2D1D79}" dt="2023-03-21T02:12:12.812" v="213" actId="20577"/>
          <ac:spMkLst>
            <pc:docMk/>
            <pc:sldMk cId="1028999168" sldId="260"/>
            <ac:spMk id="15" creationId="{8F59E620-E10D-4CBA-9DE1-3BD87A128217}"/>
          </ac:spMkLst>
        </pc:spChg>
        <pc:picChg chg="mod">
          <ac:chgData name="LEUNG Nicole" userId="8ed04819-1a1c-42ab-ae09-44d42575f3a6" providerId="ADAL" clId="{46AED7F8-18BE-4C7E-B9AC-F4C2CA2D1D79}" dt="2023-03-21T02:11:23.451" v="124" actId="1076"/>
          <ac:picMkLst>
            <pc:docMk/>
            <pc:sldMk cId="1028999168" sldId="260"/>
            <ac:picMk id="9" creationId="{D0C3EEC8-9ED8-481B-B458-07ADB548E10D}"/>
          </ac:picMkLst>
        </pc:picChg>
      </pc:sldChg>
      <pc:sldChg chg="delSp modSp del mod">
        <pc:chgData name="LEUNG Nicole" userId="8ed04819-1a1c-42ab-ae09-44d42575f3a6" providerId="ADAL" clId="{46AED7F8-18BE-4C7E-B9AC-F4C2CA2D1D79}" dt="2023-03-22T07:06:52.800" v="2207" actId="2696"/>
        <pc:sldMkLst>
          <pc:docMk/>
          <pc:sldMk cId="95290033" sldId="261"/>
        </pc:sldMkLst>
        <pc:spChg chg="del mod">
          <ac:chgData name="LEUNG Nicole" userId="8ed04819-1a1c-42ab-ae09-44d42575f3a6" providerId="ADAL" clId="{46AED7F8-18BE-4C7E-B9AC-F4C2CA2D1D79}" dt="2023-03-21T02:13:21.363" v="215" actId="478"/>
          <ac:spMkLst>
            <pc:docMk/>
            <pc:sldMk cId="95290033" sldId="261"/>
            <ac:spMk id="7" creationId="{EFEBA37C-E7C5-4525-B50F-4974565CCCEF}"/>
          </ac:spMkLst>
        </pc:spChg>
      </pc:sldChg>
      <pc:sldChg chg="addSp delSp modSp mod">
        <pc:chgData name="LEUNG Nicole" userId="8ed04819-1a1c-42ab-ae09-44d42575f3a6" providerId="ADAL" clId="{46AED7F8-18BE-4C7E-B9AC-F4C2CA2D1D79}" dt="2023-03-23T09:18:35.262" v="2651" actId="1076"/>
        <pc:sldMkLst>
          <pc:docMk/>
          <pc:sldMk cId="3330272683" sldId="262"/>
        </pc:sldMkLst>
        <pc:spChg chg="mod">
          <ac:chgData name="LEUNG Nicole" userId="8ed04819-1a1c-42ab-ae09-44d42575f3a6" providerId="ADAL" clId="{46AED7F8-18BE-4C7E-B9AC-F4C2CA2D1D79}" dt="2023-03-21T02:15:39.938" v="320" actId="1076"/>
          <ac:spMkLst>
            <pc:docMk/>
            <pc:sldMk cId="3330272683" sldId="262"/>
            <ac:spMk id="3" creationId="{0722FC5A-B29F-4C58-940E-4D925D707B51}"/>
          </ac:spMkLst>
        </pc:spChg>
        <pc:picChg chg="add mod">
          <ac:chgData name="LEUNG Nicole" userId="8ed04819-1a1c-42ab-ae09-44d42575f3a6" providerId="ADAL" clId="{46AED7F8-18BE-4C7E-B9AC-F4C2CA2D1D79}" dt="2023-03-23T09:18:27.855" v="2648" actId="1076"/>
          <ac:picMkLst>
            <pc:docMk/>
            <pc:sldMk cId="3330272683" sldId="262"/>
            <ac:picMk id="5" creationId="{09C5E102-79A3-4F70-98F0-320FA675A3B5}"/>
          </ac:picMkLst>
        </pc:picChg>
        <pc:picChg chg="add mod">
          <ac:chgData name="LEUNG Nicole" userId="8ed04819-1a1c-42ab-ae09-44d42575f3a6" providerId="ADAL" clId="{46AED7F8-18BE-4C7E-B9AC-F4C2CA2D1D79}" dt="2023-03-23T09:18:35.262" v="2651" actId="1076"/>
          <ac:picMkLst>
            <pc:docMk/>
            <pc:sldMk cId="3330272683" sldId="262"/>
            <ac:picMk id="7" creationId="{EF134503-1FA0-4564-B306-B785C791FD4D}"/>
          </ac:picMkLst>
        </pc:picChg>
        <pc:picChg chg="del">
          <ac:chgData name="LEUNG Nicole" userId="8ed04819-1a1c-42ab-ae09-44d42575f3a6" providerId="ADAL" clId="{46AED7F8-18BE-4C7E-B9AC-F4C2CA2D1D79}" dt="2023-03-23T09:18:32.892" v="2649" actId="478"/>
          <ac:picMkLst>
            <pc:docMk/>
            <pc:sldMk cId="3330272683" sldId="262"/>
            <ac:picMk id="19" creationId="{A9925FD3-3EA1-48B5-B575-8B2931BC9836}"/>
          </ac:picMkLst>
        </pc:picChg>
        <pc:picChg chg="del">
          <ac:chgData name="LEUNG Nicole" userId="8ed04819-1a1c-42ab-ae09-44d42575f3a6" providerId="ADAL" clId="{46AED7F8-18BE-4C7E-B9AC-F4C2CA2D1D79}" dt="2023-03-23T09:18:26.052" v="2647" actId="478"/>
          <ac:picMkLst>
            <pc:docMk/>
            <pc:sldMk cId="3330272683" sldId="262"/>
            <ac:picMk id="21" creationId="{EDD630A4-2DB9-4BCC-BE2D-2C106EED9673}"/>
          </ac:picMkLst>
        </pc:picChg>
      </pc:sldChg>
      <pc:sldChg chg="delSp modSp del mod">
        <pc:chgData name="LEUNG Nicole" userId="8ed04819-1a1c-42ab-ae09-44d42575f3a6" providerId="ADAL" clId="{46AED7F8-18BE-4C7E-B9AC-F4C2CA2D1D79}" dt="2023-03-22T07:06:54.859" v="2208" actId="2696"/>
        <pc:sldMkLst>
          <pc:docMk/>
          <pc:sldMk cId="1100559221" sldId="264"/>
        </pc:sldMkLst>
        <pc:spChg chg="del">
          <ac:chgData name="LEUNG Nicole" userId="8ed04819-1a1c-42ab-ae09-44d42575f3a6" providerId="ADAL" clId="{46AED7F8-18BE-4C7E-B9AC-F4C2CA2D1D79}" dt="2023-03-22T07:06:17.335" v="2204" actId="478"/>
          <ac:spMkLst>
            <pc:docMk/>
            <pc:sldMk cId="1100559221" sldId="264"/>
            <ac:spMk id="3" creationId="{7E01052D-ECB1-4400-817C-E1F06F4E8705}"/>
          </ac:spMkLst>
        </pc:spChg>
        <pc:picChg chg="mod">
          <ac:chgData name="LEUNG Nicole" userId="8ed04819-1a1c-42ab-ae09-44d42575f3a6" providerId="ADAL" clId="{46AED7F8-18BE-4C7E-B9AC-F4C2CA2D1D79}" dt="2023-03-22T07:06:21.022" v="2205" actId="14100"/>
          <ac:picMkLst>
            <pc:docMk/>
            <pc:sldMk cId="1100559221" sldId="264"/>
            <ac:picMk id="15" creationId="{9168F329-27DA-4FBE-911E-C8E6EB7FFD47}"/>
          </ac:picMkLst>
        </pc:picChg>
      </pc:sldChg>
      <pc:sldChg chg="addSp delSp modSp mod">
        <pc:chgData name="LEUNG Nicole" userId="8ed04819-1a1c-42ab-ae09-44d42575f3a6" providerId="ADAL" clId="{46AED7F8-18BE-4C7E-B9AC-F4C2CA2D1D79}" dt="2023-03-23T10:21:26.384" v="2766" actId="20577"/>
        <pc:sldMkLst>
          <pc:docMk/>
          <pc:sldMk cId="3442902861" sldId="266"/>
        </pc:sldMkLst>
        <pc:spChg chg="mod">
          <ac:chgData name="LEUNG Nicole" userId="8ed04819-1a1c-42ab-ae09-44d42575f3a6" providerId="ADAL" clId="{46AED7F8-18BE-4C7E-B9AC-F4C2CA2D1D79}" dt="2023-03-20T09:39:33.549" v="72" actId="20577"/>
          <ac:spMkLst>
            <pc:docMk/>
            <pc:sldMk cId="3442902861" sldId="266"/>
            <ac:spMk id="2" creationId="{D6124752-D21F-4C37-8C89-5A6D49E7D613}"/>
          </ac:spMkLst>
        </pc:spChg>
        <pc:spChg chg="mod">
          <ac:chgData name="LEUNG Nicole" userId="8ed04819-1a1c-42ab-ae09-44d42575f3a6" providerId="ADAL" clId="{46AED7F8-18BE-4C7E-B9AC-F4C2CA2D1D79}" dt="2023-03-23T10:21:26.384" v="2766" actId="20577"/>
          <ac:spMkLst>
            <pc:docMk/>
            <pc:sldMk cId="3442902861" sldId="266"/>
            <ac:spMk id="3" creationId="{0722FC5A-B29F-4C58-940E-4D925D707B51}"/>
          </ac:spMkLst>
        </pc:spChg>
        <pc:spChg chg="del">
          <ac:chgData name="LEUNG Nicole" userId="8ed04819-1a1c-42ab-ae09-44d42575f3a6" providerId="ADAL" clId="{46AED7F8-18BE-4C7E-B9AC-F4C2CA2D1D79}" dt="2023-03-21T02:07:57.466" v="74" actId="478"/>
          <ac:spMkLst>
            <pc:docMk/>
            <pc:sldMk cId="3442902861" sldId="266"/>
            <ac:spMk id="4" creationId="{C9D96347-781B-4E78-9CB8-564B28E36891}"/>
          </ac:spMkLst>
        </pc:spChg>
        <pc:spChg chg="del">
          <ac:chgData name="LEUNG Nicole" userId="8ed04819-1a1c-42ab-ae09-44d42575f3a6" providerId="ADAL" clId="{46AED7F8-18BE-4C7E-B9AC-F4C2CA2D1D79}" dt="2023-03-21T02:07:59.645" v="75" actId="478"/>
          <ac:spMkLst>
            <pc:docMk/>
            <pc:sldMk cId="3442902861" sldId="266"/>
            <ac:spMk id="9" creationId="{03273A91-309B-4236-B0B9-6383024BC413}"/>
          </ac:spMkLst>
        </pc:spChg>
        <pc:spChg chg="mod">
          <ac:chgData name="LEUNG Nicole" userId="8ed04819-1a1c-42ab-ae09-44d42575f3a6" providerId="ADAL" clId="{46AED7F8-18BE-4C7E-B9AC-F4C2CA2D1D79}" dt="2023-03-20T09:34:45.370" v="9" actId="1076"/>
          <ac:spMkLst>
            <pc:docMk/>
            <pc:sldMk cId="3442902861" sldId="266"/>
            <ac:spMk id="11" creationId="{98EC32FC-078A-48E5-96F1-5E913CA7A096}"/>
          </ac:spMkLst>
        </pc:spChg>
        <pc:picChg chg="add mod">
          <ac:chgData name="LEUNG Nicole" userId="8ed04819-1a1c-42ab-ae09-44d42575f3a6" providerId="ADAL" clId="{46AED7F8-18BE-4C7E-B9AC-F4C2CA2D1D79}" dt="2023-03-23T09:15:53.377" v="2617" actId="1076"/>
          <ac:picMkLst>
            <pc:docMk/>
            <pc:sldMk cId="3442902861" sldId="266"/>
            <ac:picMk id="5" creationId="{02F239AC-498C-4F57-8529-63C10EC5F795}"/>
          </ac:picMkLst>
        </pc:picChg>
        <pc:picChg chg="del">
          <ac:chgData name="LEUNG Nicole" userId="8ed04819-1a1c-42ab-ae09-44d42575f3a6" providerId="ADAL" clId="{46AED7F8-18BE-4C7E-B9AC-F4C2CA2D1D79}" dt="2023-03-20T09:34:27.329" v="3" actId="478"/>
          <ac:picMkLst>
            <pc:docMk/>
            <pc:sldMk cId="3442902861" sldId="266"/>
            <ac:picMk id="5" creationId="{5A74EE3E-9A1E-4F94-BBA7-B2FF46777420}"/>
          </ac:picMkLst>
        </pc:picChg>
        <pc:picChg chg="add del mod">
          <ac:chgData name="LEUNG Nicole" userId="8ed04819-1a1c-42ab-ae09-44d42575f3a6" providerId="ADAL" clId="{46AED7F8-18BE-4C7E-B9AC-F4C2CA2D1D79}" dt="2023-03-23T09:15:50.450" v="2615" actId="478"/>
          <ac:picMkLst>
            <pc:docMk/>
            <pc:sldMk cId="3442902861" sldId="266"/>
            <ac:picMk id="7" creationId="{7523DAA6-B424-4F4C-8905-266DC44A7B71}"/>
          </ac:picMkLst>
        </pc:picChg>
        <pc:picChg chg="del">
          <ac:chgData name="LEUNG Nicole" userId="8ed04819-1a1c-42ab-ae09-44d42575f3a6" providerId="ADAL" clId="{46AED7F8-18BE-4C7E-B9AC-F4C2CA2D1D79}" dt="2023-03-20T09:34:38.999" v="6" actId="478"/>
          <ac:picMkLst>
            <pc:docMk/>
            <pc:sldMk cId="3442902861" sldId="266"/>
            <ac:picMk id="8" creationId="{CD290223-998F-4D8F-9134-73173E05E5B3}"/>
          </ac:picMkLst>
        </pc:picChg>
        <pc:picChg chg="add mod">
          <ac:chgData name="LEUNG Nicole" userId="8ed04819-1a1c-42ab-ae09-44d42575f3a6" providerId="ADAL" clId="{46AED7F8-18BE-4C7E-B9AC-F4C2CA2D1D79}" dt="2023-03-23T09:16:33.394" v="2623" actId="1076"/>
          <ac:picMkLst>
            <pc:docMk/>
            <pc:sldMk cId="3442902861" sldId="266"/>
            <ac:picMk id="8" creationId="{DB8A69E8-CEEC-4BF7-AD67-4CFCB595910E}"/>
          </ac:picMkLst>
        </pc:picChg>
        <pc:picChg chg="add del mod">
          <ac:chgData name="LEUNG Nicole" userId="8ed04819-1a1c-42ab-ae09-44d42575f3a6" providerId="ADAL" clId="{46AED7F8-18BE-4C7E-B9AC-F4C2CA2D1D79}" dt="2023-03-23T09:16:29.394" v="2621" actId="478"/>
          <ac:picMkLst>
            <pc:docMk/>
            <pc:sldMk cId="3442902861" sldId="266"/>
            <ac:picMk id="12" creationId="{513F47FB-2D9D-4325-BA7C-95120D71F953}"/>
          </ac:picMkLst>
        </pc:picChg>
      </pc:sldChg>
      <pc:sldChg chg="delSp modSp del mod">
        <pc:chgData name="LEUNG Nicole" userId="8ed04819-1a1c-42ab-ae09-44d42575f3a6" providerId="ADAL" clId="{46AED7F8-18BE-4C7E-B9AC-F4C2CA2D1D79}" dt="2023-03-21T02:09:59.881" v="116" actId="47"/>
        <pc:sldMkLst>
          <pc:docMk/>
          <pc:sldMk cId="2172804706" sldId="267"/>
        </pc:sldMkLst>
        <pc:spChg chg="mod">
          <ac:chgData name="LEUNG Nicole" userId="8ed04819-1a1c-42ab-ae09-44d42575f3a6" providerId="ADAL" clId="{46AED7F8-18BE-4C7E-B9AC-F4C2CA2D1D79}" dt="2023-03-20T09:35:59.790" v="33" actId="1076"/>
          <ac:spMkLst>
            <pc:docMk/>
            <pc:sldMk cId="2172804706" sldId="267"/>
            <ac:spMk id="10" creationId="{FF0B31A4-D45C-4380-81C8-B123342A71E6}"/>
          </ac:spMkLst>
        </pc:spChg>
        <pc:spChg chg="del">
          <ac:chgData name="LEUNG Nicole" userId="8ed04819-1a1c-42ab-ae09-44d42575f3a6" providerId="ADAL" clId="{46AED7F8-18BE-4C7E-B9AC-F4C2CA2D1D79}" dt="2023-03-21T02:08:57.242" v="97" actId="478"/>
          <ac:spMkLst>
            <pc:docMk/>
            <pc:sldMk cId="2172804706" sldId="267"/>
            <ac:spMk id="14" creationId="{843880E1-89C4-441D-B393-B5D6DE0B89CD}"/>
          </ac:spMkLst>
        </pc:spChg>
        <pc:spChg chg="del mod">
          <ac:chgData name="LEUNG Nicole" userId="8ed04819-1a1c-42ab-ae09-44d42575f3a6" providerId="ADAL" clId="{46AED7F8-18BE-4C7E-B9AC-F4C2CA2D1D79}" dt="2023-03-21T02:08:54.347" v="96" actId="478"/>
          <ac:spMkLst>
            <pc:docMk/>
            <pc:sldMk cId="2172804706" sldId="267"/>
            <ac:spMk id="15" creationId="{DC29577F-9EF3-473A-AB68-7EF04F3E99D0}"/>
          </ac:spMkLst>
        </pc:spChg>
      </pc:sldChg>
      <pc:sldChg chg="addSp delSp modSp mod ord">
        <pc:chgData name="LEUNG Nicole" userId="8ed04819-1a1c-42ab-ae09-44d42575f3a6" providerId="ADAL" clId="{46AED7F8-18BE-4C7E-B9AC-F4C2CA2D1D79}" dt="2023-03-23T09:16:58.081" v="2632" actId="1076"/>
        <pc:sldMkLst>
          <pc:docMk/>
          <pc:sldMk cId="3223329462" sldId="269"/>
        </pc:sldMkLst>
        <pc:spChg chg="mod">
          <ac:chgData name="LEUNG Nicole" userId="8ed04819-1a1c-42ab-ae09-44d42575f3a6" providerId="ADAL" clId="{46AED7F8-18BE-4C7E-B9AC-F4C2CA2D1D79}" dt="2023-03-21T02:08:46.567" v="94" actId="20577"/>
          <ac:spMkLst>
            <pc:docMk/>
            <pc:sldMk cId="3223329462" sldId="269"/>
            <ac:spMk id="3" creationId="{0722FC5A-B29F-4C58-940E-4D925D707B51}"/>
          </ac:spMkLst>
        </pc:spChg>
        <pc:picChg chg="add mod">
          <ac:chgData name="LEUNG Nicole" userId="8ed04819-1a1c-42ab-ae09-44d42575f3a6" providerId="ADAL" clId="{46AED7F8-18BE-4C7E-B9AC-F4C2CA2D1D79}" dt="2023-03-23T09:16:51.711" v="2629" actId="1076"/>
          <ac:picMkLst>
            <pc:docMk/>
            <pc:sldMk cId="3223329462" sldId="269"/>
            <ac:picMk id="4" creationId="{70FCB9BE-470B-4C5A-AFC1-D994A3D784C5}"/>
          </ac:picMkLst>
        </pc:picChg>
        <pc:picChg chg="add del mod">
          <ac:chgData name="LEUNG Nicole" userId="8ed04819-1a1c-42ab-ae09-44d42575f3a6" providerId="ADAL" clId="{46AED7F8-18BE-4C7E-B9AC-F4C2CA2D1D79}" dt="2023-03-23T09:16:48.572" v="2627" actId="478"/>
          <ac:picMkLst>
            <pc:docMk/>
            <pc:sldMk cId="3223329462" sldId="269"/>
            <ac:picMk id="7" creationId="{D66CB167-B112-4E89-BAB7-163DA0F37A7A}"/>
          </ac:picMkLst>
        </pc:picChg>
        <pc:picChg chg="del">
          <ac:chgData name="LEUNG Nicole" userId="8ed04819-1a1c-42ab-ae09-44d42575f3a6" providerId="ADAL" clId="{46AED7F8-18BE-4C7E-B9AC-F4C2CA2D1D79}" dt="2023-03-22T09:58:43.484" v="2607" actId="478"/>
          <ac:picMkLst>
            <pc:docMk/>
            <pc:sldMk cId="3223329462" sldId="269"/>
            <ac:picMk id="8" creationId="{4EAB1F09-034D-4FBE-B9A1-EEE1406402AA}"/>
          </ac:picMkLst>
        </pc:picChg>
        <pc:picChg chg="add del mod">
          <ac:chgData name="LEUNG Nicole" userId="8ed04819-1a1c-42ab-ae09-44d42575f3a6" providerId="ADAL" clId="{46AED7F8-18BE-4C7E-B9AC-F4C2CA2D1D79}" dt="2023-03-23T09:16:55.105" v="2630" actId="478"/>
          <ac:picMkLst>
            <pc:docMk/>
            <pc:sldMk cId="3223329462" sldId="269"/>
            <ac:picMk id="9" creationId="{13DB1E8F-388B-4BC3-B1B9-406DD9E46839}"/>
          </ac:picMkLst>
        </pc:picChg>
        <pc:picChg chg="del">
          <ac:chgData name="LEUNG Nicole" userId="8ed04819-1a1c-42ab-ae09-44d42575f3a6" providerId="ADAL" clId="{46AED7F8-18BE-4C7E-B9AC-F4C2CA2D1D79}" dt="2023-03-22T09:59:00.981" v="2613" actId="478"/>
          <ac:picMkLst>
            <pc:docMk/>
            <pc:sldMk cId="3223329462" sldId="269"/>
            <ac:picMk id="10" creationId="{8728F3A2-6B75-49D6-BC9B-800F3AE9B5FD}"/>
          </ac:picMkLst>
        </pc:picChg>
        <pc:picChg chg="add mod">
          <ac:chgData name="LEUNG Nicole" userId="8ed04819-1a1c-42ab-ae09-44d42575f3a6" providerId="ADAL" clId="{46AED7F8-18BE-4C7E-B9AC-F4C2CA2D1D79}" dt="2023-03-23T09:16:58.081" v="2632" actId="1076"/>
          <ac:picMkLst>
            <pc:docMk/>
            <pc:sldMk cId="3223329462" sldId="269"/>
            <ac:picMk id="11" creationId="{B0CBAF88-14CA-4CDA-B13C-777E7C833B62}"/>
          </ac:picMkLst>
        </pc:picChg>
      </pc:sldChg>
      <pc:sldChg chg="addSp modSp mod">
        <pc:chgData name="LEUNG Nicole" userId="8ed04819-1a1c-42ab-ae09-44d42575f3a6" providerId="ADAL" clId="{46AED7F8-18BE-4C7E-B9AC-F4C2CA2D1D79}" dt="2023-03-28T17:51:28.272" v="3443" actId="1076"/>
        <pc:sldMkLst>
          <pc:docMk/>
          <pc:sldMk cId="148509534" sldId="271"/>
        </pc:sldMkLst>
        <pc:spChg chg="add mod">
          <ac:chgData name="LEUNG Nicole" userId="8ed04819-1a1c-42ab-ae09-44d42575f3a6" providerId="ADAL" clId="{46AED7F8-18BE-4C7E-B9AC-F4C2CA2D1D79}" dt="2023-03-23T10:21:06.494" v="2740" actId="20577"/>
          <ac:spMkLst>
            <pc:docMk/>
            <pc:sldMk cId="148509534" sldId="271"/>
            <ac:spMk id="3" creationId="{134FAAA6-14F0-4BE8-8AB8-3516A7979DCB}"/>
          </ac:spMkLst>
        </pc:spChg>
        <pc:spChg chg="mod">
          <ac:chgData name="LEUNG Nicole" userId="8ed04819-1a1c-42ab-ae09-44d42575f3a6" providerId="ADAL" clId="{46AED7F8-18BE-4C7E-B9AC-F4C2CA2D1D79}" dt="2023-03-28T17:51:28.272" v="3443" actId="1076"/>
          <ac:spMkLst>
            <pc:docMk/>
            <pc:sldMk cId="148509534" sldId="271"/>
            <ac:spMk id="4" creationId="{8E3D1676-23E6-4E72-B18A-7D13DBAD6907}"/>
          </ac:spMkLst>
        </pc:spChg>
        <pc:spChg chg="mod">
          <ac:chgData name="LEUNG Nicole" userId="8ed04819-1a1c-42ab-ae09-44d42575f3a6" providerId="ADAL" clId="{46AED7F8-18BE-4C7E-B9AC-F4C2CA2D1D79}" dt="2023-03-27T03:15:53.493" v="3262" actId="20577"/>
          <ac:spMkLst>
            <pc:docMk/>
            <pc:sldMk cId="148509534" sldId="271"/>
            <ac:spMk id="10" creationId="{6FDF8BAA-5517-44E5-A349-459CB9334C39}"/>
          </ac:spMkLst>
        </pc:spChg>
        <pc:picChg chg="mod">
          <ac:chgData name="LEUNG Nicole" userId="8ed04819-1a1c-42ab-ae09-44d42575f3a6" providerId="ADAL" clId="{46AED7F8-18BE-4C7E-B9AC-F4C2CA2D1D79}" dt="2023-03-22T07:18:18.975" v="2218" actId="1076"/>
          <ac:picMkLst>
            <pc:docMk/>
            <pc:sldMk cId="148509534" sldId="271"/>
            <ac:picMk id="9" creationId="{3DA9B211-5337-4408-8A2D-37760443C69D}"/>
          </ac:picMkLst>
        </pc:picChg>
      </pc:sldChg>
      <pc:sldChg chg="del">
        <pc:chgData name="LEUNG Nicole" userId="8ed04819-1a1c-42ab-ae09-44d42575f3a6" providerId="ADAL" clId="{46AED7F8-18BE-4C7E-B9AC-F4C2CA2D1D79}" dt="2023-03-21T02:09:16.470" v="98" actId="47"/>
        <pc:sldMkLst>
          <pc:docMk/>
          <pc:sldMk cId="689417263" sldId="272"/>
        </pc:sldMkLst>
      </pc:sldChg>
      <pc:sldChg chg="modSp del mod">
        <pc:chgData name="LEUNG Nicole" userId="8ed04819-1a1c-42ab-ae09-44d42575f3a6" providerId="ADAL" clId="{46AED7F8-18BE-4C7E-B9AC-F4C2CA2D1D79}" dt="2023-03-21T02:11:10.125" v="121" actId="47"/>
        <pc:sldMkLst>
          <pc:docMk/>
          <pc:sldMk cId="689417263" sldId="273"/>
        </pc:sldMkLst>
        <pc:spChg chg="mod">
          <ac:chgData name="LEUNG Nicole" userId="8ed04819-1a1c-42ab-ae09-44d42575f3a6" providerId="ADAL" clId="{46AED7F8-18BE-4C7E-B9AC-F4C2CA2D1D79}" dt="2023-03-21T02:10:15.165" v="118" actId="1076"/>
          <ac:spMkLst>
            <pc:docMk/>
            <pc:sldMk cId="689417263" sldId="273"/>
            <ac:spMk id="18" creationId="{777FEA76-3A62-4884-92A7-4E415DE0B425}"/>
          </ac:spMkLst>
        </pc:spChg>
      </pc:sldChg>
      <pc:sldChg chg="del">
        <pc:chgData name="LEUNG Nicole" userId="8ed04819-1a1c-42ab-ae09-44d42575f3a6" providerId="ADAL" clId="{46AED7F8-18BE-4C7E-B9AC-F4C2CA2D1D79}" dt="2023-03-20T09:33:51.319" v="0" actId="47"/>
        <pc:sldMkLst>
          <pc:docMk/>
          <pc:sldMk cId="4289746519" sldId="274"/>
        </pc:sldMkLst>
      </pc:sldChg>
      <pc:sldChg chg="addSp delSp modSp mod">
        <pc:chgData name="LEUNG Nicole" userId="8ed04819-1a1c-42ab-ae09-44d42575f3a6" providerId="ADAL" clId="{46AED7F8-18BE-4C7E-B9AC-F4C2CA2D1D79}" dt="2023-03-24T10:30:57.073" v="3219" actId="14100"/>
        <pc:sldMkLst>
          <pc:docMk/>
          <pc:sldMk cId="3717067589" sldId="275"/>
        </pc:sldMkLst>
        <pc:spChg chg="mod">
          <ac:chgData name="LEUNG Nicole" userId="8ed04819-1a1c-42ab-ae09-44d42575f3a6" providerId="ADAL" clId="{46AED7F8-18BE-4C7E-B9AC-F4C2CA2D1D79}" dt="2023-03-24T09:36:24.721" v="2840" actId="14100"/>
          <ac:spMkLst>
            <pc:docMk/>
            <pc:sldMk cId="3717067589" sldId="275"/>
            <ac:spMk id="2" creationId="{50913557-26C6-4DE5-8056-31DE97D97CC8}"/>
          </ac:spMkLst>
        </pc:spChg>
        <pc:spChg chg="add mod">
          <ac:chgData name="LEUNG Nicole" userId="8ed04819-1a1c-42ab-ae09-44d42575f3a6" providerId="ADAL" clId="{46AED7F8-18BE-4C7E-B9AC-F4C2CA2D1D79}" dt="2023-03-22T07:45:32.015" v="2268" actId="20577"/>
          <ac:spMkLst>
            <pc:docMk/>
            <pc:sldMk cId="3717067589" sldId="275"/>
            <ac:spMk id="3" creationId="{33D7F15E-045B-4D7A-B4FB-C49D27CAAB81}"/>
          </ac:spMkLst>
        </pc:spChg>
        <pc:spChg chg="add del mod">
          <ac:chgData name="LEUNG Nicole" userId="8ed04819-1a1c-42ab-ae09-44d42575f3a6" providerId="ADAL" clId="{46AED7F8-18BE-4C7E-B9AC-F4C2CA2D1D79}" dt="2023-03-23T09:33:50.813" v="2733"/>
          <ac:spMkLst>
            <pc:docMk/>
            <pc:sldMk cId="3717067589" sldId="275"/>
            <ac:spMk id="6" creationId="{D43D46B1-30BE-4A29-A995-A46914A0400B}"/>
          </ac:spMkLst>
        </pc:spChg>
        <pc:spChg chg="add del mod">
          <ac:chgData name="LEUNG Nicole" userId="8ed04819-1a1c-42ab-ae09-44d42575f3a6" providerId="ADAL" clId="{46AED7F8-18BE-4C7E-B9AC-F4C2CA2D1D79}" dt="2023-03-24T03:35:08.515" v="2771" actId="478"/>
          <ac:spMkLst>
            <pc:docMk/>
            <pc:sldMk cId="3717067589" sldId="275"/>
            <ac:spMk id="8" creationId="{C78EB763-545F-4277-9073-990366E1E4D9}"/>
          </ac:spMkLst>
        </pc:spChg>
        <pc:spChg chg="mod">
          <ac:chgData name="LEUNG Nicole" userId="8ed04819-1a1c-42ab-ae09-44d42575f3a6" providerId="ADAL" clId="{46AED7F8-18BE-4C7E-B9AC-F4C2CA2D1D79}" dt="2023-03-24T10:30:50.623" v="3218" actId="20577"/>
          <ac:spMkLst>
            <pc:docMk/>
            <pc:sldMk cId="3717067589" sldId="275"/>
            <ac:spMk id="9" creationId="{AD07311F-AE2E-43BA-A80E-67FB67398EEF}"/>
          </ac:spMkLst>
        </pc:spChg>
        <pc:picChg chg="mod">
          <ac:chgData name="LEUNG Nicole" userId="8ed04819-1a1c-42ab-ae09-44d42575f3a6" providerId="ADAL" clId="{46AED7F8-18BE-4C7E-B9AC-F4C2CA2D1D79}" dt="2023-03-22T09:35:48.967" v="2437" actId="14100"/>
          <ac:picMkLst>
            <pc:docMk/>
            <pc:sldMk cId="3717067589" sldId="275"/>
            <ac:picMk id="4" creationId="{B67DCFD8-EE9F-412D-95FA-C460B28FF81D}"/>
          </ac:picMkLst>
        </pc:picChg>
        <pc:picChg chg="mod">
          <ac:chgData name="LEUNG Nicole" userId="8ed04819-1a1c-42ab-ae09-44d42575f3a6" providerId="ADAL" clId="{46AED7F8-18BE-4C7E-B9AC-F4C2CA2D1D79}" dt="2023-03-23T09:30:10.752" v="2705" actId="1076"/>
          <ac:picMkLst>
            <pc:docMk/>
            <pc:sldMk cId="3717067589" sldId="275"/>
            <ac:picMk id="5" creationId="{5C625D91-5548-47C6-A3B0-00336E786440}"/>
          </ac:picMkLst>
        </pc:picChg>
        <pc:picChg chg="del">
          <ac:chgData name="LEUNG Nicole" userId="8ed04819-1a1c-42ab-ae09-44d42575f3a6" providerId="ADAL" clId="{46AED7F8-18BE-4C7E-B9AC-F4C2CA2D1D79}" dt="2023-03-24T03:34:59.924" v="2767" actId="478"/>
          <ac:picMkLst>
            <pc:docMk/>
            <pc:sldMk cId="3717067589" sldId="275"/>
            <ac:picMk id="7" creationId="{AE40A6C8-D29D-4AAC-93E8-1762C83FF2C6}"/>
          </ac:picMkLst>
        </pc:picChg>
        <pc:picChg chg="add mod">
          <ac:chgData name="LEUNG Nicole" userId="8ed04819-1a1c-42ab-ae09-44d42575f3a6" providerId="ADAL" clId="{46AED7F8-18BE-4C7E-B9AC-F4C2CA2D1D79}" dt="2023-03-24T10:30:57.073" v="3219" actId="14100"/>
          <ac:picMkLst>
            <pc:docMk/>
            <pc:sldMk cId="3717067589" sldId="275"/>
            <ac:picMk id="11" creationId="{FD9D06BD-044B-4F71-B6BC-14D3B2D8920C}"/>
          </ac:picMkLst>
        </pc:picChg>
      </pc:sldChg>
      <pc:sldChg chg="modSp mod">
        <pc:chgData name="LEUNG Nicole" userId="8ed04819-1a1c-42ab-ae09-44d42575f3a6" providerId="ADAL" clId="{46AED7F8-18BE-4C7E-B9AC-F4C2CA2D1D79}" dt="2023-03-21T02:25:45.474" v="721" actId="20577"/>
        <pc:sldMkLst>
          <pc:docMk/>
          <pc:sldMk cId="2242469584" sldId="276"/>
        </pc:sldMkLst>
        <pc:spChg chg="mod">
          <ac:chgData name="LEUNG Nicole" userId="8ed04819-1a1c-42ab-ae09-44d42575f3a6" providerId="ADAL" clId="{46AED7F8-18BE-4C7E-B9AC-F4C2CA2D1D79}" dt="2023-03-21T02:25:45.474" v="721" actId="20577"/>
          <ac:spMkLst>
            <pc:docMk/>
            <pc:sldMk cId="2242469584" sldId="276"/>
            <ac:spMk id="2" creationId="{BB99FB79-BD8B-40B3-9C9A-C89EF3809370}"/>
          </ac:spMkLst>
        </pc:spChg>
        <pc:picChg chg="mod">
          <ac:chgData name="LEUNG Nicole" userId="8ed04819-1a1c-42ab-ae09-44d42575f3a6" providerId="ADAL" clId="{46AED7F8-18BE-4C7E-B9AC-F4C2CA2D1D79}" dt="2023-03-21T02:24:28.358" v="666" actId="1076"/>
          <ac:picMkLst>
            <pc:docMk/>
            <pc:sldMk cId="2242469584" sldId="276"/>
            <ac:picMk id="4" creationId="{52188A1D-31D7-4244-B882-F33431080577}"/>
          </ac:picMkLst>
        </pc:picChg>
      </pc:sldChg>
      <pc:sldChg chg="del">
        <pc:chgData name="LEUNG Nicole" userId="8ed04819-1a1c-42ab-ae09-44d42575f3a6" providerId="ADAL" clId="{46AED7F8-18BE-4C7E-B9AC-F4C2CA2D1D79}" dt="2023-03-21T02:11:08.420" v="120" actId="47"/>
        <pc:sldMkLst>
          <pc:docMk/>
          <pc:sldMk cId="1139370413" sldId="277"/>
        </pc:sldMkLst>
      </pc:sldChg>
      <pc:sldChg chg="del">
        <pc:chgData name="LEUNG Nicole" userId="8ed04819-1a1c-42ab-ae09-44d42575f3a6" providerId="ADAL" clId="{46AED7F8-18BE-4C7E-B9AC-F4C2CA2D1D79}" dt="2023-03-22T07:06:50.411" v="2206" actId="2696"/>
        <pc:sldMkLst>
          <pc:docMk/>
          <pc:sldMk cId="1173804814" sldId="279"/>
        </pc:sldMkLst>
      </pc:sldChg>
      <pc:sldChg chg="modSp del mod">
        <pc:chgData name="LEUNG Nicole" userId="8ed04819-1a1c-42ab-ae09-44d42575f3a6" providerId="ADAL" clId="{46AED7F8-18BE-4C7E-B9AC-F4C2CA2D1D79}" dt="2023-03-22T07:06:59.729" v="2209" actId="2696"/>
        <pc:sldMkLst>
          <pc:docMk/>
          <pc:sldMk cId="3426910520" sldId="280"/>
        </pc:sldMkLst>
        <pc:spChg chg="mod">
          <ac:chgData name="LEUNG Nicole" userId="8ed04819-1a1c-42ab-ae09-44d42575f3a6" providerId="ADAL" clId="{46AED7F8-18BE-4C7E-B9AC-F4C2CA2D1D79}" dt="2023-03-21T02:14:23.252" v="241" actId="20577"/>
          <ac:spMkLst>
            <pc:docMk/>
            <pc:sldMk cId="3426910520" sldId="280"/>
            <ac:spMk id="2" creationId="{37702A86-600A-4100-A556-60DB9834732A}"/>
          </ac:spMkLst>
        </pc:spChg>
        <pc:spChg chg="mod">
          <ac:chgData name="LEUNG Nicole" userId="8ed04819-1a1c-42ab-ae09-44d42575f3a6" providerId="ADAL" clId="{46AED7F8-18BE-4C7E-B9AC-F4C2CA2D1D79}" dt="2023-03-21T02:15:14.678" v="319" actId="20577"/>
          <ac:spMkLst>
            <pc:docMk/>
            <pc:sldMk cId="3426910520" sldId="280"/>
            <ac:spMk id="3" creationId="{9A6BB529-0666-4400-9FE6-534F0544F88F}"/>
          </ac:spMkLst>
        </pc:spChg>
      </pc:sldChg>
      <pc:sldChg chg="modSp mod">
        <pc:chgData name="LEUNG Nicole" userId="8ed04819-1a1c-42ab-ae09-44d42575f3a6" providerId="ADAL" clId="{46AED7F8-18BE-4C7E-B9AC-F4C2CA2D1D79}" dt="2023-03-24T10:31:20.194" v="3220" actId="14100"/>
        <pc:sldMkLst>
          <pc:docMk/>
          <pc:sldMk cId="2849692965" sldId="281"/>
        </pc:sldMkLst>
        <pc:picChg chg="mod">
          <ac:chgData name="LEUNG Nicole" userId="8ed04819-1a1c-42ab-ae09-44d42575f3a6" providerId="ADAL" clId="{46AED7F8-18BE-4C7E-B9AC-F4C2CA2D1D79}" dt="2023-03-24T10:31:20.194" v="3220" actId="14100"/>
          <ac:picMkLst>
            <pc:docMk/>
            <pc:sldMk cId="2849692965" sldId="281"/>
            <ac:picMk id="4" creationId="{7239D268-D566-4448-A0B5-C4223FAAE021}"/>
          </ac:picMkLst>
        </pc:picChg>
        <pc:picChg chg="mod">
          <ac:chgData name="LEUNG Nicole" userId="8ed04819-1a1c-42ab-ae09-44d42575f3a6" providerId="ADAL" clId="{46AED7F8-18BE-4C7E-B9AC-F4C2CA2D1D79}" dt="2023-03-21T02:23:52.119" v="660" actId="1076"/>
          <ac:picMkLst>
            <pc:docMk/>
            <pc:sldMk cId="2849692965" sldId="281"/>
            <ac:picMk id="5" creationId="{80A5A896-78E0-4FB9-8FCB-AEBA436DB3C4}"/>
          </ac:picMkLst>
        </pc:picChg>
      </pc:sldChg>
      <pc:sldChg chg="addSp delSp modSp mod setBg">
        <pc:chgData name="LEUNG Nicole" userId="8ed04819-1a1c-42ab-ae09-44d42575f3a6" providerId="ADAL" clId="{46AED7F8-18BE-4C7E-B9AC-F4C2CA2D1D79}" dt="2023-03-27T08:52:07.705" v="3388" actId="1076"/>
        <pc:sldMkLst>
          <pc:docMk/>
          <pc:sldMk cId="4159790325" sldId="283"/>
        </pc:sldMkLst>
        <pc:spChg chg="mod">
          <ac:chgData name="LEUNG Nicole" userId="8ed04819-1a1c-42ab-ae09-44d42575f3a6" providerId="ADAL" clId="{46AED7F8-18BE-4C7E-B9AC-F4C2CA2D1D79}" dt="2023-03-22T09:54:36.137" v="2479" actId="26606"/>
          <ac:spMkLst>
            <pc:docMk/>
            <pc:sldMk cId="4159790325" sldId="283"/>
            <ac:spMk id="2" creationId="{AED9B812-38EB-43A9-861B-E84234C0DD61}"/>
          </ac:spMkLst>
        </pc:spChg>
        <pc:spChg chg="mod">
          <ac:chgData name="LEUNG Nicole" userId="8ed04819-1a1c-42ab-ae09-44d42575f3a6" providerId="ADAL" clId="{46AED7F8-18BE-4C7E-B9AC-F4C2CA2D1D79}" dt="2023-03-22T09:54:36.137" v="2479" actId="26606"/>
          <ac:spMkLst>
            <pc:docMk/>
            <pc:sldMk cId="4159790325" sldId="283"/>
            <ac:spMk id="3" creationId="{6094BA60-024E-4F66-AC74-E5CC6ADC6BE8}"/>
          </ac:spMkLst>
        </pc:spChg>
        <pc:spChg chg="add del mod">
          <ac:chgData name="LEUNG Nicole" userId="8ed04819-1a1c-42ab-ae09-44d42575f3a6" providerId="ADAL" clId="{46AED7F8-18BE-4C7E-B9AC-F4C2CA2D1D79}" dt="2023-03-24T03:41:57.202" v="2776" actId="478"/>
          <ac:spMkLst>
            <pc:docMk/>
            <pc:sldMk cId="4159790325" sldId="283"/>
            <ac:spMk id="6" creationId="{8173C2E9-2205-4B3E-9D6E-814EBAA2E878}"/>
          </ac:spMkLst>
        </pc:spChg>
        <pc:spChg chg="add del mod">
          <ac:chgData name="LEUNG Nicole" userId="8ed04819-1a1c-42ab-ae09-44d42575f3a6" providerId="ADAL" clId="{46AED7F8-18BE-4C7E-B9AC-F4C2CA2D1D79}" dt="2023-03-24T03:59:51.725" v="2838" actId="478"/>
          <ac:spMkLst>
            <pc:docMk/>
            <pc:sldMk cId="4159790325" sldId="283"/>
            <ac:spMk id="9" creationId="{F23D2C2A-A09E-414D-BCBA-CD9238DC0E93}"/>
          </ac:spMkLst>
        </pc:spChg>
        <pc:spChg chg="add del">
          <ac:chgData name="LEUNG Nicole" userId="8ed04819-1a1c-42ab-ae09-44d42575f3a6" providerId="ADAL" clId="{46AED7F8-18BE-4C7E-B9AC-F4C2CA2D1D79}" dt="2023-03-22T09:54:36.137" v="2479" actId="26606"/>
          <ac:spMkLst>
            <pc:docMk/>
            <pc:sldMk cId="4159790325" sldId="283"/>
            <ac:spMk id="13" creationId="{8761DDFE-071F-4200-B0AA-394476C2D2D6}"/>
          </ac:spMkLst>
        </pc:spChg>
        <pc:picChg chg="add del mod">
          <ac:chgData name="LEUNG Nicole" userId="8ed04819-1a1c-42ab-ae09-44d42575f3a6" providerId="ADAL" clId="{46AED7F8-18BE-4C7E-B9AC-F4C2CA2D1D79}" dt="2023-03-27T08:52:03.263" v="3386" actId="478"/>
          <ac:picMkLst>
            <pc:docMk/>
            <pc:sldMk cId="4159790325" sldId="283"/>
            <ac:picMk id="5" creationId="{3062CA2E-5E35-45C3-A270-4238BB09F41B}"/>
          </ac:picMkLst>
        </pc:picChg>
        <pc:picChg chg="add mod">
          <ac:chgData name="LEUNG Nicole" userId="8ed04819-1a1c-42ab-ae09-44d42575f3a6" providerId="ADAL" clId="{46AED7F8-18BE-4C7E-B9AC-F4C2CA2D1D79}" dt="2023-03-27T08:52:07.705" v="3388" actId="1076"/>
          <ac:picMkLst>
            <pc:docMk/>
            <pc:sldMk cId="4159790325" sldId="283"/>
            <ac:picMk id="6" creationId="{FA529496-14EB-4AE3-8F03-54BE3BBA74A6}"/>
          </ac:picMkLst>
        </pc:picChg>
        <pc:picChg chg="add mod">
          <ac:chgData name="LEUNG Nicole" userId="8ed04819-1a1c-42ab-ae09-44d42575f3a6" providerId="ADAL" clId="{46AED7F8-18BE-4C7E-B9AC-F4C2CA2D1D79}" dt="2023-03-24T03:42:38.274" v="2778" actId="14100"/>
          <ac:picMkLst>
            <pc:docMk/>
            <pc:sldMk cId="4159790325" sldId="283"/>
            <ac:picMk id="7" creationId="{30EB559E-CB5D-4B80-B48B-54A453329AA2}"/>
          </ac:picMkLst>
        </pc:picChg>
        <pc:picChg chg="del mod ord">
          <ac:chgData name="LEUNG Nicole" userId="8ed04819-1a1c-42ab-ae09-44d42575f3a6" providerId="ADAL" clId="{46AED7F8-18BE-4C7E-B9AC-F4C2CA2D1D79}" dt="2023-03-24T03:41:50.967" v="2772" actId="478"/>
          <ac:picMkLst>
            <pc:docMk/>
            <pc:sldMk cId="4159790325" sldId="283"/>
            <ac:picMk id="8" creationId="{0EB9A571-C79B-404A-B530-1AEBE84475F6}"/>
          </ac:picMkLst>
        </pc:picChg>
        <pc:picChg chg="del mod">
          <ac:chgData name="LEUNG Nicole" userId="8ed04819-1a1c-42ab-ae09-44d42575f3a6" providerId="ADAL" clId="{46AED7F8-18BE-4C7E-B9AC-F4C2CA2D1D79}" dt="2023-03-22T09:54:24.967" v="2470" actId="478"/>
          <ac:picMkLst>
            <pc:docMk/>
            <pc:sldMk cId="4159790325" sldId="283"/>
            <ac:picMk id="9" creationId="{F26DD8D8-9976-4726-9BE3-41B1321FE1C1}"/>
          </ac:picMkLst>
        </pc:picChg>
      </pc:sldChg>
      <pc:sldChg chg="del">
        <pc:chgData name="LEUNG Nicole" userId="8ed04819-1a1c-42ab-ae09-44d42575f3a6" providerId="ADAL" clId="{46AED7F8-18BE-4C7E-B9AC-F4C2CA2D1D79}" dt="2023-03-21T02:11:05.469" v="119" actId="47"/>
        <pc:sldMkLst>
          <pc:docMk/>
          <pc:sldMk cId="3394698022" sldId="284"/>
        </pc:sldMkLst>
      </pc:sldChg>
      <pc:sldChg chg="addSp delSp modSp mod">
        <pc:chgData name="LEUNG Nicole" userId="8ed04819-1a1c-42ab-ae09-44d42575f3a6" providerId="ADAL" clId="{46AED7F8-18BE-4C7E-B9AC-F4C2CA2D1D79}" dt="2023-03-24T10:31:52.681" v="3235" actId="20577"/>
        <pc:sldMkLst>
          <pc:docMk/>
          <pc:sldMk cId="1739127976" sldId="285"/>
        </pc:sldMkLst>
        <pc:spChg chg="mod">
          <ac:chgData name="LEUNG Nicole" userId="8ed04819-1a1c-42ab-ae09-44d42575f3a6" providerId="ADAL" clId="{46AED7F8-18BE-4C7E-B9AC-F4C2CA2D1D79}" dt="2023-03-22T03:17:20.433" v="1254" actId="20577"/>
          <ac:spMkLst>
            <pc:docMk/>
            <pc:sldMk cId="1739127976" sldId="285"/>
            <ac:spMk id="2" creationId="{B1748EFC-037C-4D62-BA8D-09FD14A862CD}"/>
          </ac:spMkLst>
        </pc:spChg>
        <pc:spChg chg="mod">
          <ac:chgData name="LEUNG Nicole" userId="8ed04819-1a1c-42ab-ae09-44d42575f3a6" providerId="ADAL" clId="{46AED7F8-18BE-4C7E-B9AC-F4C2CA2D1D79}" dt="2023-03-24T10:31:52.681" v="3235" actId="20577"/>
          <ac:spMkLst>
            <pc:docMk/>
            <pc:sldMk cId="1739127976" sldId="285"/>
            <ac:spMk id="3" creationId="{E1D53481-D0F7-4989-AE93-2EC86E926AEF}"/>
          </ac:spMkLst>
        </pc:spChg>
        <pc:picChg chg="add mod">
          <ac:chgData name="LEUNG Nicole" userId="8ed04819-1a1c-42ab-ae09-44d42575f3a6" providerId="ADAL" clId="{46AED7F8-18BE-4C7E-B9AC-F4C2CA2D1D79}" dt="2023-03-23T09:19:47.505" v="2654" actId="1076"/>
          <ac:picMkLst>
            <pc:docMk/>
            <pc:sldMk cId="1739127976" sldId="285"/>
            <ac:picMk id="5" creationId="{84B89F66-48E2-4291-B991-55E17AF995D8}"/>
          </ac:picMkLst>
        </pc:picChg>
        <pc:picChg chg="del">
          <ac:chgData name="LEUNG Nicole" userId="8ed04819-1a1c-42ab-ae09-44d42575f3a6" providerId="ADAL" clId="{46AED7F8-18BE-4C7E-B9AC-F4C2CA2D1D79}" dt="2023-03-22T03:32:08.828" v="1255" actId="478"/>
          <ac:picMkLst>
            <pc:docMk/>
            <pc:sldMk cId="1739127976" sldId="285"/>
            <ac:picMk id="5" creationId="{BA50BCDC-823C-4383-96A6-D171EE293D0F}"/>
          </ac:picMkLst>
        </pc:picChg>
        <pc:picChg chg="add del mod">
          <ac:chgData name="LEUNG Nicole" userId="8ed04819-1a1c-42ab-ae09-44d42575f3a6" providerId="ADAL" clId="{46AED7F8-18BE-4C7E-B9AC-F4C2CA2D1D79}" dt="2023-03-23T09:19:44.580" v="2652" actId="478"/>
          <ac:picMkLst>
            <pc:docMk/>
            <pc:sldMk cId="1739127976" sldId="285"/>
            <ac:picMk id="6" creationId="{F99A1DBB-DB58-458F-976F-F8E8D9474BB6}"/>
          </ac:picMkLst>
        </pc:picChg>
        <pc:picChg chg="del">
          <ac:chgData name="LEUNG Nicole" userId="8ed04819-1a1c-42ab-ae09-44d42575f3a6" providerId="ADAL" clId="{46AED7F8-18BE-4C7E-B9AC-F4C2CA2D1D79}" dt="2023-03-22T03:33:31.448" v="1258" actId="478"/>
          <ac:picMkLst>
            <pc:docMk/>
            <pc:sldMk cId="1739127976" sldId="285"/>
            <ac:picMk id="7" creationId="{720C46F9-6FA2-490F-902F-209B26BFE1BB}"/>
          </ac:picMkLst>
        </pc:picChg>
        <pc:picChg chg="add mod">
          <ac:chgData name="LEUNG Nicole" userId="8ed04819-1a1c-42ab-ae09-44d42575f3a6" providerId="ADAL" clId="{46AED7F8-18BE-4C7E-B9AC-F4C2CA2D1D79}" dt="2023-03-23T09:20:04.053" v="2657" actId="1076"/>
          <ac:picMkLst>
            <pc:docMk/>
            <pc:sldMk cId="1739127976" sldId="285"/>
            <ac:picMk id="8" creationId="{8346D190-0508-44DF-B71A-4892DE43BF64}"/>
          </ac:picMkLst>
        </pc:picChg>
        <pc:picChg chg="add del mod">
          <ac:chgData name="LEUNG Nicole" userId="8ed04819-1a1c-42ab-ae09-44d42575f3a6" providerId="ADAL" clId="{46AED7F8-18BE-4C7E-B9AC-F4C2CA2D1D79}" dt="2023-03-23T09:20:00.918" v="2655" actId="478"/>
          <ac:picMkLst>
            <pc:docMk/>
            <pc:sldMk cId="1739127976" sldId="285"/>
            <ac:picMk id="9" creationId="{08390D6F-CDAB-4CB4-A655-65C9976FCC8A}"/>
          </ac:picMkLst>
        </pc:picChg>
      </pc:sldChg>
      <pc:sldChg chg="delSp modSp mod">
        <pc:chgData name="LEUNG Nicole" userId="8ed04819-1a1c-42ab-ae09-44d42575f3a6" providerId="ADAL" clId="{46AED7F8-18BE-4C7E-B9AC-F4C2CA2D1D79}" dt="2023-03-22T07:20:47.934" v="2220" actId="14734"/>
        <pc:sldMkLst>
          <pc:docMk/>
          <pc:sldMk cId="2244824" sldId="289"/>
        </pc:sldMkLst>
        <pc:spChg chg="del">
          <ac:chgData name="LEUNG Nicole" userId="8ed04819-1a1c-42ab-ae09-44d42575f3a6" providerId="ADAL" clId="{46AED7F8-18BE-4C7E-B9AC-F4C2CA2D1D79}" dt="2023-03-21T02:29:18.918" v="931" actId="478"/>
          <ac:spMkLst>
            <pc:docMk/>
            <pc:sldMk cId="2244824" sldId="289"/>
            <ac:spMk id="6" creationId="{2033B45C-581A-4A1D-A145-DD2275726760}"/>
          </ac:spMkLst>
        </pc:spChg>
        <pc:graphicFrameChg chg="modGraphic">
          <ac:chgData name="LEUNG Nicole" userId="8ed04819-1a1c-42ab-ae09-44d42575f3a6" providerId="ADAL" clId="{46AED7F8-18BE-4C7E-B9AC-F4C2CA2D1D79}" dt="2023-03-22T07:20:47.934" v="2220" actId="14734"/>
          <ac:graphicFrameMkLst>
            <pc:docMk/>
            <pc:sldMk cId="2244824" sldId="289"/>
            <ac:graphicFrameMk id="5" creationId="{896A0D97-381C-44E5-A277-977F62E1C1DE}"/>
          </ac:graphicFrameMkLst>
        </pc:graphicFrameChg>
      </pc:sldChg>
      <pc:sldChg chg="modSp mod">
        <pc:chgData name="LEUNG Nicole" userId="8ed04819-1a1c-42ab-ae09-44d42575f3a6" providerId="ADAL" clId="{46AED7F8-18BE-4C7E-B9AC-F4C2CA2D1D79}" dt="2023-03-24T10:00:38.636" v="2953" actId="1076"/>
        <pc:sldMkLst>
          <pc:docMk/>
          <pc:sldMk cId="2506668147" sldId="290"/>
        </pc:sldMkLst>
        <pc:spChg chg="mod">
          <ac:chgData name="LEUNG Nicole" userId="8ed04819-1a1c-42ab-ae09-44d42575f3a6" providerId="ADAL" clId="{46AED7F8-18BE-4C7E-B9AC-F4C2CA2D1D79}" dt="2023-03-22T02:42:03.989" v="1226" actId="14100"/>
          <ac:spMkLst>
            <pc:docMk/>
            <pc:sldMk cId="2506668147" sldId="290"/>
            <ac:spMk id="2" creationId="{EC523B02-5F95-4633-8AAA-EFDF6751F9AC}"/>
          </ac:spMkLst>
        </pc:spChg>
        <pc:picChg chg="mod">
          <ac:chgData name="LEUNG Nicole" userId="8ed04819-1a1c-42ab-ae09-44d42575f3a6" providerId="ADAL" clId="{46AED7F8-18BE-4C7E-B9AC-F4C2CA2D1D79}" dt="2023-03-24T10:00:38.636" v="2953" actId="1076"/>
          <ac:picMkLst>
            <pc:docMk/>
            <pc:sldMk cId="2506668147" sldId="290"/>
            <ac:picMk id="5" creationId="{31A9851F-C57C-4CA1-98C5-EB6157295172}"/>
          </ac:picMkLst>
        </pc:picChg>
        <pc:picChg chg="mod">
          <ac:chgData name="LEUNG Nicole" userId="8ed04819-1a1c-42ab-ae09-44d42575f3a6" providerId="ADAL" clId="{46AED7F8-18BE-4C7E-B9AC-F4C2CA2D1D79}" dt="2023-03-24T10:00:36.428" v="2952" actId="1076"/>
          <ac:picMkLst>
            <pc:docMk/>
            <pc:sldMk cId="2506668147" sldId="290"/>
            <ac:picMk id="8" creationId="{EC20F656-3AE7-4635-AF55-0272180D0E2A}"/>
          </ac:picMkLst>
        </pc:picChg>
      </pc:sldChg>
      <pc:sldChg chg="modSp add del mod ord">
        <pc:chgData name="LEUNG Nicole" userId="8ed04819-1a1c-42ab-ae09-44d42575f3a6" providerId="ADAL" clId="{46AED7F8-18BE-4C7E-B9AC-F4C2CA2D1D79}" dt="2023-03-20T09:38:30.509" v="40" actId="47"/>
        <pc:sldMkLst>
          <pc:docMk/>
          <pc:sldMk cId="2077699479" sldId="291"/>
        </pc:sldMkLst>
        <pc:spChg chg="mod">
          <ac:chgData name="LEUNG Nicole" userId="8ed04819-1a1c-42ab-ae09-44d42575f3a6" providerId="ADAL" clId="{46AED7F8-18BE-4C7E-B9AC-F4C2CA2D1D79}" dt="2023-03-20T09:38:06.304" v="37"/>
          <ac:spMkLst>
            <pc:docMk/>
            <pc:sldMk cId="2077699479" sldId="291"/>
            <ac:spMk id="10" creationId="{441E9043-238B-4820-A9B0-7E72A148164F}"/>
          </ac:spMkLst>
        </pc:spChg>
      </pc:sldChg>
      <pc:sldChg chg="addSp delSp modSp mod ord modShow">
        <pc:chgData name="LEUNG Nicole" userId="8ed04819-1a1c-42ab-ae09-44d42575f3a6" providerId="ADAL" clId="{46AED7F8-18BE-4C7E-B9AC-F4C2CA2D1D79}" dt="2023-03-23T09:16:41.746" v="2626" actId="1076"/>
        <pc:sldMkLst>
          <pc:docMk/>
          <pc:sldMk cId="1601178964" sldId="292"/>
        </pc:sldMkLst>
        <pc:spChg chg="del">
          <ac:chgData name="LEUNG Nicole" userId="8ed04819-1a1c-42ab-ae09-44d42575f3a6" providerId="ADAL" clId="{46AED7F8-18BE-4C7E-B9AC-F4C2CA2D1D79}" dt="2023-03-21T02:08:03.425" v="76" actId="478"/>
          <ac:spMkLst>
            <pc:docMk/>
            <pc:sldMk cId="1601178964" sldId="292"/>
            <ac:spMk id="5" creationId="{BA0CD18F-204C-4D36-8D38-C5663BAE40B6}"/>
          </ac:spMkLst>
        </pc:spChg>
        <pc:spChg chg="mod">
          <ac:chgData name="LEUNG Nicole" userId="8ed04819-1a1c-42ab-ae09-44d42575f3a6" providerId="ADAL" clId="{46AED7F8-18BE-4C7E-B9AC-F4C2CA2D1D79}" dt="2023-03-21T02:09:55.384" v="115" actId="20577"/>
          <ac:spMkLst>
            <pc:docMk/>
            <pc:sldMk cId="1601178964" sldId="292"/>
            <ac:spMk id="9" creationId="{32E72F45-88B7-48EF-8899-109509120516}"/>
          </ac:spMkLst>
        </pc:spChg>
        <pc:spChg chg="mod">
          <ac:chgData name="LEUNG Nicole" userId="8ed04819-1a1c-42ab-ae09-44d42575f3a6" providerId="ADAL" clId="{46AED7F8-18BE-4C7E-B9AC-F4C2CA2D1D79}" dt="2023-03-22T09:33:04.518" v="2433" actId="14100"/>
          <ac:spMkLst>
            <pc:docMk/>
            <pc:sldMk cId="1601178964" sldId="292"/>
            <ac:spMk id="15" creationId="{80001105-1374-432C-8FDD-D954D89771F9}"/>
          </ac:spMkLst>
        </pc:spChg>
        <pc:picChg chg="add del mod">
          <ac:chgData name="LEUNG Nicole" userId="8ed04819-1a1c-42ab-ae09-44d42575f3a6" providerId="ADAL" clId="{46AED7F8-18BE-4C7E-B9AC-F4C2CA2D1D79}" dt="2023-03-23T09:16:01.576" v="2618" actId="478"/>
          <ac:picMkLst>
            <pc:docMk/>
            <pc:sldMk cId="1601178964" sldId="292"/>
            <ac:picMk id="3" creationId="{FBFCF111-359A-440D-9574-83FB522B89CD}"/>
          </ac:picMkLst>
        </pc:picChg>
        <pc:picChg chg="add del mod">
          <ac:chgData name="LEUNG Nicole" userId="8ed04819-1a1c-42ab-ae09-44d42575f3a6" providerId="ADAL" clId="{46AED7F8-18BE-4C7E-B9AC-F4C2CA2D1D79}" dt="2023-03-23T09:16:38.435" v="2624" actId="478"/>
          <ac:picMkLst>
            <pc:docMk/>
            <pc:sldMk cId="1601178964" sldId="292"/>
            <ac:picMk id="5" creationId="{5796704A-51B9-4A2E-BFC6-861AE28D0DEC}"/>
          </ac:picMkLst>
        </pc:picChg>
        <pc:picChg chg="del">
          <ac:chgData name="LEUNG Nicole" userId="8ed04819-1a1c-42ab-ae09-44d42575f3a6" providerId="ADAL" clId="{46AED7F8-18BE-4C7E-B9AC-F4C2CA2D1D79}" dt="2023-03-22T09:57:37.133" v="2601" actId="478"/>
          <ac:picMkLst>
            <pc:docMk/>
            <pc:sldMk cId="1601178964" sldId="292"/>
            <ac:picMk id="7" creationId="{AD71860E-DDC4-4E21-AFE7-604F1F5C2148}"/>
          </ac:picMkLst>
        </pc:picChg>
        <pc:picChg chg="add mod">
          <ac:chgData name="LEUNG Nicole" userId="8ed04819-1a1c-42ab-ae09-44d42575f3a6" providerId="ADAL" clId="{46AED7F8-18BE-4C7E-B9AC-F4C2CA2D1D79}" dt="2023-03-23T09:16:04.731" v="2620" actId="1076"/>
          <ac:picMkLst>
            <pc:docMk/>
            <pc:sldMk cId="1601178964" sldId="292"/>
            <ac:picMk id="8" creationId="{77AD99B5-8F17-4373-90C1-4AFEE51401EC}"/>
          </ac:picMkLst>
        </pc:picChg>
        <pc:picChg chg="del">
          <ac:chgData name="LEUNG Nicole" userId="8ed04819-1a1c-42ab-ae09-44d42575f3a6" providerId="ADAL" clId="{46AED7F8-18BE-4C7E-B9AC-F4C2CA2D1D79}" dt="2023-03-22T09:57:54.954" v="2604" actId="478"/>
          <ac:picMkLst>
            <pc:docMk/>
            <pc:sldMk cId="1601178964" sldId="292"/>
            <ac:picMk id="10" creationId="{8728F3A2-6B75-49D6-BC9B-800F3AE9B5FD}"/>
          </ac:picMkLst>
        </pc:picChg>
        <pc:picChg chg="add mod">
          <ac:chgData name="LEUNG Nicole" userId="8ed04819-1a1c-42ab-ae09-44d42575f3a6" providerId="ADAL" clId="{46AED7F8-18BE-4C7E-B9AC-F4C2CA2D1D79}" dt="2023-03-23T09:16:41.746" v="2626" actId="1076"/>
          <ac:picMkLst>
            <pc:docMk/>
            <pc:sldMk cId="1601178964" sldId="292"/>
            <ac:picMk id="12" creationId="{A697BC1F-C270-4B22-A6C9-3DCDD4988815}"/>
          </ac:picMkLst>
        </pc:picChg>
      </pc:sldChg>
      <pc:sldChg chg="modSp mod">
        <pc:chgData name="LEUNG Nicole" userId="8ed04819-1a1c-42ab-ae09-44d42575f3a6" providerId="ADAL" clId="{46AED7F8-18BE-4C7E-B9AC-F4C2CA2D1D79}" dt="2023-03-21T02:37:27.404" v="1008" actId="14100"/>
        <pc:sldMkLst>
          <pc:docMk/>
          <pc:sldMk cId="2645904127" sldId="293"/>
        </pc:sldMkLst>
        <pc:spChg chg="mod">
          <ac:chgData name="LEUNG Nicole" userId="8ed04819-1a1c-42ab-ae09-44d42575f3a6" providerId="ADAL" clId="{46AED7F8-18BE-4C7E-B9AC-F4C2CA2D1D79}" dt="2023-03-21T02:30:48.433" v="1006" actId="20577"/>
          <ac:spMkLst>
            <pc:docMk/>
            <pc:sldMk cId="2645904127" sldId="293"/>
            <ac:spMk id="2" creationId="{EC523B02-5F95-4633-8AAA-EFDF6751F9AC}"/>
          </ac:spMkLst>
        </pc:spChg>
        <pc:spChg chg="mod">
          <ac:chgData name="LEUNG Nicole" userId="8ed04819-1a1c-42ab-ae09-44d42575f3a6" providerId="ADAL" clId="{46AED7F8-18BE-4C7E-B9AC-F4C2CA2D1D79}" dt="2023-03-21T02:37:27.404" v="1008" actId="14100"/>
          <ac:spMkLst>
            <pc:docMk/>
            <pc:sldMk cId="2645904127" sldId="293"/>
            <ac:spMk id="3" creationId="{C4E4A81A-FF7F-43AE-905F-910C1DE44062}"/>
          </ac:spMkLst>
        </pc:spChg>
      </pc:sldChg>
      <pc:sldChg chg="modSp mod">
        <pc:chgData name="LEUNG Nicole" userId="8ed04819-1a1c-42ab-ae09-44d42575f3a6" providerId="ADAL" clId="{46AED7F8-18BE-4C7E-B9AC-F4C2CA2D1D79}" dt="2023-03-21T02:39:56.558" v="1206" actId="33524"/>
        <pc:sldMkLst>
          <pc:docMk/>
          <pc:sldMk cId="3602892782" sldId="294"/>
        </pc:sldMkLst>
        <pc:spChg chg="mod">
          <ac:chgData name="LEUNG Nicole" userId="8ed04819-1a1c-42ab-ae09-44d42575f3a6" providerId="ADAL" clId="{46AED7F8-18BE-4C7E-B9AC-F4C2CA2D1D79}" dt="2023-03-21T02:39:56.558" v="1206" actId="33524"/>
          <ac:spMkLst>
            <pc:docMk/>
            <pc:sldMk cId="3602892782" sldId="294"/>
            <ac:spMk id="3" creationId="{C4E4A81A-FF7F-43AE-905F-910C1DE44062}"/>
          </ac:spMkLst>
        </pc:spChg>
      </pc:sldChg>
      <pc:sldChg chg="addSp delSp modSp mod">
        <pc:chgData name="LEUNG Nicole" userId="8ed04819-1a1c-42ab-ae09-44d42575f3a6" providerId="ADAL" clId="{46AED7F8-18BE-4C7E-B9AC-F4C2CA2D1D79}" dt="2023-03-23T09:21:07.708" v="2663" actId="1076"/>
        <pc:sldMkLst>
          <pc:docMk/>
          <pc:sldMk cId="1455654293" sldId="295"/>
        </pc:sldMkLst>
        <pc:picChg chg="del">
          <ac:chgData name="LEUNG Nicole" userId="8ed04819-1a1c-42ab-ae09-44d42575f3a6" providerId="ADAL" clId="{46AED7F8-18BE-4C7E-B9AC-F4C2CA2D1D79}" dt="2023-03-23T09:20:55.903" v="2658" actId="478"/>
          <ac:picMkLst>
            <pc:docMk/>
            <pc:sldMk cId="1455654293" sldId="295"/>
            <ac:picMk id="5" creationId="{15C938E3-EC16-41DB-8A20-E6C1BB21F1D2}"/>
          </ac:picMkLst>
        </pc:picChg>
        <pc:picChg chg="add mod">
          <ac:chgData name="LEUNG Nicole" userId="8ed04819-1a1c-42ab-ae09-44d42575f3a6" providerId="ADAL" clId="{46AED7F8-18BE-4C7E-B9AC-F4C2CA2D1D79}" dt="2023-03-23T09:21:00.074" v="2660" actId="1076"/>
          <ac:picMkLst>
            <pc:docMk/>
            <pc:sldMk cId="1455654293" sldId="295"/>
            <ac:picMk id="6" creationId="{1EC6700F-C9D7-493D-9D22-AA06E3B385BD}"/>
          </ac:picMkLst>
        </pc:picChg>
        <pc:picChg chg="del">
          <ac:chgData name="LEUNG Nicole" userId="8ed04819-1a1c-42ab-ae09-44d42575f3a6" providerId="ADAL" clId="{46AED7F8-18BE-4C7E-B9AC-F4C2CA2D1D79}" dt="2023-03-23T09:21:04.221" v="2661" actId="478"/>
          <ac:picMkLst>
            <pc:docMk/>
            <pc:sldMk cId="1455654293" sldId="295"/>
            <ac:picMk id="8" creationId="{B6EDF51D-501E-455D-BA67-1A3BD08EB015}"/>
          </ac:picMkLst>
        </pc:picChg>
        <pc:picChg chg="add mod">
          <ac:chgData name="LEUNG Nicole" userId="8ed04819-1a1c-42ab-ae09-44d42575f3a6" providerId="ADAL" clId="{46AED7F8-18BE-4C7E-B9AC-F4C2CA2D1D79}" dt="2023-03-23T09:21:07.708" v="2663" actId="1076"/>
          <ac:picMkLst>
            <pc:docMk/>
            <pc:sldMk cId="1455654293" sldId="295"/>
            <ac:picMk id="9" creationId="{59561249-32BC-4A5A-A93E-D9831124BC4C}"/>
          </ac:picMkLst>
        </pc:picChg>
      </pc:sldChg>
      <pc:sldChg chg="addSp delSp modSp mod">
        <pc:chgData name="LEUNG Nicole" userId="8ed04819-1a1c-42ab-ae09-44d42575f3a6" providerId="ADAL" clId="{46AED7F8-18BE-4C7E-B9AC-F4C2CA2D1D79}" dt="2023-03-23T09:21:32.314" v="2669" actId="1076"/>
        <pc:sldMkLst>
          <pc:docMk/>
          <pc:sldMk cId="3145441901" sldId="296"/>
        </pc:sldMkLst>
        <pc:picChg chg="del">
          <ac:chgData name="LEUNG Nicole" userId="8ed04819-1a1c-42ab-ae09-44d42575f3a6" providerId="ADAL" clId="{46AED7F8-18BE-4C7E-B9AC-F4C2CA2D1D79}" dt="2023-03-23T09:21:21.182" v="2664" actId="478"/>
          <ac:picMkLst>
            <pc:docMk/>
            <pc:sldMk cId="3145441901" sldId="296"/>
            <ac:picMk id="5" creationId="{A1C26CA2-0287-45F1-99A4-5AA5EEC4DC5A}"/>
          </ac:picMkLst>
        </pc:picChg>
        <pc:picChg chg="add mod">
          <ac:chgData name="LEUNG Nicole" userId="8ed04819-1a1c-42ab-ae09-44d42575f3a6" providerId="ADAL" clId="{46AED7F8-18BE-4C7E-B9AC-F4C2CA2D1D79}" dt="2023-03-23T09:21:24.566" v="2666" actId="1076"/>
          <ac:picMkLst>
            <pc:docMk/>
            <pc:sldMk cId="3145441901" sldId="296"/>
            <ac:picMk id="6" creationId="{8DD6FAF5-24B3-48E9-B58E-5B6723FED0B6}"/>
          </ac:picMkLst>
        </pc:picChg>
        <pc:picChg chg="del">
          <ac:chgData name="LEUNG Nicole" userId="8ed04819-1a1c-42ab-ae09-44d42575f3a6" providerId="ADAL" clId="{46AED7F8-18BE-4C7E-B9AC-F4C2CA2D1D79}" dt="2023-03-23T09:21:28.954" v="2667" actId="478"/>
          <ac:picMkLst>
            <pc:docMk/>
            <pc:sldMk cId="3145441901" sldId="296"/>
            <ac:picMk id="7" creationId="{3E4D60EE-3F1E-45A7-9F75-077CF313EA91}"/>
          </ac:picMkLst>
        </pc:picChg>
        <pc:picChg chg="add mod">
          <ac:chgData name="LEUNG Nicole" userId="8ed04819-1a1c-42ab-ae09-44d42575f3a6" providerId="ADAL" clId="{46AED7F8-18BE-4C7E-B9AC-F4C2CA2D1D79}" dt="2023-03-23T09:21:32.314" v="2669" actId="1076"/>
          <ac:picMkLst>
            <pc:docMk/>
            <pc:sldMk cId="3145441901" sldId="296"/>
            <ac:picMk id="9" creationId="{5C3542E3-F7B7-4984-A6F2-790813568661}"/>
          </ac:picMkLst>
        </pc:picChg>
      </pc:sldChg>
      <pc:sldChg chg="addSp delSp modSp mod">
        <pc:chgData name="LEUNG Nicole" userId="8ed04819-1a1c-42ab-ae09-44d42575f3a6" providerId="ADAL" clId="{46AED7F8-18BE-4C7E-B9AC-F4C2CA2D1D79}" dt="2023-03-23T09:21:57.090" v="2676" actId="1076"/>
        <pc:sldMkLst>
          <pc:docMk/>
          <pc:sldMk cId="851749145" sldId="297"/>
        </pc:sldMkLst>
        <pc:picChg chg="del">
          <ac:chgData name="LEUNG Nicole" userId="8ed04819-1a1c-42ab-ae09-44d42575f3a6" providerId="ADAL" clId="{46AED7F8-18BE-4C7E-B9AC-F4C2CA2D1D79}" dt="2023-03-23T09:21:46.166" v="2670" actId="478"/>
          <ac:picMkLst>
            <pc:docMk/>
            <pc:sldMk cId="851749145" sldId="297"/>
            <ac:picMk id="5" creationId="{6D311F15-EAB3-450C-B9CD-D91F16765136}"/>
          </ac:picMkLst>
        </pc:picChg>
        <pc:picChg chg="del mod">
          <ac:chgData name="LEUNG Nicole" userId="8ed04819-1a1c-42ab-ae09-44d42575f3a6" providerId="ADAL" clId="{46AED7F8-18BE-4C7E-B9AC-F4C2CA2D1D79}" dt="2023-03-23T09:21:53.051" v="2673" actId="478"/>
          <ac:picMkLst>
            <pc:docMk/>
            <pc:sldMk cId="851749145" sldId="297"/>
            <ac:picMk id="6" creationId="{B95EBAE5-4566-400E-8D78-C5A7247771AC}"/>
          </ac:picMkLst>
        </pc:picChg>
        <pc:picChg chg="add mod">
          <ac:chgData name="LEUNG Nicole" userId="8ed04819-1a1c-42ab-ae09-44d42575f3a6" providerId="ADAL" clId="{46AED7F8-18BE-4C7E-B9AC-F4C2CA2D1D79}" dt="2023-03-23T09:21:49.185" v="2672" actId="1076"/>
          <ac:picMkLst>
            <pc:docMk/>
            <pc:sldMk cId="851749145" sldId="297"/>
            <ac:picMk id="7" creationId="{3E3F3997-FDD7-4E02-ADC7-CECA46E73028}"/>
          </ac:picMkLst>
        </pc:picChg>
        <pc:picChg chg="add mod">
          <ac:chgData name="LEUNG Nicole" userId="8ed04819-1a1c-42ab-ae09-44d42575f3a6" providerId="ADAL" clId="{46AED7F8-18BE-4C7E-B9AC-F4C2CA2D1D79}" dt="2023-03-23T09:21:57.090" v="2676" actId="1076"/>
          <ac:picMkLst>
            <pc:docMk/>
            <pc:sldMk cId="851749145" sldId="297"/>
            <ac:picMk id="9" creationId="{BAE76938-5887-4499-8A0A-4E9D29CFCE24}"/>
          </ac:picMkLst>
        </pc:picChg>
      </pc:sldChg>
      <pc:sldChg chg="delSp add setBg delDesignElem">
        <pc:chgData name="LEUNG Nicole" userId="8ed04819-1a1c-42ab-ae09-44d42575f3a6" providerId="ADAL" clId="{46AED7F8-18BE-4C7E-B9AC-F4C2CA2D1D79}" dt="2023-03-22T07:07:44.961" v="2213"/>
        <pc:sldMkLst>
          <pc:docMk/>
          <pc:sldMk cId="1524054791" sldId="299"/>
        </pc:sldMkLst>
        <pc:spChg chg="del">
          <ac:chgData name="LEUNG Nicole" userId="8ed04819-1a1c-42ab-ae09-44d42575f3a6" providerId="ADAL" clId="{46AED7F8-18BE-4C7E-B9AC-F4C2CA2D1D79}" dt="2023-03-22T07:07:44.961" v="2213"/>
          <ac:spMkLst>
            <pc:docMk/>
            <pc:sldMk cId="1524054791" sldId="299"/>
            <ac:spMk id="58" creationId="{42D91A80-424C-43FF-B36B-58B851DC5EB1}"/>
          </ac:spMkLst>
        </pc:spChg>
        <pc:spChg chg="del">
          <ac:chgData name="LEUNG Nicole" userId="8ed04819-1a1c-42ab-ae09-44d42575f3a6" providerId="ADAL" clId="{46AED7F8-18BE-4C7E-B9AC-F4C2CA2D1D79}" dt="2023-03-22T07:07:44.961" v="2213"/>
          <ac:spMkLst>
            <pc:docMk/>
            <pc:sldMk cId="1524054791" sldId="299"/>
            <ac:spMk id="59" creationId="{99413ED5-9ED4-4772-BCE4-2BCAE6B12E35}"/>
          </ac:spMkLst>
        </pc:spChg>
        <pc:spChg chg="del">
          <ac:chgData name="LEUNG Nicole" userId="8ed04819-1a1c-42ab-ae09-44d42575f3a6" providerId="ADAL" clId="{46AED7F8-18BE-4C7E-B9AC-F4C2CA2D1D79}" dt="2023-03-22T07:07:44.961" v="2213"/>
          <ac:spMkLst>
            <pc:docMk/>
            <pc:sldMk cId="1524054791" sldId="299"/>
            <ac:spMk id="60" creationId="{04357C93-F0CB-4A1C-8F77-4E9063789819}"/>
          </ac:spMkLst>
        </pc:spChg>
        <pc:spChg chg="del">
          <ac:chgData name="LEUNG Nicole" userId="8ed04819-1a1c-42ab-ae09-44d42575f3a6" providerId="ADAL" clId="{46AED7F8-18BE-4C7E-B9AC-F4C2CA2D1D79}" dt="2023-03-22T07:07:44.961" v="2213"/>
          <ac:spMkLst>
            <pc:docMk/>
            <pc:sldMk cId="1524054791" sldId="299"/>
            <ac:spMk id="61" creationId="{90F533E9-6690-41A8-A372-4C6C622D028D}"/>
          </ac:spMkLst>
        </pc:spChg>
      </pc:sldChg>
      <pc:sldChg chg="addSp delSp modSp del mod setBg">
        <pc:chgData name="LEUNG Nicole" userId="8ed04819-1a1c-42ab-ae09-44d42575f3a6" providerId="ADAL" clId="{46AED7F8-18BE-4C7E-B9AC-F4C2CA2D1D79}" dt="2023-03-22T07:07:39.550" v="2210" actId="2696"/>
        <pc:sldMkLst>
          <pc:docMk/>
          <pc:sldMk cId="2796572706" sldId="299"/>
        </pc:sldMkLst>
        <pc:spChg chg="mod">
          <ac:chgData name="LEUNG Nicole" userId="8ed04819-1a1c-42ab-ae09-44d42575f3a6" providerId="ADAL" clId="{46AED7F8-18BE-4C7E-B9AC-F4C2CA2D1D79}" dt="2023-03-22T05:28:36.537" v="1611" actId="26606"/>
          <ac:spMkLst>
            <pc:docMk/>
            <pc:sldMk cId="2796572706" sldId="299"/>
            <ac:spMk id="2" creationId="{EC523B02-5F95-4633-8AAA-EFDF6751F9AC}"/>
          </ac:spMkLst>
        </pc:spChg>
        <pc:spChg chg="mod ord">
          <ac:chgData name="LEUNG Nicole" userId="8ed04819-1a1c-42ab-ae09-44d42575f3a6" providerId="ADAL" clId="{46AED7F8-18BE-4C7E-B9AC-F4C2CA2D1D79}" dt="2023-03-22T05:29:07.235" v="1621" actId="1076"/>
          <ac:spMkLst>
            <pc:docMk/>
            <pc:sldMk cId="2796572706" sldId="299"/>
            <ac:spMk id="3" creationId="{C4E4A81A-FF7F-43AE-905F-910C1DE44062}"/>
          </ac:spMkLst>
        </pc:spChg>
        <pc:spChg chg="add del">
          <ac:chgData name="LEUNG Nicole" userId="8ed04819-1a1c-42ab-ae09-44d42575f3a6" providerId="ADAL" clId="{46AED7F8-18BE-4C7E-B9AC-F4C2CA2D1D79}" dt="2023-03-22T05:28:27.329" v="1596" actId="26606"/>
          <ac:spMkLst>
            <pc:docMk/>
            <pc:sldMk cId="2796572706" sldId="299"/>
            <ac:spMk id="15" creationId="{42D91A80-424C-43FF-B36B-58B851DC5EB1}"/>
          </ac:spMkLst>
        </pc:spChg>
        <pc:spChg chg="add del">
          <ac:chgData name="LEUNG Nicole" userId="8ed04819-1a1c-42ab-ae09-44d42575f3a6" providerId="ADAL" clId="{46AED7F8-18BE-4C7E-B9AC-F4C2CA2D1D79}" dt="2023-03-22T05:28:27.329" v="1596" actId="26606"/>
          <ac:spMkLst>
            <pc:docMk/>
            <pc:sldMk cId="2796572706" sldId="299"/>
            <ac:spMk id="17" creationId="{99413ED5-9ED4-4772-BCE4-2BCAE6B12E35}"/>
          </ac:spMkLst>
        </pc:spChg>
        <pc:spChg chg="add del">
          <ac:chgData name="LEUNG Nicole" userId="8ed04819-1a1c-42ab-ae09-44d42575f3a6" providerId="ADAL" clId="{46AED7F8-18BE-4C7E-B9AC-F4C2CA2D1D79}" dt="2023-03-22T05:28:27.329" v="1596" actId="26606"/>
          <ac:spMkLst>
            <pc:docMk/>
            <pc:sldMk cId="2796572706" sldId="299"/>
            <ac:spMk id="19" creationId="{04357C93-F0CB-4A1C-8F77-4E9063789819}"/>
          </ac:spMkLst>
        </pc:spChg>
        <pc:spChg chg="add del">
          <ac:chgData name="LEUNG Nicole" userId="8ed04819-1a1c-42ab-ae09-44d42575f3a6" providerId="ADAL" clId="{46AED7F8-18BE-4C7E-B9AC-F4C2CA2D1D79}" dt="2023-03-22T05:28:27.329" v="1596" actId="26606"/>
          <ac:spMkLst>
            <pc:docMk/>
            <pc:sldMk cId="2796572706" sldId="299"/>
            <ac:spMk id="21" creationId="{90F533E9-6690-41A8-A372-4C6C622D028D}"/>
          </ac:spMkLst>
        </pc:spChg>
        <pc:spChg chg="add del">
          <ac:chgData name="LEUNG Nicole" userId="8ed04819-1a1c-42ab-ae09-44d42575f3a6" providerId="ADAL" clId="{46AED7F8-18BE-4C7E-B9AC-F4C2CA2D1D79}" dt="2023-03-22T05:28:28.196" v="1598" actId="26606"/>
          <ac:spMkLst>
            <pc:docMk/>
            <pc:sldMk cId="2796572706" sldId="299"/>
            <ac:spMk id="23" creationId="{0855A890-B60B-4670-9DC2-69DC05015AB3}"/>
          </ac:spMkLst>
        </pc:spChg>
        <pc:spChg chg="add del">
          <ac:chgData name="LEUNG Nicole" userId="8ed04819-1a1c-42ab-ae09-44d42575f3a6" providerId="ADAL" clId="{46AED7F8-18BE-4C7E-B9AC-F4C2CA2D1D79}" dt="2023-03-22T05:28:28.196" v="1598" actId="26606"/>
          <ac:spMkLst>
            <pc:docMk/>
            <pc:sldMk cId="2796572706" sldId="299"/>
            <ac:spMk id="24" creationId="{90F533E9-6690-41A8-A372-4C6C622D028D}"/>
          </ac:spMkLst>
        </pc:spChg>
        <pc:spChg chg="add del">
          <ac:chgData name="LEUNG Nicole" userId="8ed04819-1a1c-42ab-ae09-44d42575f3a6" providerId="ADAL" clId="{46AED7F8-18BE-4C7E-B9AC-F4C2CA2D1D79}" dt="2023-03-22T05:28:28.196" v="1598" actId="26606"/>
          <ac:spMkLst>
            <pc:docMk/>
            <pc:sldMk cId="2796572706" sldId="299"/>
            <ac:spMk id="25" creationId="{99413ED5-9ED4-4772-BCE4-2BCAE6B12E35}"/>
          </ac:spMkLst>
        </pc:spChg>
        <pc:spChg chg="add del">
          <ac:chgData name="LEUNG Nicole" userId="8ed04819-1a1c-42ab-ae09-44d42575f3a6" providerId="ADAL" clId="{46AED7F8-18BE-4C7E-B9AC-F4C2CA2D1D79}" dt="2023-03-22T05:28:28.196" v="1598" actId="26606"/>
          <ac:spMkLst>
            <pc:docMk/>
            <pc:sldMk cId="2796572706" sldId="299"/>
            <ac:spMk id="26" creationId="{04357C93-F0CB-4A1C-8F77-4E9063789819}"/>
          </ac:spMkLst>
        </pc:spChg>
        <pc:spChg chg="add del">
          <ac:chgData name="LEUNG Nicole" userId="8ed04819-1a1c-42ab-ae09-44d42575f3a6" providerId="ADAL" clId="{46AED7F8-18BE-4C7E-B9AC-F4C2CA2D1D79}" dt="2023-03-22T05:28:30.427" v="1600" actId="26606"/>
          <ac:spMkLst>
            <pc:docMk/>
            <pc:sldMk cId="2796572706" sldId="299"/>
            <ac:spMk id="28" creationId="{A3C210E6-A35A-4F68-8D60-801A019C75B8}"/>
          </ac:spMkLst>
        </pc:spChg>
        <pc:spChg chg="add del">
          <ac:chgData name="LEUNG Nicole" userId="8ed04819-1a1c-42ab-ae09-44d42575f3a6" providerId="ADAL" clId="{46AED7F8-18BE-4C7E-B9AC-F4C2CA2D1D79}" dt="2023-03-22T05:28:30.427" v="1600" actId="26606"/>
          <ac:spMkLst>
            <pc:docMk/>
            <pc:sldMk cId="2796572706" sldId="299"/>
            <ac:spMk id="29" creationId="{AC0D06B0-F19C-459E-B221-A34B506FB5E3}"/>
          </ac:spMkLst>
        </pc:spChg>
        <pc:spChg chg="add del">
          <ac:chgData name="LEUNG Nicole" userId="8ed04819-1a1c-42ab-ae09-44d42575f3a6" providerId="ADAL" clId="{46AED7F8-18BE-4C7E-B9AC-F4C2CA2D1D79}" dt="2023-03-22T05:28:30.427" v="1600" actId="26606"/>
          <ac:spMkLst>
            <pc:docMk/>
            <pc:sldMk cId="2796572706" sldId="299"/>
            <ac:spMk id="30" creationId="{345B26DA-1C6B-4C66-81C9-9C1877FC2DB1}"/>
          </ac:spMkLst>
        </pc:spChg>
        <pc:spChg chg="add del">
          <ac:chgData name="LEUNG Nicole" userId="8ed04819-1a1c-42ab-ae09-44d42575f3a6" providerId="ADAL" clId="{46AED7F8-18BE-4C7E-B9AC-F4C2CA2D1D79}" dt="2023-03-22T05:28:30.427" v="1600" actId="26606"/>
          <ac:spMkLst>
            <pc:docMk/>
            <pc:sldMk cId="2796572706" sldId="299"/>
            <ac:spMk id="31" creationId="{98DE6C44-43F8-4DE4-AB81-66853FFEA09A}"/>
          </ac:spMkLst>
        </pc:spChg>
        <pc:spChg chg="add del">
          <ac:chgData name="LEUNG Nicole" userId="8ed04819-1a1c-42ab-ae09-44d42575f3a6" providerId="ADAL" clId="{46AED7F8-18BE-4C7E-B9AC-F4C2CA2D1D79}" dt="2023-03-22T05:28:30.427" v="1600" actId="26606"/>
          <ac:spMkLst>
            <pc:docMk/>
            <pc:sldMk cId="2796572706" sldId="299"/>
            <ac:spMk id="32" creationId="{2409529B-9B56-4F10-BE4D-F934DB89E57E}"/>
          </ac:spMkLst>
        </pc:spChg>
        <pc:spChg chg="add del">
          <ac:chgData name="LEUNG Nicole" userId="8ed04819-1a1c-42ab-ae09-44d42575f3a6" providerId="ADAL" clId="{46AED7F8-18BE-4C7E-B9AC-F4C2CA2D1D79}" dt="2023-03-22T05:28:31.439" v="1602" actId="26606"/>
          <ac:spMkLst>
            <pc:docMk/>
            <pc:sldMk cId="2796572706" sldId="299"/>
            <ac:spMk id="34" creationId="{0855A890-B60B-4670-9DC2-69DC05015AB3}"/>
          </ac:spMkLst>
        </pc:spChg>
        <pc:spChg chg="add del">
          <ac:chgData name="LEUNG Nicole" userId="8ed04819-1a1c-42ab-ae09-44d42575f3a6" providerId="ADAL" clId="{46AED7F8-18BE-4C7E-B9AC-F4C2CA2D1D79}" dt="2023-03-22T05:28:31.439" v="1602" actId="26606"/>
          <ac:spMkLst>
            <pc:docMk/>
            <pc:sldMk cId="2796572706" sldId="299"/>
            <ac:spMk id="35" creationId="{90F533E9-6690-41A8-A372-4C6C622D028D}"/>
          </ac:spMkLst>
        </pc:spChg>
        <pc:spChg chg="add del">
          <ac:chgData name="LEUNG Nicole" userId="8ed04819-1a1c-42ab-ae09-44d42575f3a6" providerId="ADAL" clId="{46AED7F8-18BE-4C7E-B9AC-F4C2CA2D1D79}" dt="2023-03-22T05:28:31.439" v="1602" actId="26606"/>
          <ac:spMkLst>
            <pc:docMk/>
            <pc:sldMk cId="2796572706" sldId="299"/>
            <ac:spMk id="36" creationId="{99413ED5-9ED4-4772-BCE4-2BCAE6B12E35}"/>
          </ac:spMkLst>
        </pc:spChg>
        <pc:spChg chg="add del">
          <ac:chgData name="LEUNG Nicole" userId="8ed04819-1a1c-42ab-ae09-44d42575f3a6" providerId="ADAL" clId="{46AED7F8-18BE-4C7E-B9AC-F4C2CA2D1D79}" dt="2023-03-22T05:28:31.439" v="1602" actId="26606"/>
          <ac:spMkLst>
            <pc:docMk/>
            <pc:sldMk cId="2796572706" sldId="299"/>
            <ac:spMk id="37" creationId="{04357C93-F0CB-4A1C-8F77-4E9063789819}"/>
          </ac:spMkLst>
        </pc:spChg>
        <pc:spChg chg="add del">
          <ac:chgData name="LEUNG Nicole" userId="8ed04819-1a1c-42ab-ae09-44d42575f3a6" providerId="ADAL" clId="{46AED7F8-18BE-4C7E-B9AC-F4C2CA2D1D79}" dt="2023-03-22T05:28:33.168" v="1604" actId="26606"/>
          <ac:spMkLst>
            <pc:docMk/>
            <pc:sldMk cId="2796572706" sldId="299"/>
            <ac:spMk id="39" creationId="{6EAFBB7C-BA65-4034-8F52-32E6C514E7FA}"/>
          </ac:spMkLst>
        </pc:spChg>
        <pc:spChg chg="add del">
          <ac:chgData name="LEUNG Nicole" userId="8ed04819-1a1c-42ab-ae09-44d42575f3a6" providerId="ADAL" clId="{46AED7F8-18BE-4C7E-B9AC-F4C2CA2D1D79}" dt="2023-03-22T05:28:33.168" v="1604" actId="26606"/>
          <ac:spMkLst>
            <pc:docMk/>
            <pc:sldMk cId="2796572706" sldId="299"/>
            <ac:spMk id="40" creationId="{B9D56ACA-1E9F-4685-8853-D3A4777AC060}"/>
          </ac:spMkLst>
        </pc:spChg>
        <pc:spChg chg="add del">
          <ac:chgData name="LEUNG Nicole" userId="8ed04819-1a1c-42ab-ae09-44d42575f3a6" providerId="ADAL" clId="{46AED7F8-18BE-4C7E-B9AC-F4C2CA2D1D79}" dt="2023-03-22T05:28:34.130" v="1606" actId="26606"/>
          <ac:spMkLst>
            <pc:docMk/>
            <pc:sldMk cId="2796572706" sldId="299"/>
            <ac:spMk id="42" creationId="{D898B8EB-E53C-4E72-9817-B4BFCAD73600}"/>
          </ac:spMkLst>
        </pc:spChg>
        <pc:spChg chg="add del">
          <ac:chgData name="LEUNG Nicole" userId="8ed04819-1a1c-42ab-ae09-44d42575f3a6" providerId="ADAL" clId="{46AED7F8-18BE-4C7E-B9AC-F4C2CA2D1D79}" dt="2023-03-22T05:28:34.130" v="1606" actId="26606"/>
          <ac:spMkLst>
            <pc:docMk/>
            <pc:sldMk cId="2796572706" sldId="299"/>
            <ac:spMk id="43" creationId="{4E130362-2F35-4AB7-9EA5-DBC0F771A58D}"/>
          </ac:spMkLst>
        </pc:spChg>
        <pc:spChg chg="add del">
          <ac:chgData name="LEUNG Nicole" userId="8ed04819-1a1c-42ab-ae09-44d42575f3a6" providerId="ADAL" clId="{46AED7F8-18BE-4C7E-B9AC-F4C2CA2D1D79}" dt="2023-03-22T05:28:34.130" v="1606" actId="26606"/>
          <ac:spMkLst>
            <pc:docMk/>
            <pc:sldMk cId="2796572706" sldId="299"/>
            <ac:spMk id="44" creationId="{56BE988C-7A5B-41EC-A46C-AEA93D8D32FD}"/>
          </ac:spMkLst>
        </pc:spChg>
        <pc:spChg chg="add del">
          <ac:chgData name="LEUNG Nicole" userId="8ed04819-1a1c-42ab-ae09-44d42575f3a6" providerId="ADAL" clId="{46AED7F8-18BE-4C7E-B9AC-F4C2CA2D1D79}" dt="2023-03-22T05:28:34.130" v="1606" actId="26606"/>
          <ac:spMkLst>
            <pc:docMk/>
            <pc:sldMk cId="2796572706" sldId="299"/>
            <ac:spMk id="45" creationId="{E3CB1EC0-40A9-4D5E-B7E2-6E3423CE28B2}"/>
          </ac:spMkLst>
        </pc:spChg>
        <pc:spChg chg="add del">
          <ac:chgData name="LEUNG Nicole" userId="8ed04819-1a1c-42ab-ae09-44d42575f3a6" providerId="ADAL" clId="{46AED7F8-18BE-4C7E-B9AC-F4C2CA2D1D79}" dt="2023-03-22T05:28:34.130" v="1606" actId="26606"/>
          <ac:spMkLst>
            <pc:docMk/>
            <pc:sldMk cId="2796572706" sldId="299"/>
            <ac:spMk id="46" creationId="{DCBE52EF-2889-423F-947C-0E44A760D696}"/>
          </ac:spMkLst>
        </pc:spChg>
        <pc:spChg chg="add del">
          <ac:chgData name="LEUNG Nicole" userId="8ed04819-1a1c-42ab-ae09-44d42575f3a6" providerId="ADAL" clId="{46AED7F8-18BE-4C7E-B9AC-F4C2CA2D1D79}" dt="2023-03-22T05:28:35.741" v="1608" actId="26606"/>
          <ac:spMkLst>
            <pc:docMk/>
            <pc:sldMk cId="2796572706" sldId="299"/>
            <ac:spMk id="48" creationId="{B4059D9B-2E55-47FE-A188-0F9BD734E0A0}"/>
          </ac:spMkLst>
        </pc:spChg>
        <pc:spChg chg="add del">
          <ac:chgData name="LEUNG Nicole" userId="8ed04819-1a1c-42ab-ae09-44d42575f3a6" providerId="ADAL" clId="{46AED7F8-18BE-4C7E-B9AC-F4C2CA2D1D79}" dt="2023-03-22T05:28:36.528" v="1610" actId="26606"/>
          <ac:spMkLst>
            <pc:docMk/>
            <pc:sldMk cId="2796572706" sldId="299"/>
            <ac:spMk id="52" creationId="{3611733F-E5BD-49F1-953E-8029C6596AF2}"/>
          </ac:spMkLst>
        </pc:spChg>
        <pc:spChg chg="add del">
          <ac:chgData name="LEUNG Nicole" userId="8ed04819-1a1c-42ab-ae09-44d42575f3a6" providerId="ADAL" clId="{46AED7F8-18BE-4C7E-B9AC-F4C2CA2D1D79}" dt="2023-03-22T05:28:36.528" v="1610" actId="26606"/>
          <ac:spMkLst>
            <pc:docMk/>
            <pc:sldMk cId="2796572706" sldId="299"/>
            <ac:spMk id="53" creationId="{6EA0003C-06B7-4E3A-9E9A-2DA8CA829F71}"/>
          </ac:spMkLst>
        </pc:spChg>
        <pc:spChg chg="add">
          <ac:chgData name="LEUNG Nicole" userId="8ed04819-1a1c-42ab-ae09-44d42575f3a6" providerId="ADAL" clId="{46AED7F8-18BE-4C7E-B9AC-F4C2CA2D1D79}" dt="2023-03-22T05:28:36.537" v="1611" actId="26606"/>
          <ac:spMkLst>
            <pc:docMk/>
            <pc:sldMk cId="2796572706" sldId="299"/>
            <ac:spMk id="58" creationId="{42D91A80-424C-43FF-B36B-58B851DC5EB1}"/>
          </ac:spMkLst>
        </pc:spChg>
        <pc:spChg chg="add">
          <ac:chgData name="LEUNG Nicole" userId="8ed04819-1a1c-42ab-ae09-44d42575f3a6" providerId="ADAL" clId="{46AED7F8-18BE-4C7E-B9AC-F4C2CA2D1D79}" dt="2023-03-22T05:28:36.537" v="1611" actId="26606"/>
          <ac:spMkLst>
            <pc:docMk/>
            <pc:sldMk cId="2796572706" sldId="299"/>
            <ac:spMk id="59" creationId="{99413ED5-9ED4-4772-BCE4-2BCAE6B12E35}"/>
          </ac:spMkLst>
        </pc:spChg>
        <pc:spChg chg="add">
          <ac:chgData name="LEUNG Nicole" userId="8ed04819-1a1c-42ab-ae09-44d42575f3a6" providerId="ADAL" clId="{46AED7F8-18BE-4C7E-B9AC-F4C2CA2D1D79}" dt="2023-03-22T05:28:36.537" v="1611" actId="26606"/>
          <ac:spMkLst>
            <pc:docMk/>
            <pc:sldMk cId="2796572706" sldId="299"/>
            <ac:spMk id="60" creationId="{04357C93-F0CB-4A1C-8F77-4E9063789819}"/>
          </ac:spMkLst>
        </pc:spChg>
        <pc:spChg chg="add">
          <ac:chgData name="LEUNG Nicole" userId="8ed04819-1a1c-42ab-ae09-44d42575f3a6" providerId="ADAL" clId="{46AED7F8-18BE-4C7E-B9AC-F4C2CA2D1D79}" dt="2023-03-22T05:28:36.537" v="1611" actId="26606"/>
          <ac:spMkLst>
            <pc:docMk/>
            <pc:sldMk cId="2796572706" sldId="299"/>
            <ac:spMk id="61" creationId="{90F533E9-6690-41A8-A372-4C6C622D028D}"/>
          </ac:spMkLst>
        </pc:spChg>
        <pc:grpChg chg="add del">
          <ac:chgData name="LEUNG Nicole" userId="8ed04819-1a1c-42ab-ae09-44d42575f3a6" providerId="ADAL" clId="{46AED7F8-18BE-4C7E-B9AC-F4C2CA2D1D79}" dt="2023-03-22T05:28:35.741" v="1608" actId="26606"/>
          <ac:grpSpMkLst>
            <pc:docMk/>
            <pc:sldMk cId="2796572706" sldId="299"/>
            <ac:grpSpMk id="49" creationId="{F938B951-7EFC-40A2-B198-E73D39DFB3FC}"/>
          </ac:grpSpMkLst>
        </pc:grpChg>
        <pc:grpChg chg="add del">
          <ac:chgData name="LEUNG Nicole" userId="8ed04819-1a1c-42ab-ae09-44d42575f3a6" providerId="ADAL" clId="{46AED7F8-18BE-4C7E-B9AC-F4C2CA2D1D79}" dt="2023-03-22T05:28:36.528" v="1610" actId="26606"/>
          <ac:grpSpMkLst>
            <pc:docMk/>
            <pc:sldMk cId="2796572706" sldId="299"/>
            <ac:grpSpMk id="54" creationId="{8A01F592-3A3D-4FF0-BA89-6141201456E8}"/>
          </ac:grpSpMkLst>
        </pc:grpChg>
        <pc:picChg chg="mod ord">
          <ac:chgData name="LEUNG Nicole" userId="8ed04819-1a1c-42ab-ae09-44d42575f3a6" providerId="ADAL" clId="{46AED7F8-18BE-4C7E-B9AC-F4C2CA2D1D79}" dt="2023-03-22T05:28:36.537" v="1611" actId="26606"/>
          <ac:picMkLst>
            <pc:docMk/>
            <pc:sldMk cId="2796572706" sldId="299"/>
            <ac:picMk id="5" creationId="{79A4E094-2C35-46E0-805B-1975E62169F8}"/>
          </ac:picMkLst>
        </pc:picChg>
        <pc:picChg chg="add mod ord">
          <ac:chgData name="LEUNG Nicole" userId="8ed04819-1a1c-42ab-ae09-44d42575f3a6" providerId="ADAL" clId="{46AED7F8-18BE-4C7E-B9AC-F4C2CA2D1D79}" dt="2023-03-22T05:28:36.537" v="1611" actId="26606"/>
          <ac:picMkLst>
            <pc:docMk/>
            <pc:sldMk cId="2796572706" sldId="299"/>
            <ac:picMk id="6" creationId="{3065AC14-10BD-401A-A1D5-4D20279A4AD0}"/>
          </ac:picMkLst>
        </pc:picChg>
        <pc:picChg chg="add mod ord">
          <ac:chgData name="LEUNG Nicole" userId="8ed04819-1a1c-42ab-ae09-44d42575f3a6" providerId="ADAL" clId="{46AED7F8-18BE-4C7E-B9AC-F4C2CA2D1D79}" dt="2023-03-22T05:28:57.785" v="1614" actId="14100"/>
          <ac:picMkLst>
            <pc:docMk/>
            <pc:sldMk cId="2796572706" sldId="299"/>
            <ac:picMk id="8" creationId="{BA95CE92-D262-4898-87DA-51FC2D84BC6F}"/>
          </ac:picMkLst>
        </pc:picChg>
        <pc:picChg chg="add mod ord">
          <ac:chgData name="LEUNG Nicole" userId="8ed04819-1a1c-42ab-ae09-44d42575f3a6" providerId="ADAL" clId="{46AED7F8-18BE-4C7E-B9AC-F4C2CA2D1D79}" dt="2023-03-22T05:28:36.537" v="1611" actId="26606"/>
          <ac:picMkLst>
            <pc:docMk/>
            <pc:sldMk cId="2796572706" sldId="299"/>
            <ac:picMk id="10" creationId="{0E044CB9-4522-40F5-8767-3697A9C38D62}"/>
          </ac:picMkLst>
        </pc:picChg>
      </pc:sldChg>
      <pc:sldChg chg="modSp mod">
        <pc:chgData name="LEUNG Nicole" userId="8ed04819-1a1c-42ab-ae09-44d42575f3a6" providerId="ADAL" clId="{46AED7F8-18BE-4C7E-B9AC-F4C2CA2D1D79}" dt="2023-03-28T17:33:04.179" v="3439" actId="20577"/>
        <pc:sldMkLst>
          <pc:docMk/>
          <pc:sldMk cId="1343742741" sldId="300"/>
        </pc:sldMkLst>
        <pc:spChg chg="mod">
          <ac:chgData name="LEUNG Nicole" userId="8ed04819-1a1c-42ab-ae09-44d42575f3a6" providerId="ADAL" clId="{46AED7F8-18BE-4C7E-B9AC-F4C2CA2D1D79}" dt="2023-03-24T10:01:07.075" v="2959" actId="1076"/>
          <ac:spMkLst>
            <pc:docMk/>
            <pc:sldMk cId="1343742741" sldId="300"/>
            <ac:spMk id="2" creationId="{EC523B02-5F95-4633-8AAA-EFDF6751F9AC}"/>
          </ac:spMkLst>
        </pc:spChg>
        <pc:spChg chg="mod">
          <ac:chgData name="LEUNG Nicole" userId="8ed04819-1a1c-42ab-ae09-44d42575f3a6" providerId="ADAL" clId="{46AED7F8-18BE-4C7E-B9AC-F4C2CA2D1D79}" dt="2023-03-28T17:33:04.179" v="3439" actId="20577"/>
          <ac:spMkLst>
            <pc:docMk/>
            <pc:sldMk cId="1343742741" sldId="300"/>
            <ac:spMk id="12" creationId="{BA0395D4-DD9F-4206-88E4-0B5C7127FE91}"/>
          </ac:spMkLst>
        </pc:spChg>
        <pc:picChg chg="mod">
          <ac:chgData name="LEUNG Nicole" userId="8ed04819-1a1c-42ab-ae09-44d42575f3a6" providerId="ADAL" clId="{46AED7F8-18BE-4C7E-B9AC-F4C2CA2D1D79}" dt="2023-03-24T10:01:13.801" v="2961" actId="1076"/>
          <ac:picMkLst>
            <pc:docMk/>
            <pc:sldMk cId="1343742741" sldId="300"/>
            <ac:picMk id="17" creationId="{D29E8FA9-9AF0-4CBD-8158-733113781A20}"/>
          </ac:picMkLst>
        </pc:picChg>
        <pc:picChg chg="mod">
          <ac:chgData name="LEUNG Nicole" userId="8ed04819-1a1c-42ab-ae09-44d42575f3a6" providerId="ADAL" clId="{46AED7F8-18BE-4C7E-B9AC-F4C2CA2D1D79}" dt="2023-03-24T10:01:17.057" v="2962" actId="1076"/>
          <ac:picMkLst>
            <pc:docMk/>
            <pc:sldMk cId="1343742741" sldId="300"/>
            <ac:picMk id="20" creationId="{CF080999-89D2-4835-BC6C-4BBE3BF7EA4C}"/>
          </ac:picMkLst>
        </pc:picChg>
      </pc:sldChg>
      <pc:sldChg chg="addSp delSp modSp mod">
        <pc:chgData name="LEUNG Nicole" userId="8ed04819-1a1c-42ab-ae09-44d42575f3a6" providerId="ADAL" clId="{46AED7F8-18BE-4C7E-B9AC-F4C2CA2D1D79}" dt="2023-03-28T17:34:21.293" v="3442" actId="1076"/>
        <pc:sldMkLst>
          <pc:docMk/>
          <pc:sldMk cId="2029018428" sldId="302"/>
        </pc:sldMkLst>
        <pc:picChg chg="add del mod">
          <ac:chgData name="LEUNG Nicole" userId="8ed04819-1a1c-42ab-ae09-44d42575f3a6" providerId="ADAL" clId="{46AED7F8-18BE-4C7E-B9AC-F4C2CA2D1D79}" dt="2023-03-23T09:25:59.692" v="2686" actId="478"/>
          <ac:picMkLst>
            <pc:docMk/>
            <pc:sldMk cId="2029018428" sldId="302"/>
            <ac:picMk id="5" creationId="{4161EA41-5495-4744-AD6A-D2A4B7DFE7CB}"/>
          </ac:picMkLst>
        </pc:picChg>
        <pc:picChg chg="del">
          <ac:chgData name="LEUNG Nicole" userId="8ed04819-1a1c-42ab-ae09-44d42575f3a6" providerId="ADAL" clId="{46AED7F8-18BE-4C7E-B9AC-F4C2CA2D1D79}" dt="2023-03-23T09:25:35.043" v="2680" actId="478"/>
          <ac:picMkLst>
            <pc:docMk/>
            <pc:sldMk cId="2029018428" sldId="302"/>
            <ac:picMk id="7" creationId="{A8772CB6-83AC-464C-825D-DC0E6EFAF8B0}"/>
          </ac:picMkLst>
        </pc:picChg>
        <pc:picChg chg="del mod">
          <ac:chgData name="LEUNG Nicole" userId="8ed04819-1a1c-42ab-ae09-44d42575f3a6" providerId="ADAL" clId="{46AED7F8-18BE-4C7E-B9AC-F4C2CA2D1D79}" dt="2023-03-23T09:25:28.556" v="2677" actId="478"/>
          <ac:picMkLst>
            <pc:docMk/>
            <pc:sldMk cId="2029018428" sldId="302"/>
            <ac:picMk id="8" creationId="{ABCAB96B-7833-4E92-A0B2-55C84B0EDF04}"/>
          </ac:picMkLst>
        </pc:picChg>
        <pc:picChg chg="add del mod">
          <ac:chgData name="LEUNG Nicole" userId="8ed04819-1a1c-42ab-ae09-44d42575f3a6" providerId="ADAL" clId="{46AED7F8-18BE-4C7E-B9AC-F4C2CA2D1D79}" dt="2023-03-23T09:25:53.036" v="2683" actId="478"/>
          <ac:picMkLst>
            <pc:docMk/>
            <pc:sldMk cId="2029018428" sldId="302"/>
            <ac:picMk id="9" creationId="{31E63E3A-DEBF-4C13-813B-F9EB96A9DF7C}"/>
          </ac:picMkLst>
        </pc:picChg>
        <pc:picChg chg="add del mod">
          <ac:chgData name="LEUNG Nicole" userId="8ed04819-1a1c-42ab-ae09-44d42575f3a6" providerId="ADAL" clId="{46AED7F8-18BE-4C7E-B9AC-F4C2CA2D1D79}" dt="2023-03-23T09:26:48.316" v="2695" actId="478"/>
          <ac:picMkLst>
            <pc:docMk/>
            <pc:sldMk cId="2029018428" sldId="302"/>
            <ac:picMk id="12" creationId="{510DFA2A-92E1-4576-A4DE-CAA57C94F00A}"/>
          </ac:picMkLst>
        </pc:picChg>
        <pc:picChg chg="add del mod">
          <ac:chgData name="LEUNG Nicole" userId="8ed04819-1a1c-42ab-ae09-44d42575f3a6" providerId="ADAL" clId="{46AED7F8-18BE-4C7E-B9AC-F4C2CA2D1D79}" dt="2023-03-23T09:26:53.315" v="2698" actId="478"/>
          <ac:picMkLst>
            <pc:docMk/>
            <pc:sldMk cId="2029018428" sldId="302"/>
            <ac:picMk id="14" creationId="{2F01AB5F-3BB4-453E-874B-667CA8E50CBE}"/>
          </ac:picMkLst>
        </pc:picChg>
        <pc:picChg chg="add mod">
          <ac:chgData name="LEUNG Nicole" userId="8ed04819-1a1c-42ab-ae09-44d42575f3a6" providerId="ADAL" clId="{46AED7F8-18BE-4C7E-B9AC-F4C2CA2D1D79}" dt="2023-03-28T17:34:21.293" v="3442" actId="1076"/>
          <ac:picMkLst>
            <pc:docMk/>
            <pc:sldMk cId="2029018428" sldId="302"/>
            <ac:picMk id="16" creationId="{114B15C8-2019-497A-B666-31C071882E97}"/>
          </ac:picMkLst>
        </pc:picChg>
        <pc:picChg chg="add mod">
          <ac:chgData name="LEUNG Nicole" userId="8ed04819-1a1c-42ab-ae09-44d42575f3a6" providerId="ADAL" clId="{46AED7F8-18BE-4C7E-B9AC-F4C2CA2D1D79}" dt="2023-03-28T17:34:05.180" v="3440" actId="1076"/>
          <ac:picMkLst>
            <pc:docMk/>
            <pc:sldMk cId="2029018428" sldId="302"/>
            <ac:picMk id="18" creationId="{735C8ED6-74B5-4806-8A40-81F8E51F2A12}"/>
          </ac:picMkLst>
        </pc:picChg>
      </pc:sldChg>
      <pc:sldChg chg="modSp mod">
        <pc:chgData name="LEUNG Nicole" userId="8ed04819-1a1c-42ab-ae09-44d42575f3a6" providerId="ADAL" clId="{46AED7F8-18BE-4C7E-B9AC-F4C2CA2D1D79}" dt="2023-03-24T03:43:18.161" v="2779" actId="255"/>
        <pc:sldMkLst>
          <pc:docMk/>
          <pc:sldMk cId="1724655501" sldId="303"/>
        </pc:sldMkLst>
        <pc:graphicFrameChg chg="modGraphic">
          <ac:chgData name="LEUNG Nicole" userId="8ed04819-1a1c-42ab-ae09-44d42575f3a6" providerId="ADAL" clId="{46AED7F8-18BE-4C7E-B9AC-F4C2CA2D1D79}" dt="2023-03-24T03:43:18.161" v="2779" actId="255"/>
          <ac:graphicFrameMkLst>
            <pc:docMk/>
            <pc:sldMk cId="1724655501" sldId="303"/>
            <ac:graphicFrameMk id="4" creationId="{329D30CB-4423-42B7-9BF7-1D854680E175}"/>
          </ac:graphicFrameMkLst>
        </pc:graphicFrameChg>
      </pc:sldChg>
      <pc:sldChg chg="del">
        <pc:chgData name="LEUNG Nicole" userId="8ed04819-1a1c-42ab-ae09-44d42575f3a6" providerId="ADAL" clId="{46AED7F8-18BE-4C7E-B9AC-F4C2CA2D1D79}" dt="2023-03-20T09:33:52.118" v="1" actId="47"/>
        <pc:sldMkLst>
          <pc:docMk/>
          <pc:sldMk cId="834880465" sldId="305"/>
        </pc:sldMkLst>
      </pc:sldChg>
      <pc:sldChg chg="del">
        <pc:chgData name="LEUNG Nicole" userId="8ed04819-1a1c-42ab-ae09-44d42575f3a6" providerId="ADAL" clId="{46AED7F8-18BE-4C7E-B9AC-F4C2CA2D1D79}" dt="2023-03-21T02:17:40.951" v="457" actId="47"/>
        <pc:sldMkLst>
          <pc:docMk/>
          <pc:sldMk cId="1660519983" sldId="306"/>
        </pc:sldMkLst>
      </pc:sldChg>
      <pc:sldChg chg="modSp mod">
        <pc:chgData name="LEUNG Nicole" userId="8ed04819-1a1c-42ab-ae09-44d42575f3a6" providerId="ADAL" clId="{46AED7F8-18BE-4C7E-B9AC-F4C2CA2D1D79}" dt="2023-03-22T07:27:11.285" v="2224" actId="1076"/>
        <pc:sldMkLst>
          <pc:docMk/>
          <pc:sldMk cId="2696944007" sldId="308"/>
        </pc:sldMkLst>
        <pc:spChg chg="mod">
          <ac:chgData name="LEUNG Nicole" userId="8ed04819-1a1c-42ab-ae09-44d42575f3a6" providerId="ADAL" clId="{46AED7F8-18BE-4C7E-B9AC-F4C2CA2D1D79}" dt="2023-03-22T07:10:49.832" v="2214" actId="14100"/>
          <ac:spMkLst>
            <pc:docMk/>
            <pc:sldMk cId="2696944007" sldId="308"/>
            <ac:spMk id="3" creationId="{BBFE9126-C565-4E94-82E9-A88FDB40D813}"/>
          </ac:spMkLst>
        </pc:spChg>
        <pc:spChg chg="mod">
          <ac:chgData name="LEUNG Nicole" userId="8ed04819-1a1c-42ab-ae09-44d42575f3a6" providerId="ADAL" clId="{46AED7F8-18BE-4C7E-B9AC-F4C2CA2D1D79}" dt="2023-03-22T07:27:11.285" v="2224" actId="1076"/>
          <ac:spMkLst>
            <pc:docMk/>
            <pc:sldMk cId="2696944007" sldId="308"/>
            <ac:spMk id="4" creationId="{579FCE5E-8E3A-4AC7-824D-AF7C0D0C7F6C}"/>
          </ac:spMkLst>
        </pc:spChg>
      </pc:sldChg>
      <pc:sldChg chg="modSp mod">
        <pc:chgData name="LEUNG Nicole" userId="8ed04819-1a1c-42ab-ae09-44d42575f3a6" providerId="ADAL" clId="{46AED7F8-18BE-4C7E-B9AC-F4C2CA2D1D79}" dt="2023-03-21T03:23:35.276" v="1207" actId="14100"/>
        <pc:sldMkLst>
          <pc:docMk/>
          <pc:sldMk cId="1583066299" sldId="309"/>
        </pc:sldMkLst>
        <pc:spChg chg="mod">
          <ac:chgData name="LEUNG Nicole" userId="8ed04819-1a1c-42ab-ae09-44d42575f3a6" providerId="ADAL" clId="{46AED7F8-18BE-4C7E-B9AC-F4C2CA2D1D79}" dt="2023-03-21T03:23:35.276" v="1207" actId="14100"/>
          <ac:spMkLst>
            <pc:docMk/>
            <pc:sldMk cId="1583066299" sldId="309"/>
            <ac:spMk id="2" creationId="{B4E32D6D-1A3A-481F-BADE-19C45032D059}"/>
          </ac:spMkLst>
        </pc:spChg>
      </pc:sldChg>
      <pc:sldChg chg="del">
        <pc:chgData name="LEUNG Nicole" userId="8ed04819-1a1c-42ab-ae09-44d42575f3a6" providerId="ADAL" clId="{46AED7F8-18BE-4C7E-B9AC-F4C2CA2D1D79}" dt="2023-03-22T03:46:19.641" v="1376" actId="2696"/>
        <pc:sldMkLst>
          <pc:docMk/>
          <pc:sldMk cId="4036466995" sldId="310"/>
        </pc:sldMkLst>
      </pc:sldChg>
      <pc:sldChg chg="modSp mod">
        <pc:chgData name="LEUNG Nicole" userId="8ed04819-1a1c-42ab-ae09-44d42575f3a6" providerId="ADAL" clId="{46AED7F8-18BE-4C7E-B9AC-F4C2CA2D1D79}" dt="2023-03-22T02:40:46.314" v="1212" actId="20577"/>
        <pc:sldMkLst>
          <pc:docMk/>
          <pc:sldMk cId="3937487968" sldId="311"/>
        </pc:sldMkLst>
        <pc:spChg chg="mod">
          <ac:chgData name="LEUNG Nicole" userId="8ed04819-1a1c-42ab-ae09-44d42575f3a6" providerId="ADAL" clId="{46AED7F8-18BE-4C7E-B9AC-F4C2CA2D1D79}" dt="2023-03-22T02:40:46.314" v="1212" actId="20577"/>
          <ac:spMkLst>
            <pc:docMk/>
            <pc:sldMk cId="3937487968" sldId="311"/>
            <ac:spMk id="3" creationId="{1DC33D17-7259-4D64-AF40-41E27B5308F1}"/>
          </ac:spMkLst>
        </pc:spChg>
      </pc:sldChg>
      <pc:sldChg chg="addSp delSp modSp mod">
        <pc:chgData name="LEUNG Nicole" userId="8ed04819-1a1c-42ab-ae09-44d42575f3a6" providerId="ADAL" clId="{46AED7F8-18BE-4C7E-B9AC-F4C2CA2D1D79}" dt="2023-03-23T09:26:36.488" v="2694" actId="1076"/>
        <pc:sldMkLst>
          <pc:docMk/>
          <pc:sldMk cId="1724579227" sldId="312"/>
        </pc:sldMkLst>
        <pc:picChg chg="del">
          <ac:chgData name="LEUNG Nicole" userId="8ed04819-1a1c-42ab-ae09-44d42575f3a6" providerId="ADAL" clId="{46AED7F8-18BE-4C7E-B9AC-F4C2CA2D1D79}" dt="2023-03-23T09:26:34.379" v="2692" actId="478"/>
          <ac:picMkLst>
            <pc:docMk/>
            <pc:sldMk cId="1724579227" sldId="312"/>
            <ac:picMk id="5" creationId="{52509BCC-F558-4469-A901-56EB010F716C}"/>
          </ac:picMkLst>
        </pc:picChg>
        <pc:picChg chg="add mod">
          <ac:chgData name="LEUNG Nicole" userId="8ed04819-1a1c-42ab-ae09-44d42575f3a6" providerId="ADAL" clId="{46AED7F8-18BE-4C7E-B9AC-F4C2CA2D1D79}" dt="2023-03-23T09:26:29.670" v="2691" actId="1076"/>
          <ac:picMkLst>
            <pc:docMk/>
            <pc:sldMk cId="1724579227" sldId="312"/>
            <ac:picMk id="6" creationId="{308BCAB9-FAED-4CA3-83A1-DFEB7564ECBF}"/>
          </ac:picMkLst>
        </pc:picChg>
        <pc:picChg chg="del">
          <ac:chgData name="LEUNG Nicole" userId="8ed04819-1a1c-42ab-ae09-44d42575f3a6" providerId="ADAL" clId="{46AED7F8-18BE-4C7E-B9AC-F4C2CA2D1D79}" dt="2023-03-23T09:26:26.350" v="2689" actId="478"/>
          <ac:picMkLst>
            <pc:docMk/>
            <pc:sldMk cId="1724579227" sldId="312"/>
            <ac:picMk id="7" creationId="{1C18B887-2293-41A7-8E7F-E7D25F1DE81E}"/>
          </ac:picMkLst>
        </pc:picChg>
        <pc:picChg chg="add mod">
          <ac:chgData name="LEUNG Nicole" userId="8ed04819-1a1c-42ab-ae09-44d42575f3a6" providerId="ADAL" clId="{46AED7F8-18BE-4C7E-B9AC-F4C2CA2D1D79}" dt="2023-03-23T09:26:36.488" v="2694" actId="1076"/>
          <ac:picMkLst>
            <pc:docMk/>
            <pc:sldMk cId="1724579227" sldId="312"/>
            <ac:picMk id="9" creationId="{EE0CFF38-5A03-49EE-B40E-8B364C3F0431}"/>
          </ac:picMkLst>
        </pc:picChg>
      </pc:sldChg>
      <pc:sldChg chg="del">
        <pc:chgData name="LEUNG Nicole" userId="8ed04819-1a1c-42ab-ae09-44d42575f3a6" providerId="ADAL" clId="{46AED7F8-18BE-4C7E-B9AC-F4C2CA2D1D79}" dt="2023-03-23T09:27:31.188" v="2701" actId="2696"/>
        <pc:sldMkLst>
          <pc:docMk/>
          <pc:sldMk cId="379772369" sldId="313"/>
        </pc:sldMkLst>
      </pc:sldChg>
      <pc:sldChg chg="modSp add mod">
        <pc:chgData name="LEUNG Nicole" userId="8ed04819-1a1c-42ab-ae09-44d42575f3a6" providerId="ADAL" clId="{46AED7F8-18BE-4C7E-B9AC-F4C2CA2D1D79}" dt="2023-03-22T09:21:27.648" v="2304" actId="20577"/>
        <pc:sldMkLst>
          <pc:docMk/>
          <pc:sldMk cId="3390811765" sldId="315"/>
        </pc:sldMkLst>
        <pc:spChg chg="mod">
          <ac:chgData name="LEUNG Nicole" userId="8ed04819-1a1c-42ab-ae09-44d42575f3a6" providerId="ADAL" clId="{46AED7F8-18BE-4C7E-B9AC-F4C2CA2D1D79}" dt="2023-03-22T09:21:27.648" v="2304" actId="20577"/>
          <ac:spMkLst>
            <pc:docMk/>
            <pc:sldMk cId="3390811765" sldId="315"/>
            <ac:spMk id="3" creationId="{38279423-2A7B-42E7-9AAD-819A01DEF59F}"/>
          </ac:spMkLst>
        </pc:spChg>
      </pc:sldChg>
      <pc:sldChg chg="modSp add mod">
        <pc:chgData name="LEUNG Nicole" userId="8ed04819-1a1c-42ab-ae09-44d42575f3a6" providerId="ADAL" clId="{46AED7F8-18BE-4C7E-B9AC-F4C2CA2D1D79}" dt="2023-03-22T09:22:44.171" v="2311" actId="13926"/>
        <pc:sldMkLst>
          <pc:docMk/>
          <pc:sldMk cId="3217505827" sldId="316"/>
        </pc:sldMkLst>
        <pc:spChg chg="mod">
          <ac:chgData name="LEUNG Nicole" userId="8ed04819-1a1c-42ab-ae09-44d42575f3a6" providerId="ADAL" clId="{46AED7F8-18BE-4C7E-B9AC-F4C2CA2D1D79}" dt="2023-03-22T09:22:44.171" v="2311" actId="13926"/>
          <ac:spMkLst>
            <pc:docMk/>
            <pc:sldMk cId="3217505827" sldId="316"/>
            <ac:spMk id="3" creationId="{16DF9936-5C66-4D34-A98D-6A0722AE50E0}"/>
          </ac:spMkLst>
        </pc:spChg>
      </pc:sldChg>
      <pc:sldChg chg="modSp new mod">
        <pc:chgData name="LEUNG Nicole" userId="8ed04819-1a1c-42ab-ae09-44d42575f3a6" providerId="ADAL" clId="{46AED7F8-18BE-4C7E-B9AC-F4C2CA2D1D79}" dt="2023-03-22T06:34:04.240" v="2196" actId="313"/>
        <pc:sldMkLst>
          <pc:docMk/>
          <pc:sldMk cId="2343557002" sldId="317"/>
        </pc:sldMkLst>
        <pc:spChg chg="mod">
          <ac:chgData name="LEUNG Nicole" userId="8ed04819-1a1c-42ab-ae09-44d42575f3a6" providerId="ADAL" clId="{46AED7F8-18BE-4C7E-B9AC-F4C2CA2D1D79}" dt="2023-03-22T05:24:34.036" v="1580" actId="20577"/>
          <ac:spMkLst>
            <pc:docMk/>
            <pc:sldMk cId="2343557002" sldId="317"/>
            <ac:spMk id="2" creationId="{67EBEA2C-9D3F-451F-B2CF-5E072A61EA51}"/>
          </ac:spMkLst>
        </pc:spChg>
        <pc:spChg chg="mod">
          <ac:chgData name="LEUNG Nicole" userId="8ed04819-1a1c-42ab-ae09-44d42575f3a6" providerId="ADAL" clId="{46AED7F8-18BE-4C7E-B9AC-F4C2CA2D1D79}" dt="2023-03-22T06:34:04.240" v="2196" actId="313"/>
          <ac:spMkLst>
            <pc:docMk/>
            <pc:sldMk cId="2343557002" sldId="317"/>
            <ac:spMk id="3" creationId="{9342268B-A687-4F1D-8190-3F35F31E4B51}"/>
          </ac:spMkLst>
        </pc:spChg>
      </pc:sldChg>
      <pc:sldChg chg="add">
        <pc:chgData name="LEUNG Nicole" userId="8ed04819-1a1c-42ab-ae09-44d42575f3a6" providerId="ADAL" clId="{46AED7F8-18BE-4C7E-B9AC-F4C2CA2D1D79}" dt="2023-03-22T07:07:44.961" v="2213"/>
        <pc:sldMkLst>
          <pc:docMk/>
          <pc:sldMk cId="1565561515" sldId="318"/>
        </pc:sldMkLst>
      </pc:sldChg>
      <pc:sldChg chg="addSp delSp modSp new del mod">
        <pc:chgData name="LEUNG Nicole" userId="8ed04819-1a1c-42ab-ae09-44d42575f3a6" providerId="ADAL" clId="{46AED7F8-18BE-4C7E-B9AC-F4C2CA2D1D79}" dt="2023-03-22T07:07:39.550" v="2210" actId="2696"/>
        <pc:sldMkLst>
          <pc:docMk/>
          <pc:sldMk cId="2975975160" sldId="318"/>
        </pc:sldMkLst>
        <pc:spChg chg="mod">
          <ac:chgData name="LEUNG Nicole" userId="8ed04819-1a1c-42ab-ae09-44d42575f3a6" providerId="ADAL" clId="{46AED7F8-18BE-4C7E-B9AC-F4C2CA2D1D79}" dt="2023-03-22T05:44:34.270" v="1632" actId="20577"/>
          <ac:spMkLst>
            <pc:docMk/>
            <pc:sldMk cId="2975975160" sldId="318"/>
            <ac:spMk id="2" creationId="{164F2797-9A88-4DC8-A740-847E5C61C5E0}"/>
          </ac:spMkLst>
        </pc:spChg>
        <pc:spChg chg="del">
          <ac:chgData name="LEUNG Nicole" userId="8ed04819-1a1c-42ab-ae09-44d42575f3a6" providerId="ADAL" clId="{46AED7F8-18BE-4C7E-B9AC-F4C2CA2D1D79}" dt="2023-03-22T05:44:52.947" v="1635" actId="478"/>
          <ac:spMkLst>
            <pc:docMk/>
            <pc:sldMk cId="2975975160" sldId="318"/>
            <ac:spMk id="3" creationId="{413F9A91-551F-47DB-8AA8-8EFC6B10B354}"/>
          </ac:spMkLst>
        </pc:spChg>
        <pc:picChg chg="add mod">
          <ac:chgData name="LEUNG Nicole" userId="8ed04819-1a1c-42ab-ae09-44d42575f3a6" providerId="ADAL" clId="{46AED7F8-18BE-4C7E-B9AC-F4C2CA2D1D79}" dt="2023-03-22T06:03:32.848" v="1699" actId="1076"/>
          <ac:picMkLst>
            <pc:docMk/>
            <pc:sldMk cId="2975975160" sldId="318"/>
            <ac:picMk id="5" creationId="{C43E2393-659D-447A-8DB8-76508D89D65D}"/>
          </ac:picMkLst>
        </pc:picChg>
        <pc:picChg chg="add del mod">
          <ac:chgData name="LEUNG Nicole" userId="8ed04819-1a1c-42ab-ae09-44d42575f3a6" providerId="ADAL" clId="{46AED7F8-18BE-4C7E-B9AC-F4C2CA2D1D79}" dt="2023-03-22T05:45:07.077" v="1638" actId="478"/>
          <ac:picMkLst>
            <pc:docMk/>
            <pc:sldMk cId="2975975160" sldId="318"/>
            <ac:picMk id="7" creationId="{59DC28C3-5167-4851-AF18-2DA1D2007536}"/>
          </ac:picMkLst>
        </pc:picChg>
        <pc:picChg chg="add del mod">
          <ac:chgData name="LEUNG Nicole" userId="8ed04819-1a1c-42ab-ae09-44d42575f3a6" providerId="ADAL" clId="{46AED7F8-18BE-4C7E-B9AC-F4C2CA2D1D79}" dt="2023-03-22T05:48:34.148" v="1643" actId="478"/>
          <ac:picMkLst>
            <pc:docMk/>
            <pc:sldMk cId="2975975160" sldId="318"/>
            <ac:picMk id="9" creationId="{C5893FAE-FA89-4AC1-83A9-733AF6819E3F}"/>
          </ac:picMkLst>
        </pc:picChg>
        <pc:picChg chg="add del mod">
          <ac:chgData name="LEUNG Nicole" userId="8ed04819-1a1c-42ab-ae09-44d42575f3a6" providerId="ADAL" clId="{46AED7F8-18BE-4C7E-B9AC-F4C2CA2D1D79}" dt="2023-03-22T05:48:40.004" v="1646" actId="478"/>
          <ac:picMkLst>
            <pc:docMk/>
            <pc:sldMk cId="2975975160" sldId="318"/>
            <ac:picMk id="11" creationId="{72B94089-D1AF-4680-B724-BB9E725F0686}"/>
          </ac:picMkLst>
        </pc:picChg>
        <pc:picChg chg="add del mod">
          <ac:chgData name="LEUNG Nicole" userId="8ed04819-1a1c-42ab-ae09-44d42575f3a6" providerId="ADAL" clId="{46AED7F8-18BE-4C7E-B9AC-F4C2CA2D1D79}" dt="2023-03-22T05:57:53.309" v="1664" actId="21"/>
          <ac:picMkLst>
            <pc:docMk/>
            <pc:sldMk cId="2975975160" sldId="318"/>
            <ac:picMk id="13" creationId="{FC9B3889-4141-4C8E-90F4-F22305C668D8}"/>
          </ac:picMkLst>
        </pc:picChg>
      </pc:sldChg>
      <pc:sldChg chg="delSp add setBg delDesignElem">
        <pc:chgData name="LEUNG Nicole" userId="8ed04819-1a1c-42ab-ae09-44d42575f3a6" providerId="ADAL" clId="{46AED7F8-18BE-4C7E-B9AC-F4C2CA2D1D79}" dt="2023-03-22T07:07:44.961" v="2213"/>
        <pc:sldMkLst>
          <pc:docMk/>
          <pc:sldMk cId="1059160177" sldId="319"/>
        </pc:sldMkLst>
        <pc:spChg chg="del">
          <ac:chgData name="LEUNG Nicole" userId="8ed04819-1a1c-42ab-ae09-44d42575f3a6" providerId="ADAL" clId="{46AED7F8-18BE-4C7E-B9AC-F4C2CA2D1D79}" dt="2023-03-22T07:07:44.961" v="2213"/>
          <ac:spMkLst>
            <pc:docMk/>
            <pc:sldMk cId="1059160177" sldId="319"/>
            <ac:spMk id="10" creationId="{1A95671B-3CC6-4792-9114-B74FAEA224E6}"/>
          </ac:spMkLst>
        </pc:spChg>
      </pc:sldChg>
      <pc:sldChg chg="addSp delSp modSp new del mod setBg">
        <pc:chgData name="LEUNG Nicole" userId="8ed04819-1a1c-42ab-ae09-44d42575f3a6" providerId="ADAL" clId="{46AED7F8-18BE-4C7E-B9AC-F4C2CA2D1D79}" dt="2023-03-22T07:07:39.550" v="2210" actId="2696"/>
        <pc:sldMkLst>
          <pc:docMk/>
          <pc:sldMk cId="3076973922" sldId="319"/>
        </pc:sldMkLst>
        <pc:spChg chg="del mod">
          <ac:chgData name="LEUNG Nicole" userId="8ed04819-1a1c-42ab-ae09-44d42575f3a6" providerId="ADAL" clId="{46AED7F8-18BE-4C7E-B9AC-F4C2CA2D1D79}" dt="2023-03-22T06:04:01.011" v="1701" actId="478"/>
          <ac:spMkLst>
            <pc:docMk/>
            <pc:sldMk cId="3076973922" sldId="319"/>
            <ac:spMk id="2" creationId="{C7784F2D-B30F-49BF-9434-1FBE1A3160F7}"/>
          </ac:spMkLst>
        </pc:spChg>
        <pc:spChg chg="del mod">
          <ac:chgData name="LEUNG Nicole" userId="8ed04819-1a1c-42ab-ae09-44d42575f3a6" providerId="ADAL" clId="{46AED7F8-18BE-4C7E-B9AC-F4C2CA2D1D79}" dt="2023-03-22T05:57:36.032" v="1662" actId="478"/>
          <ac:spMkLst>
            <pc:docMk/>
            <pc:sldMk cId="3076973922" sldId="319"/>
            <ac:spMk id="3" creationId="{06082541-86C6-4034-9B5E-0A0F3A8597C8}"/>
          </ac:spMkLst>
        </pc:spChg>
        <pc:spChg chg="add del">
          <ac:chgData name="LEUNG Nicole" userId="8ed04819-1a1c-42ab-ae09-44d42575f3a6" providerId="ADAL" clId="{46AED7F8-18BE-4C7E-B9AC-F4C2CA2D1D79}" dt="2023-03-22T05:58:57.563" v="1679" actId="26606"/>
          <ac:spMkLst>
            <pc:docMk/>
            <pc:sldMk cId="3076973922" sldId="319"/>
            <ac:spMk id="10" creationId="{1A95671B-3CC6-4792-9114-B74FAEA224E6}"/>
          </ac:spMkLst>
        </pc:spChg>
        <pc:spChg chg="add del">
          <ac:chgData name="LEUNG Nicole" userId="8ed04819-1a1c-42ab-ae09-44d42575f3a6" providerId="ADAL" clId="{46AED7F8-18BE-4C7E-B9AC-F4C2CA2D1D79}" dt="2023-03-22T05:58:57.563" v="1679" actId="26606"/>
          <ac:spMkLst>
            <pc:docMk/>
            <pc:sldMk cId="3076973922" sldId="319"/>
            <ac:spMk id="16" creationId="{7C98A213-5994-475E-B327-DC6EC27FBA8B}"/>
          </ac:spMkLst>
        </pc:spChg>
        <pc:spChg chg="add del">
          <ac:chgData name="LEUNG Nicole" userId="8ed04819-1a1c-42ab-ae09-44d42575f3a6" providerId="ADAL" clId="{46AED7F8-18BE-4C7E-B9AC-F4C2CA2D1D79}" dt="2023-03-22T05:58:57.563" v="1679" actId="26606"/>
          <ac:spMkLst>
            <pc:docMk/>
            <pc:sldMk cId="3076973922" sldId="319"/>
            <ac:spMk id="18" creationId="{4B030A0D-0DAD-4A99-89BB-419527D6A64B}"/>
          </ac:spMkLst>
        </pc:spChg>
        <pc:picChg chg="add del mod">
          <ac:chgData name="LEUNG Nicole" userId="8ed04819-1a1c-42ab-ae09-44d42575f3a6" providerId="ADAL" clId="{46AED7F8-18BE-4C7E-B9AC-F4C2CA2D1D79}" dt="2023-03-22T05:57:28.947" v="1659" actId="478"/>
          <ac:picMkLst>
            <pc:docMk/>
            <pc:sldMk cId="3076973922" sldId="319"/>
            <ac:picMk id="5" creationId="{370FE495-7A12-47A7-A820-E11E3C22C9F3}"/>
          </ac:picMkLst>
        </pc:picChg>
        <pc:picChg chg="add mod">
          <ac:chgData name="LEUNG Nicole" userId="8ed04819-1a1c-42ab-ae09-44d42575f3a6" providerId="ADAL" clId="{46AED7F8-18BE-4C7E-B9AC-F4C2CA2D1D79}" dt="2023-03-22T06:31:28.421" v="2186" actId="14100"/>
          <ac:picMkLst>
            <pc:docMk/>
            <pc:sldMk cId="3076973922" sldId="319"/>
            <ac:picMk id="7" creationId="{4F2D8885-2879-4021-AD25-3AE9A8096843}"/>
          </ac:picMkLst>
        </pc:picChg>
        <pc:picChg chg="add mod ord">
          <ac:chgData name="LEUNG Nicole" userId="8ed04819-1a1c-42ab-ae09-44d42575f3a6" providerId="ADAL" clId="{46AED7F8-18BE-4C7E-B9AC-F4C2CA2D1D79}" dt="2023-03-22T06:04:10.933" v="1704" actId="1076"/>
          <ac:picMkLst>
            <pc:docMk/>
            <pc:sldMk cId="3076973922" sldId="319"/>
            <ac:picMk id="9" creationId="{176CF9F8-6084-48D4-BA3C-4D1C0346C9D5}"/>
          </ac:picMkLst>
        </pc:picChg>
        <pc:picChg chg="add mod">
          <ac:chgData name="LEUNG Nicole" userId="8ed04819-1a1c-42ab-ae09-44d42575f3a6" providerId="ADAL" clId="{46AED7F8-18BE-4C7E-B9AC-F4C2CA2D1D79}" dt="2023-03-22T06:04:19.637" v="1706" actId="1076"/>
          <ac:picMkLst>
            <pc:docMk/>
            <pc:sldMk cId="3076973922" sldId="319"/>
            <ac:picMk id="11" creationId="{F7FF54D0-84C9-4483-AE8F-198B5CF48592}"/>
          </ac:picMkLst>
        </pc:picChg>
        <pc:picChg chg="add mod">
          <ac:chgData name="LEUNG Nicole" userId="8ed04819-1a1c-42ab-ae09-44d42575f3a6" providerId="ADAL" clId="{46AED7F8-18BE-4C7E-B9AC-F4C2CA2D1D79}" dt="2023-03-22T06:04:06.242" v="1703" actId="1076"/>
          <ac:picMkLst>
            <pc:docMk/>
            <pc:sldMk cId="3076973922" sldId="319"/>
            <ac:picMk id="13" creationId="{97A1868A-B8CD-4FC7-9EB6-7A0CD4210F49}"/>
          </ac:picMkLst>
        </pc:picChg>
      </pc:sldChg>
      <pc:sldChg chg="new del">
        <pc:chgData name="LEUNG Nicole" userId="8ed04819-1a1c-42ab-ae09-44d42575f3a6" providerId="ADAL" clId="{46AED7F8-18BE-4C7E-B9AC-F4C2CA2D1D79}" dt="2023-03-22T06:03:27.404" v="1697" actId="2696"/>
        <pc:sldMkLst>
          <pc:docMk/>
          <pc:sldMk cId="3225223899" sldId="320"/>
        </pc:sldMkLst>
      </pc:sldChg>
      <pc:sldChg chg="add">
        <pc:chgData name="LEUNG Nicole" userId="8ed04819-1a1c-42ab-ae09-44d42575f3a6" providerId="ADAL" clId="{46AED7F8-18BE-4C7E-B9AC-F4C2CA2D1D79}" dt="2023-03-22T07:07:44.961" v="2213"/>
        <pc:sldMkLst>
          <pc:docMk/>
          <pc:sldMk cId="755391499" sldId="321"/>
        </pc:sldMkLst>
      </pc:sldChg>
      <pc:sldChg chg="addSp delSp modSp new del mod">
        <pc:chgData name="LEUNG Nicole" userId="8ed04819-1a1c-42ab-ae09-44d42575f3a6" providerId="ADAL" clId="{46AED7F8-18BE-4C7E-B9AC-F4C2CA2D1D79}" dt="2023-03-22T07:07:39.550" v="2210" actId="2696"/>
        <pc:sldMkLst>
          <pc:docMk/>
          <pc:sldMk cId="3016156902" sldId="321"/>
        </pc:sldMkLst>
        <pc:spChg chg="del">
          <ac:chgData name="LEUNG Nicole" userId="8ed04819-1a1c-42ab-ae09-44d42575f3a6" providerId="ADAL" clId="{46AED7F8-18BE-4C7E-B9AC-F4C2CA2D1D79}" dt="2023-03-22T06:11:32.511" v="2167" actId="478"/>
          <ac:spMkLst>
            <pc:docMk/>
            <pc:sldMk cId="3016156902" sldId="321"/>
            <ac:spMk id="2" creationId="{4D15E652-1958-42A2-8C54-C1280982E655}"/>
          </ac:spMkLst>
        </pc:spChg>
        <pc:spChg chg="mod ord">
          <ac:chgData name="LEUNG Nicole" userId="8ed04819-1a1c-42ab-ae09-44d42575f3a6" providerId="ADAL" clId="{46AED7F8-18BE-4C7E-B9AC-F4C2CA2D1D79}" dt="2023-03-22T06:12:16.896" v="2182" actId="20577"/>
          <ac:spMkLst>
            <pc:docMk/>
            <pc:sldMk cId="3016156902" sldId="321"/>
            <ac:spMk id="3" creationId="{EB57EC2E-D10C-4115-A6AF-5B5EE6482C00}"/>
          </ac:spMkLst>
        </pc:spChg>
        <pc:picChg chg="add mod">
          <ac:chgData name="LEUNG Nicole" userId="8ed04819-1a1c-42ab-ae09-44d42575f3a6" providerId="ADAL" clId="{46AED7F8-18BE-4C7E-B9AC-F4C2CA2D1D79}" dt="2023-03-22T06:11:31.094" v="2166" actId="14100"/>
          <ac:picMkLst>
            <pc:docMk/>
            <pc:sldMk cId="3016156902" sldId="321"/>
            <ac:picMk id="5" creationId="{93A6E2F8-D542-45A6-830D-1BFD1DA2FCAE}"/>
          </ac:picMkLst>
        </pc:picChg>
        <pc:picChg chg="add mod">
          <ac:chgData name="LEUNG Nicole" userId="8ed04819-1a1c-42ab-ae09-44d42575f3a6" providerId="ADAL" clId="{46AED7F8-18BE-4C7E-B9AC-F4C2CA2D1D79}" dt="2023-03-22T06:11:40.326" v="2169" actId="14100"/>
          <ac:picMkLst>
            <pc:docMk/>
            <pc:sldMk cId="3016156902" sldId="321"/>
            <ac:picMk id="7" creationId="{35F07CFD-DA67-44B3-9388-695B3D565255}"/>
          </ac:picMkLst>
        </pc:picChg>
        <pc:picChg chg="add mod">
          <ac:chgData name="LEUNG Nicole" userId="8ed04819-1a1c-42ab-ae09-44d42575f3a6" providerId="ADAL" clId="{46AED7F8-18BE-4C7E-B9AC-F4C2CA2D1D79}" dt="2023-03-22T06:11:47.739" v="2172" actId="1076"/>
          <ac:picMkLst>
            <pc:docMk/>
            <pc:sldMk cId="3016156902" sldId="321"/>
            <ac:picMk id="9" creationId="{08B27B97-2012-40EF-AFF2-8BE74590E570}"/>
          </ac:picMkLst>
        </pc:picChg>
        <pc:picChg chg="add mod">
          <ac:chgData name="LEUNG Nicole" userId="8ed04819-1a1c-42ab-ae09-44d42575f3a6" providerId="ADAL" clId="{46AED7F8-18BE-4C7E-B9AC-F4C2CA2D1D79}" dt="2023-03-22T06:11:56.891" v="2176" actId="14100"/>
          <ac:picMkLst>
            <pc:docMk/>
            <pc:sldMk cId="3016156902" sldId="321"/>
            <ac:picMk id="11" creationId="{B59BF4F0-F592-438C-8D21-A1904B8908FB}"/>
          </ac:picMkLst>
        </pc:picChg>
      </pc:sldChg>
      <pc:sldChg chg="new del">
        <pc:chgData name="LEUNG Nicole" userId="8ed04819-1a1c-42ab-ae09-44d42575f3a6" providerId="ADAL" clId="{46AED7F8-18BE-4C7E-B9AC-F4C2CA2D1D79}" dt="2023-03-23T09:18:14.480" v="2645" actId="2696"/>
        <pc:sldMkLst>
          <pc:docMk/>
          <pc:sldMk cId="3752621791" sldId="322"/>
        </pc:sldMkLst>
      </pc:sldChg>
      <pc:sldChg chg="addSp delSp modSp new mod ord">
        <pc:chgData name="LEUNG Nicole" userId="8ed04819-1a1c-42ab-ae09-44d42575f3a6" providerId="ADAL" clId="{46AED7F8-18BE-4C7E-B9AC-F4C2CA2D1D79}" dt="2023-03-23T09:17:44.090" v="2644"/>
        <pc:sldMkLst>
          <pc:docMk/>
          <pc:sldMk cId="3138354313" sldId="323"/>
        </pc:sldMkLst>
        <pc:spChg chg="del">
          <ac:chgData name="LEUNG Nicole" userId="8ed04819-1a1c-42ab-ae09-44d42575f3a6" providerId="ADAL" clId="{46AED7F8-18BE-4C7E-B9AC-F4C2CA2D1D79}" dt="2023-03-23T09:17:36.373" v="2642" actId="478"/>
          <ac:spMkLst>
            <pc:docMk/>
            <pc:sldMk cId="3138354313" sldId="323"/>
            <ac:spMk id="2" creationId="{BC32BAFC-9449-4227-B728-501DAF51AF88}"/>
          </ac:spMkLst>
        </pc:spChg>
        <pc:spChg chg="del">
          <ac:chgData name="LEUNG Nicole" userId="8ed04819-1a1c-42ab-ae09-44d42575f3a6" providerId="ADAL" clId="{46AED7F8-18BE-4C7E-B9AC-F4C2CA2D1D79}" dt="2023-03-23T09:17:35.138" v="2641" actId="478"/>
          <ac:spMkLst>
            <pc:docMk/>
            <pc:sldMk cId="3138354313" sldId="323"/>
            <ac:spMk id="3" creationId="{E2695FCF-E8CF-4B83-9EF8-8F5311F6AC71}"/>
          </ac:spMkLst>
        </pc:spChg>
        <pc:picChg chg="add mod">
          <ac:chgData name="LEUNG Nicole" userId="8ed04819-1a1c-42ab-ae09-44d42575f3a6" providerId="ADAL" clId="{46AED7F8-18BE-4C7E-B9AC-F4C2CA2D1D79}" dt="2023-03-23T09:17:29.461" v="2639" actId="14100"/>
          <ac:picMkLst>
            <pc:docMk/>
            <pc:sldMk cId="3138354313" sldId="323"/>
            <ac:picMk id="5" creationId="{ED433F08-4168-407A-9984-7AD5B6044148}"/>
          </ac:picMkLst>
        </pc:picChg>
        <pc:picChg chg="add mod">
          <ac:chgData name="LEUNG Nicole" userId="8ed04819-1a1c-42ab-ae09-44d42575f3a6" providerId="ADAL" clId="{46AED7F8-18BE-4C7E-B9AC-F4C2CA2D1D79}" dt="2023-03-23T09:17:32.309" v="2640" actId="14100"/>
          <ac:picMkLst>
            <pc:docMk/>
            <pc:sldMk cId="3138354313" sldId="323"/>
            <ac:picMk id="7" creationId="{D8385936-414D-4CD3-87C3-322F7081F59E}"/>
          </ac:picMkLst>
        </pc:picChg>
      </pc:sldChg>
      <pc:sldChg chg="addSp delSp modSp mod">
        <pc:chgData name="LEUNG Nicole" userId="8ed04819-1a1c-42ab-ae09-44d42575f3a6" providerId="ADAL" clId="{46AED7F8-18BE-4C7E-B9AC-F4C2CA2D1D79}" dt="2023-03-27T03:30:21.004" v="3264" actId="20577"/>
        <pc:sldMkLst>
          <pc:docMk/>
          <pc:sldMk cId="685052390" sldId="324"/>
        </pc:sldMkLst>
        <pc:spChg chg="add mod">
          <ac:chgData name="LEUNG Nicole" userId="8ed04819-1a1c-42ab-ae09-44d42575f3a6" providerId="ADAL" clId="{46AED7F8-18BE-4C7E-B9AC-F4C2CA2D1D79}" dt="2023-03-24T10:12:32.655" v="3014" actId="1076"/>
          <ac:spMkLst>
            <pc:docMk/>
            <pc:sldMk cId="685052390" sldId="324"/>
            <ac:spMk id="7" creationId="{1C923572-75D1-4013-BD55-03F47BADD876}"/>
          </ac:spMkLst>
        </pc:spChg>
        <pc:spChg chg="mod">
          <ac:chgData name="LEUNG Nicole" userId="8ed04819-1a1c-42ab-ae09-44d42575f3a6" providerId="ADAL" clId="{46AED7F8-18BE-4C7E-B9AC-F4C2CA2D1D79}" dt="2023-03-27T03:29:57.510" v="3263" actId="1076"/>
          <ac:spMkLst>
            <pc:docMk/>
            <pc:sldMk cId="685052390" sldId="324"/>
            <ac:spMk id="8" creationId="{ACACAFAB-4930-4CFE-AD1A-44985FAC3B14}"/>
          </ac:spMkLst>
        </pc:spChg>
        <pc:spChg chg="add mod">
          <ac:chgData name="LEUNG Nicole" userId="8ed04819-1a1c-42ab-ae09-44d42575f3a6" providerId="ADAL" clId="{46AED7F8-18BE-4C7E-B9AC-F4C2CA2D1D79}" dt="2023-03-27T02:52:44.254" v="3240" actId="1076"/>
          <ac:spMkLst>
            <pc:docMk/>
            <pc:sldMk cId="685052390" sldId="324"/>
            <ac:spMk id="9" creationId="{9B610A0A-A807-4235-8BB1-F0CB168CB21A}"/>
          </ac:spMkLst>
        </pc:spChg>
        <pc:spChg chg="add mod">
          <ac:chgData name="LEUNG Nicole" userId="8ed04819-1a1c-42ab-ae09-44d42575f3a6" providerId="ADAL" clId="{46AED7F8-18BE-4C7E-B9AC-F4C2CA2D1D79}" dt="2023-03-24T10:19:31.679" v="3094" actId="688"/>
          <ac:spMkLst>
            <pc:docMk/>
            <pc:sldMk cId="685052390" sldId="324"/>
            <ac:spMk id="10" creationId="{998ACEB0-0BC7-4E30-A153-38F9EA57121C}"/>
          </ac:spMkLst>
        </pc:spChg>
        <pc:spChg chg="add mod">
          <ac:chgData name="LEUNG Nicole" userId="8ed04819-1a1c-42ab-ae09-44d42575f3a6" providerId="ADAL" clId="{46AED7F8-18BE-4C7E-B9AC-F4C2CA2D1D79}" dt="2023-03-24T10:19:17.470" v="3089" actId="1076"/>
          <ac:spMkLst>
            <pc:docMk/>
            <pc:sldMk cId="685052390" sldId="324"/>
            <ac:spMk id="14" creationId="{2B06C150-EBE6-483B-B164-9DADAA66B82A}"/>
          </ac:spMkLst>
        </pc:spChg>
        <pc:spChg chg="mod">
          <ac:chgData name="LEUNG Nicole" userId="8ed04819-1a1c-42ab-ae09-44d42575f3a6" providerId="ADAL" clId="{46AED7F8-18BE-4C7E-B9AC-F4C2CA2D1D79}" dt="2023-03-24T10:26:47.919" v="3203" actId="1076"/>
          <ac:spMkLst>
            <pc:docMk/>
            <pc:sldMk cId="685052390" sldId="324"/>
            <ac:spMk id="15" creationId="{FE01B4FE-6411-477A-998F-2C14F0F7DD43}"/>
          </ac:spMkLst>
        </pc:spChg>
        <pc:spChg chg="add del">
          <ac:chgData name="LEUNG Nicole" userId="8ed04819-1a1c-42ab-ae09-44d42575f3a6" providerId="ADAL" clId="{46AED7F8-18BE-4C7E-B9AC-F4C2CA2D1D79}" dt="2023-03-24T10:13:18.032" v="3016" actId="478"/>
          <ac:spMkLst>
            <pc:docMk/>
            <pc:sldMk cId="685052390" sldId="324"/>
            <ac:spMk id="20" creationId="{3FF0E947-3263-4834-8B48-CBA67C4E3350}"/>
          </ac:spMkLst>
        </pc:spChg>
        <pc:spChg chg="add mod">
          <ac:chgData name="LEUNG Nicole" userId="8ed04819-1a1c-42ab-ae09-44d42575f3a6" providerId="ADAL" clId="{46AED7F8-18BE-4C7E-B9AC-F4C2CA2D1D79}" dt="2023-03-24T10:15:09.833" v="3028" actId="14100"/>
          <ac:spMkLst>
            <pc:docMk/>
            <pc:sldMk cId="685052390" sldId="324"/>
            <ac:spMk id="24" creationId="{5AB93E4E-E4F3-45EF-B769-F80A40A3D317}"/>
          </ac:spMkLst>
        </pc:spChg>
        <pc:spChg chg="add mod">
          <ac:chgData name="LEUNG Nicole" userId="8ed04819-1a1c-42ab-ae09-44d42575f3a6" providerId="ADAL" clId="{46AED7F8-18BE-4C7E-B9AC-F4C2CA2D1D79}" dt="2023-03-27T03:30:21.004" v="3264" actId="20577"/>
          <ac:spMkLst>
            <pc:docMk/>
            <pc:sldMk cId="685052390" sldId="324"/>
            <ac:spMk id="26" creationId="{818922C5-BB94-4905-B298-6AE31E0E1A7F}"/>
          </ac:spMkLst>
        </pc:spChg>
        <pc:spChg chg="add del mod">
          <ac:chgData name="LEUNG Nicole" userId="8ed04819-1a1c-42ab-ae09-44d42575f3a6" providerId="ADAL" clId="{46AED7F8-18BE-4C7E-B9AC-F4C2CA2D1D79}" dt="2023-03-24T10:25:59.070" v="3162" actId="478"/>
          <ac:spMkLst>
            <pc:docMk/>
            <pc:sldMk cId="685052390" sldId="324"/>
            <ac:spMk id="27" creationId="{1A9ED5E1-48FD-4185-BF99-8F8E0B7BBA88}"/>
          </ac:spMkLst>
        </pc:spChg>
        <pc:spChg chg="add del mod">
          <ac:chgData name="LEUNG Nicole" userId="8ed04819-1a1c-42ab-ae09-44d42575f3a6" providerId="ADAL" clId="{46AED7F8-18BE-4C7E-B9AC-F4C2CA2D1D79}" dt="2023-03-24T10:25:57.401" v="3161" actId="478"/>
          <ac:spMkLst>
            <pc:docMk/>
            <pc:sldMk cId="685052390" sldId="324"/>
            <ac:spMk id="28" creationId="{4F0027DD-ABC7-4AF4-BFC4-F9FB5711F997}"/>
          </ac:spMkLst>
        </pc:spChg>
        <pc:spChg chg="add mod">
          <ac:chgData name="LEUNG Nicole" userId="8ed04819-1a1c-42ab-ae09-44d42575f3a6" providerId="ADAL" clId="{46AED7F8-18BE-4C7E-B9AC-F4C2CA2D1D79}" dt="2023-03-24T10:21:33.213" v="3131" actId="1076"/>
          <ac:spMkLst>
            <pc:docMk/>
            <pc:sldMk cId="685052390" sldId="324"/>
            <ac:spMk id="29" creationId="{B1D27924-AF5D-4649-B780-A5D4918CA5C0}"/>
          </ac:spMkLst>
        </pc:spChg>
        <pc:spChg chg="add mod">
          <ac:chgData name="LEUNG Nicole" userId="8ed04819-1a1c-42ab-ae09-44d42575f3a6" providerId="ADAL" clId="{46AED7F8-18BE-4C7E-B9AC-F4C2CA2D1D79}" dt="2023-03-24T10:19:28.220" v="3093" actId="1076"/>
          <ac:spMkLst>
            <pc:docMk/>
            <pc:sldMk cId="685052390" sldId="324"/>
            <ac:spMk id="30" creationId="{A99FE39C-236C-4D51-8C3D-5233222958F0}"/>
          </ac:spMkLst>
        </pc:spChg>
        <pc:spChg chg="add">
          <ac:chgData name="LEUNG Nicole" userId="8ed04819-1a1c-42ab-ae09-44d42575f3a6" providerId="ADAL" clId="{46AED7F8-18BE-4C7E-B9AC-F4C2CA2D1D79}" dt="2023-03-24T10:24:57.909" v="3149" actId="11529"/>
          <ac:spMkLst>
            <pc:docMk/>
            <pc:sldMk cId="685052390" sldId="324"/>
            <ac:spMk id="32" creationId="{A8B24CE1-1381-4D59-A4C4-3AD4D3968F47}"/>
          </ac:spMkLst>
        </pc:spChg>
        <pc:spChg chg="add mod">
          <ac:chgData name="LEUNG Nicole" userId="8ed04819-1a1c-42ab-ae09-44d42575f3a6" providerId="ADAL" clId="{46AED7F8-18BE-4C7E-B9AC-F4C2CA2D1D79}" dt="2023-03-24T10:26:51.672" v="3204" actId="14100"/>
          <ac:spMkLst>
            <pc:docMk/>
            <pc:sldMk cId="685052390" sldId="324"/>
            <ac:spMk id="33" creationId="{5CF35FAB-F10C-47EA-8B85-33301370A547}"/>
          </ac:spMkLst>
        </pc:spChg>
        <pc:picChg chg="del mod">
          <ac:chgData name="LEUNG Nicole" userId="8ed04819-1a1c-42ab-ae09-44d42575f3a6" providerId="ADAL" clId="{46AED7F8-18BE-4C7E-B9AC-F4C2CA2D1D79}" dt="2023-03-24T09:55:13.108" v="2909" actId="21"/>
          <ac:picMkLst>
            <pc:docMk/>
            <pc:sldMk cId="685052390" sldId="324"/>
            <ac:picMk id="3" creationId="{9F83FB1F-6BD8-4C48-8818-02A6418D222B}"/>
          </ac:picMkLst>
        </pc:picChg>
        <pc:picChg chg="del mod">
          <ac:chgData name="LEUNG Nicole" userId="8ed04819-1a1c-42ab-ae09-44d42575f3a6" providerId="ADAL" clId="{46AED7F8-18BE-4C7E-B9AC-F4C2CA2D1D79}" dt="2023-03-24T10:26:00.252" v="3163" actId="478"/>
          <ac:picMkLst>
            <pc:docMk/>
            <pc:sldMk cId="685052390" sldId="324"/>
            <ac:picMk id="4" creationId="{3593EE09-63A8-47A5-812D-AFFE796AB757}"/>
          </ac:picMkLst>
        </pc:picChg>
        <pc:picChg chg="mod">
          <ac:chgData name="LEUNG Nicole" userId="8ed04819-1a1c-42ab-ae09-44d42575f3a6" providerId="ADAL" clId="{46AED7F8-18BE-4C7E-B9AC-F4C2CA2D1D79}" dt="2023-03-24T10:12:06.940" v="3008" actId="1076"/>
          <ac:picMkLst>
            <pc:docMk/>
            <pc:sldMk cId="685052390" sldId="324"/>
            <ac:picMk id="5" creationId="{714BE021-93C7-4C60-BD25-550C2F0AB1AD}"/>
          </ac:picMkLst>
        </pc:picChg>
        <pc:picChg chg="mod">
          <ac:chgData name="LEUNG Nicole" userId="8ed04819-1a1c-42ab-ae09-44d42575f3a6" providerId="ADAL" clId="{46AED7F8-18BE-4C7E-B9AC-F4C2CA2D1D79}" dt="2023-03-24T10:21:50.428" v="3136" actId="14100"/>
          <ac:picMkLst>
            <pc:docMk/>
            <pc:sldMk cId="685052390" sldId="324"/>
            <ac:picMk id="6" creationId="{E02C09AD-179E-463D-ABB4-5F3E636BE935}"/>
          </ac:picMkLst>
        </pc:picChg>
        <pc:picChg chg="add mod">
          <ac:chgData name="LEUNG Nicole" userId="8ed04819-1a1c-42ab-ae09-44d42575f3a6" providerId="ADAL" clId="{46AED7F8-18BE-4C7E-B9AC-F4C2CA2D1D79}" dt="2023-03-24T09:55:24.529" v="2913" actId="1076"/>
          <ac:picMkLst>
            <pc:docMk/>
            <pc:sldMk cId="685052390" sldId="324"/>
            <ac:picMk id="11" creationId="{FD5C0C17-4E61-490B-8288-D4424E1F336B}"/>
          </ac:picMkLst>
        </pc:picChg>
        <pc:picChg chg="add del mod">
          <ac:chgData name="LEUNG Nicole" userId="8ed04819-1a1c-42ab-ae09-44d42575f3a6" providerId="ADAL" clId="{46AED7F8-18BE-4C7E-B9AC-F4C2CA2D1D79}" dt="2023-03-24T09:55:21.407" v="2912" actId="478"/>
          <ac:picMkLst>
            <pc:docMk/>
            <pc:sldMk cId="685052390" sldId="324"/>
            <ac:picMk id="12" creationId="{DFB73717-4F8B-4595-A3D3-DC315645610F}"/>
          </ac:picMkLst>
        </pc:picChg>
        <pc:picChg chg="add mod">
          <ac:chgData name="LEUNG Nicole" userId="8ed04819-1a1c-42ab-ae09-44d42575f3a6" providerId="ADAL" clId="{46AED7F8-18BE-4C7E-B9AC-F4C2CA2D1D79}" dt="2023-03-24T10:16:54.587" v="3050" actId="1076"/>
          <ac:picMkLst>
            <pc:docMk/>
            <pc:sldMk cId="685052390" sldId="324"/>
            <ac:picMk id="13" creationId="{BC052B5A-861C-4229-8BCE-1EA21AC9A22F}"/>
          </ac:picMkLst>
        </pc:picChg>
        <pc:picChg chg="add del mod">
          <ac:chgData name="LEUNG Nicole" userId="8ed04819-1a1c-42ab-ae09-44d42575f3a6" providerId="ADAL" clId="{46AED7F8-18BE-4C7E-B9AC-F4C2CA2D1D79}" dt="2023-03-24T10:09:55.733" v="2988" actId="478"/>
          <ac:picMkLst>
            <pc:docMk/>
            <pc:sldMk cId="685052390" sldId="324"/>
            <ac:picMk id="17" creationId="{0D33EF9B-5D92-45B8-BFD3-53B7FBB9C279}"/>
          </ac:picMkLst>
        </pc:picChg>
        <pc:picChg chg="add del mod">
          <ac:chgData name="LEUNG Nicole" userId="8ed04819-1a1c-42ab-ae09-44d42575f3a6" providerId="ADAL" clId="{46AED7F8-18BE-4C7E-B9AC-F4C2CA2D1D79}" dt="2023-03-24T10:08:38.175" v="2971" actId="478"/>
          <ac:picMkLst>
            <pc:docMk/>
            <pc:sldMk cId="685052390" sldId="324"/>
            <ac:picMk id="19" creationId="{9A6A468E-4F27-4BF6-BEAC-E9C3D1CE94D3}"/>
          </ac:picMkLst>
        </pc:picChg>
        <pc:picChg chg="add mod">
          <ac:chgData name="LEUNG Nicole" userId="8ed04819-1a1c-42ab-ae09-44d42575f3a6" providerId="ADAL" clId="{46AED7F8-18BE-4C7E-B9AC-F4C2CA2D1D79}" dt="2023-03-24T10:19:22.776" v="3091" actId="1076"/>
          <ac:picMkLst>
            <pc:docMk/>
            <pc:sldMk cId="685052390" sldId="324"/>
            <ac:picMk id="25" creationId="{7FB1C738-5C43-48C6-AF12-E64712FDCE39}"/>
          </ac:picMkLst>
        </pc:picChg>
        <pc:picChg chg="add mod">
          <ac:chgData name="LEUNG Nicole" userId="8ed04819-1a1c-42ab-ae09-44d42575f3a6" providerId="ADAL" clId="{46AED7F8-18BE-4C7E-B9AC-F4C2CA2D1D79}" dt="2023-03-24T10:20:21.363" v="3109" actId="1076"/>
          <ac:picMkLst>
            <pc:docMk/>
            <pc:sldMk cId="685052390" sldId="324"/>
            <ac:picMk id="31" creationId="{4E4690F8-7D4F-4CA7-A1A4-91EE49E599BD}"/>
          </ac:picMkLst>
        </pc:picChg>
        <pc:picChg chg="add mod">
          <ac:chgData name="LEUNG Nicole" userId="8ed04819-1a1c-42ab-ae09-44d42575f3a6" providerId="ADAL" clId="{46AED7F8-18BE-4C7E-B9AC-F4C2CA2D1D79}" dt="2023-03-24T10:26:44.644" v="3202" actId="1076"/>
          <ac:picMkLst>
            <pc:docMk/>
            <pc:sldMk cId="685052390" sldId="324"/>
            <ac:picMk id="34" creationId="{01164368-3CD4-4688-B754-E7302AEB6463}"/>
          </ac:picMkLst>
        </pc:picChg>
        <pc:cxnChg chg="add del mod">
          <ac:chgData name="LEUNG Nicole" userId="8ed04819-1a1c-42ab-ae09-44d42575f3a6" providerId="ADAL" clId="{46AED7F8-18BE-4C7E-B9AC-F4C2CA2D1D79}" dt="2023-03-24T10:13:56.462" v="3019" actId="478"/>
          <ac:cxnSpMkLst>
            <pc:docMk/>
            <pc:sldMk cId="685052390" sldId="324"/>
            <ac:cxnSpMk id="22" creationId="{88FDC431-C57F-4E02-A077-41D44BA209C5}"/>
          </ac:cxnSpMkLst>
        </pc:cxnChg>
      </pc:sldChg>
      <pc:sldChg chg="addSp delSp modSp new mod">
        <pc:chgData name="LEUNG Nicole" userId="8ed04819-1a1c-42ab-ae09-44d42575f3a6" providerId="ADAL" clId="{46AED7F8-18BE-4C7E-B9AC-F4C2CA2D1D79}" dt="2023-03-27T07:11:14.333" v="3279" actId="478"/>
        <pc:sldMkLst>
          <pc:docMk/>
          <pc:sldMk cId="4051684265" sldId="328"/>
        </pc:sldMkLst>
        <pc:spChg chg="del mod">
          <ac:chgData name="LEUNG Nicole" userId="8ed04819-1a1c-42ab-ae09-44d42575f3a6" providerId="ADAL" clId="{46AED7F8-18BE-4C7E-B9AC-F4C2CA2D1D79}" dt="2023-03-27T07:11:06.750" v="3278" actId="478"/>
          <ac:spMkLst>
            <pc:docMk/>
            <pc:sldMk cId="4051684265" sldId="328"/>
            <ac:spMk id="2" creationId="{401AFF46-3395-4ACF-9AB7-F4F8DFD6FC95}"/>
          </ac:spMkLst>
        </pc:spChg>
        <pc:spChg chg="del">
          <ac:chgData name="LEUNG Nicole" userId="8ed04819-1a1c-42ab-ae09-44d42575f3a6" providerId="ADAL" clId="{46AED7F8-18BE-4C7E-B9AC-F4C2CA2D1D79}" dt="2023-03-27T07:10:55.226" v="3276" actId="478"/>
          <ac:spMkLst>
            <pc:docMk/>
            <pc:sldMk cId="4051684265" sldId="328"/>
            <ac:spMk id="3" creationId="{6D45CDE9-646F-4A92-8758-51203A92682E}"/>
          </ac:spMkLst>
        </pc:spChg>
        <pc:spChg chg="add del mod">
          <ac:chgData name="LEUNG Nicole" userId="8ed04819-1a1c-42ab-ae09-44d42575f3a6" providerId="ADAL" clId="{46AED7F8-18BE-4C7E-B9AC-F4C2CA2D1D79}" dt="2023-03-27T07:11:14.333" v="3279" actId="478"/>
          <ac:spMkLst>
            <pc:docMk/>
            <pc:sldMk cId="4051684265" sldId="328"/>
            <ac:spMk id="7" creationId="{8DD55ACF-CFAD-4575-9B5C-7EA50594794E}"/>
          </ac:spMkLst>
        </pc:spChg>
        <pc:picChg chg="add mod">
          <ac:chgData name="LEUNG Nicole" userId="8ed04819-1a1c-42ab-ae09-44d42575f3a6" providerId="ADAL" clId="{46AED7F8-18BE-4C7E-B9AC-F4C2CA2D1D79}" dt="2023-03-27T07:02:36.108" v="3271" actId="1076"/>
          <ac:picMkLst>
            <pc:docMk/>
            <pc:sldMk cId="4051684265" sldId="328"/>
            <ac:picMk id="5" creationId="{599AA1E7-AFCC-45AE-9BEF-3FBB15E2E165}"/>
          </ac:picMkLst>
        </pc:picChg>
      </pc:sldChg>
      <pc:sldChg chg="addSp delSp modSp new mod ord">
        <pc:chgData name="LEUNG Nicole" userId="8ed04819-1a1c-42ab-ae09-44d42575f3a6" providerId="ADAL" clId="{46AED7F8-18BE-4C7E-B9AC-F4C2CA2D1D79}" dt="2023-03-27T08:08:59.674" v="3356"/>
        <pc:sldMkLst>
          <pc:docMk/>
          <pc:sldMk cId="1680002346" sldId="329"/>
        </pc:sldMkLst>
        <pc:spChg chg="del">
          <ac:chgData name="LEUNG Nicole" userId="8ed04819-1a1c-42ab-ae09-44d42575f3a6" providerId="ADAL" clId="{46AED7F8-18BE-4C7E-B9AC-F4C2CA2D1D79}" dt="2023-03-27T07:13:26.820" v="3285" actId="478"/>
          <ac:spMkLst>
            <pc:docMk/>
            <pc:sldMk cId="1680002346" sldId="329"/>
            <ac:spMk id="2" creationId="{D556A4C1-B1D5-41A8-AFFD-F4465CE841C5}"/>
          </ac:spMkLst>
        </pc:spChg>
        <pc:spChg chg="del">
          <ac:chgData name="LEUNG Nicole" userId="8ed04819-1a1c-42ab-ae09-44d42575f3a6" providerId="ADAL" clId="{46AED7F8-18BE-4C7E-B9AC-F4C2CA2D1D79}" dt="2023-03-27T07:13:28.931" v="3286" actId="478"/>
          <ac:spMkLst>
            <pc:docMk/>
            <pc:sldMk cId="1680002346" sldId="329"/>
            <ac:spMk id="3" creationId="{23EBE132-2B39-4C18-AF01-D6345F481804}"/>
          </ac:spMkLst>
        </pc:spChg>
        <pc:spChg chg="add mod">
          <ac:chgData name="LEUNG Nicole" userId="8ed04819-1a1c-42ab-ae09-44d42575f3a6" providerId="ADAL" clId="{46AED7F8-18BE-4C7E-B9AC-F4C2CA2D1D79}" dt="2023-03-27T07:13:24.785" v="3284" actId="1076"/>
          <ac:spMkLst>
            <pc:docMk/>
            <pc:sldMk cId="1680002346" sldId="329"/>
            <ac:spMk id="6" creationId="{B48B13D0-6CBE-4360-BDD5-D11037B19CF9}"/>
          </ac:spMkLst>
        </pc:spChg>
        <pc:picChg chg="add mod">
          <ac:chgData name="LEUNG Nicole" userId="8ed04819-1a1c-42ab-ae09-44d42575f3a6" providerId="ADAL" clId="{46AED7F8-18BE-4C7E-B9AC-F4C2CA2D1D79}" dt="2023-03-27T08:06:58.212" v="3348" actId="1076"/>
          <ac:picMkLst>
            <pc:docMk/>
            <pc:sldMk cId="1680002346" sldId="329"/>
            <ac:picMk id="5" creationId="{04F15152-2C0C-4230-8C26-EE79745FAFA3}"/>
          </ac:picMkLst>
        </pc:picChg>
        <pc:picChg chg="add mod">
          <ac:chgData name="LEUNG Nicole" userId="8ed04819-1a1c-42ab-ae09-44d42575f3a6" providerId="ADAL" clId="{46AED7F8-18BE-4C7E-B9AC-F4C2CA2D1D79}" dt="2023-03-27T08:06:55.969" v="3347" actId="14100"/>
          <ac:picMkLst>
            <pc:docMk/>
            <pc:sldMk cId="1680002346" sldId="329"/>
            <ac:picMk id="7" creationId="{4ECEBB5A-382C-48A1-A362-96EE731A4B2C}"/>
          </ac:picMkLst>
        </pc:picChg>
      </pc:sldChg>
      <pc:sldChg chg="addSp delSp modSp new mod">
        <pc:chgData name="LEUNG Nicole" userId="8ed04819-1a1c-42ab-ae09-44d42575f3a6" providerId="ADAL" clId="{46AED7F8-18BE-4C7E-B9AC-F4C2CA2D1D79}" dt="2023-03-27T07:42:24.476" v="3313" actId="1076"/>
        <pc:sldMkLst>
          <pc:docMk/>
          <pc:sldMk cId="2074922080" sldId="330"/>
        </pc:sldMkLst>
        <pc:spChg chg="del">
          <ac:chgData name="LEUNG Nicole" userId="8ed04819-1a1c-42ab-ae09-44d42575f3a6" providerId="ADAL" clId="{46AED7F8-18BE-4C7E-B9AC-F4C2CA2D1D79}" dt="2023-03-27T07:38:11.184" v="3302" actId="478"/>
          <ac:spMkLst>
            <pc:docMk/>
            <pc:sldMk cId="2074922080" sldId="330"/>
            <ac:spMk id="2" creationId="{527BF387-9D19-465A-AD31-702E485927BF}"/>
          </ac:spMkLst>
        </pc:spChg>
        <pc:spChg chg="del">
          <ac:chgData name="LEUNG Nicole" userId="8ed04819-1a1c-42ab-ae09-44d42575f3a6" providerId="ADAL" clId="{46AED7F8-18BE-4C7E-B9AC-F4C2CA2D1D79}" dt="2023-03-27T07:38:07.636" v="3301" actId="478"/>
          <ac:spMkLst>
            <pc:docMk/>
            <pc:sldMk cId="2074922080" sldId="330"/>
            <ac:spMk id="3" creationId="{29344073-8376-4C02-AF18-C2FD08BF6D76}"/>
          </ac:spMkLst>
        </pc:spChg>
        <pc:spChg chg="add mod">
          <ac:chgData name="LEUNG Nicole" userId="8ed04819-1a1c-42ab-ae09-44d42575f3a6" providerId="ADAL" clId="{46AED7F8-18BE-4C7E-B9AC-F4C2CA2D1D79}" dt="2023-03-27T07:42:11.979" v="3308" actId="1076"/>
          <ac:spMkLst>
            <pc:docMk/>
            <pc:sldMk cId="2074922080" sldId="330"/>
            <ac:spMk id="6" creationId="{D88ED61B-BFD5-408F-9584-EA14267C9EF8}"/>
          </ac:spMkLst>
        </pc:spChg>
        <pc:picChg chg="add mod">
          <ac:chgData name="LEUNG Nicole" userId="8ed04819-1a1c-42ab-ae09-44d42575f3a6" providerId="ADAL" clId="{46AED7F8-18BE-4C7E-B9AC-F4C2CA2D1D79}" dt="2023-03-27T07:42:24.476" v="3313" actId="1076"/>
          <ac:picMkLst>
            <pc:docMk/>
            <pc:sldMk cId="2074922080" sldId="330"/>
            <ac:picMk id="5" creationId="{92D01027-C164-42F7-8BEA-7D6084349477}"/>
          </ac:picMkLst>
        </pc:picChg>
        <pc:picChg chg="add mod">
          <ac:chgData name="LEUNG Nicole" userId="8ed04819-1a1c-42ab-ae09-44d42575f3a6" providerId="ADAL" clId="{46AED7F8-18BE-4C7E-B9AC-F4C2CA2D1D79}" dt="2023-03-27T07:42:19.729" v="3311" actId="1076"/>
          <ac:picMkLst>
            <pc:docMk/>
            <pc:sldMk cId="2074922080" sldId="330"/>
            <ac:picMk id="8" creationId="{19473CB5-78D4-44CA-9A05-EB6467B59BC8}"/>
          </ac:picMkLst>
        </pc:picChg>
      </pc:sldChg>
      <pc:sldChg chg="addSp delSp modSp new mod">
        <pc:chgData name="LEUNG Nicole" userId="8ed04819-1a1c-42ab-ae09-44d42575f3a6" providerId="ADAL" clId="{46AED7F8-18BE-4C7E-B9AC-F4C2CA2D1D79}" dt="2023-03-27T07:38:25.554" v="3303"/>
        <pc:sldMkLst>
          <pc:docMk/>
          <pc:sldMk cId="3008568549" sldId="331"/>
        </pc:sldMkLst>
        <pc:spChg chg="del">
          <ac:chgData name="LEUNG Nicole" userId="8ed04819-1a1c-42ab-ae09-44d42575f3a6" providerId="ADAL" clId="{46AED7F8-18BE-4C7E-B9AC-F4C2CA2D1D79}" dt="2023-03-27T07:37:20.036" v="3295" actId="478"/>
          <ac:spMkLst>
            <pc:docMk/>
            <pc:sldMk cId="3008568549" sldId="331"/>
            <ac:spMk id="2" creationId="{327AA829-6AE4-479F-8585-89645312E8FD}"/>
          </ac:spMkLst>
        </pc:spChg>
        <pc:spChg chg="del">
          <ac:chgData name="LEUNG Nicole" userId="8ed04819-1a1c-42ab-ae09-44d42575f3a6" providerId="ADAL" clId="{46AED7F8-18BE-4C7E-B9AC-F4C2CA2D1D79}" dt="2023-03-27T07:37:21.520" v="3296" actId="478"/>
          <ac:spMkLst>
            <pc:docMk/>
            <pc:sldMk cId="3008568549" sldId="331"/>
            <ac:spMk id="3" creationId="{9A5EFF58-6CBC-4554-8CB1-A07B5997AE88}"/>
          </ac:spMkLst>
        </pc:spChg>
        <pc:spChg chg="add mod">
          <ac:chgData name="LEUNG Nicole" userId="8ed04819-1a1c-42ab-ae09-44d42575f3a6" providerId="ADAL" clId="{46AED7F8-18BE-4C7E-B9AC-F4C2CA2D1D79}" dt="2023-03-27T07:38:25.554" v="3303"/>
          <ac:spMkLst>
            <pc:docMk/>
            <pc:sldMk cId="3008568549" sldId="331"/>
            <ac:spMk id="8" creationId="{32942D70-8DC4-4123-8886-A9A19585D2B0}"/>
          </ac:spMkLst>
        </pc:spChg>
        <pc:picChg chg="add mod">
          <ac:chgData name="LEUNG Nicole" userId="8ed04819-1a1c-42ab-ae09-44d42575f3a6" providerId="ADAL" clId="{46AED7F8-18BE-4C7E-B9AC-F4C2CA2D1D79}" dt="2023-03-27T07:37:23.217" v="3297" actId="1076"/>
          <ac:picMkLst>
            <pc:docMk/>
            <pc:sldMk cId="3008568549" sldId="331"/>
            <ac:picMk id="5" creationId="{04B91270-73AC-4DE4-BD3E-A4D06FFAACC9}"/>
          </ac:picMkLst>
        </pc:picChg>
        <pc:picChg chg="add mod">
          <ac:chgData name="LEUNG Nicole" userId="8ed04819-1a1c-42ab-ae09-44d42575f3a6" providerId="ADAL" clId="{46AED7F8-18BE-4C7E-B9AC-F4C2CA2D1D79}" dt="2023-03-27T07:37:36.762" v="3300" actId="1076"/>
          <ac:picMkLst>
            <pc:docMk/>
            <pc:sldMk cId="3008568549" sldId="331"/>
            <ac:picMk id="7" creationId="{3081D0B5-DCE0-4339-89B0-693435AAA750}"/>
          </ac:picMkLst>
        </pc:picChg>
      </pc:sldChg>
      <pc:sldChg chg="addSp delSp modSp new mod">
        <pc:chgData name="LEUNG Nicole" userId="8ed04819-1a1c-42ab-ae09-44d42575f3a6" providerId="ADAL" clId="{46AED7F8-18BE-4C7E-B9AC-F4C2CA2D1D79}" dt="2023-03-27T08:07:29.271" v="3351" actId="21"/>
        <pc:sldMkLst>
          <pc:docMk/>
          <pc:sldMk cId="493213936" sldId="332"/>
        </pc:sldMkLst>
        <pc:spChg chg="del">
          <ac:chgData name="LEUNG Nicole" userId="8ed04819-1a1c-42ab-ae09-44d42575f3a6" providerId="ADAL" clId="{46AED7F8-18BE-4C7E-B9AC-F4C2CA2D1D79}" dt="2023-03-27T07:44:33.928" v="3317" actId="478"/>
          <ac:spMkLst>
            <pc:docMk/>
            <pc:sldMk cId="493213936" sldId="332"/>
            <ac:spMk id="2" creationId="{D579119B-2DC0-4F3C-BF01-5479A781FDEB}"/>
          </ac:spMkLst>
        </pc:spChg>
        <pc:spChg chg="del mod">
          <ac:chgData name="LEUNG Nicole" userId="8ed04819-1a1c-42ab-ae09-44d42575f3a6" providerId="ADAL" clId="{46AED7F8-18BE-4C7E-B9AC-F4C2CA2D1D79}" dt="2023-03-27T07:44:30.044" v="3316" actId="478"/>
          <ac:spMkLst>
            <pc:docMk/>
            <pc:sldMk cId="493213936" sldId="332"/>
            <ac:spMk id="3" creationId="{4BBFCD58-8D9F-44C6-A02A-68E4299EF6D5}"/>
          </ac:spMkLst>
        </pc:spChg>
        <pc:spChg chg="add mod">
          <ac:chgData name="LEUNG Nicole" userId="8ed04819-1a1c-42ab-ae09-44d42575f3a6" providerId="ADAL" clId="{46AED7F8-18BE-4C7E-B9AC-F4C2CA2D1D79}" dt="2023-03-27T07:44:48.372" v="3323" actId="1076"/>
          <ac:spMkLst>
            <pc:docMk/>
            <pc:sldMk cId="493213936" sldId="332"/>
            <ac:spMk id="6" creationId="{CD382307-32E6-460A-8790-29FB25CD29C7}"/>
          </ac:spMkLst>
        </pc:spChg>
        <pc:picChg chg="add del mod">
          <ac:chgData name="LEUNG Nicole" userId="8ed04819-1a1c-42ab-ae09-44d42575f3a6" providerId="ADAL" clId="{46AED7F8-18BE-4C7E-B9AC-F4C2CA2D1D79}" dt="2023-03-27T08:06:51.284" v="3345" actId="21"/>
          <ac:picMkLst>
            <pc:docMk/>
            <pc:sldMk cId="493213936" sldId="332"/>
            <ac:picMk id="5" creationId="{678CDE12-202F-40DC-B359-9FF6F44E04CF}"/>
          </ac:picMkLst>
        </pc:picChg>
        <pc:picChg chg="add del mod">
          <ac:chgData name="LEUNG Nicole" userId="8ed04819-1a1c-42ab-ae09-44d42575f3a6" providerId="ADAL" clId="{46AED7F8-18BE-4C7E-B9AC-F4C2CA2D1D79}" dt="2023-03-27T08:07:29.271" v="3351" actId="21"/>
          <ac:picMkLst>
            <pc:docMk/>
            <pc:sldMk cId="493213936" sldId="332"/>
            <ac:picMk id="8" creationId="{C7B11C78-96A4-4D12-A53E-3F8D3A3368E6}"/>
          </ac:picMkLst>
        </pc:picChg>
        <pc:picChg chg="add mod">
          <ac:chgData name="LEUNG Nicole" userId="8ed04819-1a1c-42ab-ae09-44d42575f3a6" providerId="ADAL" clId="{46AED7F8-18BE-4C7E-B9AC-F4C2CA2D1D79}" dt="2023-03-27T08:07:06.408" v="3350" actId="1076"/>
          <ac:picMkLst>
            <pc:docMk/>
            <pc:sldMk cId="493213936" sldId="332"/>
            <ac:picMk id="10" creationId="{DE47D5DB-580C-4A04-83CA-DF713714EB0D}"/>
          </ac:picMkLst>
        </pc:picChg>
      </pc:sldChg>
      <pc:sldChg chg="addSp delSp modSp new mod">
        <pc:chgData name="LEUNG Nicole" userId="8ed04819-1a1c-42ab-ae09-44d42575f3a6" providerId="ADAL" clId="{46AED7F8-18BE-4C7E-B9AC-F4C2CA2D1D79}" dt="2023-03-27T08:19:20.131" v="3370" actId="1076"/>
        <pc:sldMkLst>
          <pc:docMk/>
          <pc:sldMk cId="3822795629" sldId="333"/>
        </pc:sldMkLst>
        <pc:spChg chg="del">
          <ac:chgData name="LEUNG Nicole" userId="8ed04819-1a1c-42ab-ae09-44d42575f3a6" providerId="ADAL" clId="{46AED7F8-18BE-4C7E-B9AC-F4C2CA2D1D79}" dt="2023-03-27T07:51:13.436" v="3327" actId="478"/>
          <ac:spMkLst>
            <pc:docMk/>
            <pc:sldMk cId="3822795629" sldId="333"/>
            <ac:spMk id="2" creationId="{B495BCCC-C12C-4662-A22D-9C617EFAC5C0}"/>
          </ac:spMkLst>
        </pc:spChg>
        <pc:spChg chg="del">
          <ac:chgData name="LEUNG Nicole" userId="8ed04819-1a1c-42ab-ae09-44d42575f3a6" providerId="ADAL" clId="{46AED7F8-18BE-4C7E-B9AC-F4C2CA2D1D79}" dt="2023-03-27T07:51:12.714" v="3326" actId="478"/>
          <ac:spMkLst>
            <pc:docMk/>
            <pc:sldMk cId="3822795629" sldId="333"/>
            <ac:spMk id="3" creationId="{AD0B78CB-5864-4426-AB05-BE461634774B}"/>
          </ac:spMkLst>
        </pc:spChg>
        <pc:spChg chg="add mod">
          <ac:chgData name="LEUNG Nicole" userId="8ed04819-1a1c-42ab-ae09-44d42575f3a6" providerId="ADAL" clId="{46AED7F8-18BE-4C7E-B9AC-F4C2CA2D1D79}" dt="2023-03-27T08:13:24.221" v="3359" actId="1076"/>
          <ac:spMkLst>
            <pc:docMk/>
            <pc:sldMk cId="3822795629" sldId="333"/>
            <ac:spMk id="4" creationId="{F6AA7075-6E85-4823-BBF1-E2792B252A0B}"/>
          </ac:spMkLst>
        </pc:spChg>
        <pc:picChg chg="add mod">
          <ac:chgData name="LEUNG Nicole" userId="8ed04819-1a1c-42ab-ae09-44d42575f3a6" providerId="ADAL" clId="{46AED7F8-18BE-4C7E-B9AC-F4C2CA2D1D79}" dt="2023-03-27T08:13:26.168" v="3360" actId="1076"/>
          <ac:picMkLst>
            <pc:docMk/>
            <pc:sldMk cId="3822795629" sldId="333"/>
            <ac:picMk id="6" creationId="{01BB05F4-9B0D-42A4-AAF2-B9148F87FB2D}"/>
          </ac:picMkLst>
        </pc:picChg>
        <pc:picChg chg="add mod">
          <ac:chgData name="LEUNG Nicole" userId="8ed04819-1a1c-42ab-ae09-44d42575f3a6" providerId="ADAL" clId="{46AED7F8-18BE-4C7E-B9AC-F4C2CA2D1D79}" dt="2023-03-27T08:19:20.131" v="3370" actId="1076"/>
          <ac:picMkLst>
            <pc:docMk/>
            <pc:sldMk cId="3822795629" sldId="333"/>
            <ac:picMk id="8" creationId="{0D495F12-9668-4BB1-94BE-085E806F2107}"/>
          </ac:picMkLst>
        </pc:picChg>
      </pc:sldChg>
      <pc:sldChg chg="addSp delSp modSp new del mod ord">
        <pc:chgData name="LEUNG Nicole" userId="8ed04819-1a1c-42ab-ae09-44d42575f3a6" providerId="ADAL" clId="{46AED7F8-18BE-4C7E-B9AC-F4C2CA2D1D79}" dt="2023-03-27T08:00:35.966" v="3339" actId="47"/>
        <pc:sldMkLst>
          <pc:docMk/>
          <pc:sldMk cId="1833922371" sldId="334"/>
        </pc:sldMkLst>
        <pc:spChg chg="del">
          <ac:chgData name="LEUNG Nicole" userId="8ed04819-1a1c-42ab-ae09-44d42575f3a6" providerId="ADAL" clId="{46AED7F8-18BE-4C7E-B9AC-F4C2CA2D1D79}" dt="2023-03-27T07:59:33.080" v="3329" actId="478"/>
          <ac:spMkLst>
            <pc:docMk/>
            <pc:sldMk cId="1833922371" sldId="334"/>
            <ac:spMk id="2" creationId="{906EAAAC-ABCC-4739-A8B3-A94CC01796C7}"/>
          </ac:spMkLst>
        </pc:spChg>
        <pc:spChg chg="del">
          <ac:chgData name="LEUNG Nicole" userId="8ed04819-1a1c-42ab-ae09-44d42575f3a6" providerId="ADAL" clId="{46AED7F8-18BE-4C7E-B9AC-F4C2CA2D1D79}" dt="2023-03-27T07:59:35.775" v="3330" actId="478"/>
          <ac:spMkLst>
            <pc:docMk/>
            <pc:sldMk cId="1833922371" sldId="334"/>
            <ac:spMk id="3" creationId="{F1E7CD4E-8E24-41CE-8511-C1A890142391}"/>
          </ac:spMkLst>
        </pc:spChg>
        <pc:spChg chg="add mod">
          <ac:chgData name="LEUNG Nicole" userId="8ed04819-1a1c-42ab-ae09-44d42575f3a6" providerId="ADAL" clId="{46AED7F8-18BE-4C7E-B9AC-F4C2CA2D1D79}" dt="2023-03-27T07:59:58.642" v="3336"/>
          <ac:spMkLst>
            <pc:docMk/>
            <pc:sldMk cId="1833922371" sldId="334"/>
            <ac:spMk id="8" creationId="{60E782C1-0976-44A2-B0FF-597E10105C76}"/>
          </ac:spMkLst>
        </pc:spChg>
        <pc:picChg chg="add mod">
          <ac:chgData name="LEUNG Nicole" userId="8ed04819-1a1c-42ab-ae09-44d42575f3a6" providerId="ADAL" clId="{46AED7F8-18BE-4C7E-B9AC-F4C2CA2D1D79}" dt="2023-03-27T07:59:39.182" v="3333" actId="1076"/>
          <ac:picMkLst>
            <pc:docMk/>
            <pc:sldMk cId="1833922371" sldId="334"/>
            <ac:picMk id="5" creationId="{D275D455-9BC0-4D6E-9485-845AE21BFBDC}"/>
          </ac:picMkLst>
        </pc:picChg>
        <pc:picChg chg="add mod">
          <ac:chgData name="LEUNG Nicole" userId="8ed04819-1a1c-42ab-ae09-44d42575f3a6" providerId="ADAL" clId="{46AED7F8-18BE-4C7E-B9AC-F4C2CA2D1D79}" dt="2023-03-27T07:59:44.120" v="3335" actId="1076"/>
          <ac:picMkLst>
            <pc:docMk/>
            <pc:sldMk cId="1833922371" sldId="334"/>
            <ac:picMk id="7" creationId="{6B703526-66D7-4639-B4C2-F5FA2B97789A}"/>
          </ac:picMkLst>
        </pc:picChg>
      </pc:sldChg>
      <pc:sldChg chg="addSp delSp modSp new mod">
        <pc:chgData name="LEUNG Nicole" userId="8ed04819-1a1c-42ab-ae09-44d42575f3a6" providerId="ADAL" clId="{46AED7F8-18BE-4C7E-B9AC-F4C2CA2D1D79}" dt="2023-03-27T08:07:36.290" v="3354" actId="1076"/>
        <pc:sldMkLst>
          <pc:docMk/>
          <pc:sldMk cId="4177304750" sldId="334"/>
        </pc:sldMkLst>
        <pc:spChg chg="del">
          <ac:chgData name="LEUNG Nicole" userId="8ed04819-1a1c-42ab-ae09-44d42575f3a6" providerId="ADAL" clId="{46AED7F8-18BE-4C7E-B9AC-F4C2CA2D1D79}" dt="2023-03-27T08:01:57.602" v="3342" actId="478"/>
          <ac:spMkLst>
            <pc:docMk/>
            <pc:sldMk cId="4177304750" sldId="334"/>
            <ac:spMk id="2" creationId="{8C32AA81-C39A-45D4-932D-F63C367BB29C}"/>
          </ac:spMkLst>
        </pc:spChg>
        <pc:spChg chg="del">
          <ac:chgData name="LEUNG Nicole" userId="8ed04819-1a1c-42ab-ae09-44d42575f3a6" providerId="ADAL" clId="{46AED7F8-18BE-4C7E-B9AC-F4C2CA2D1D79}" dt="2023-03-27T08:01:52.497" v="3341" actId="478"/>
          <ac:spMkLst>
            <pc:docMk/>
            <pc:sldMk cId="4177304750" sldId="334"/>
            <ac:spMk id="3" creationId="{D51D6E97-ACC9-4F48-9D37-020DD8BD5C5B}"/>
          </ac:spMkLst>
        </pc:spChg>
        <pc:spChg chg="add mod">
          <ac:chgData name="LEUNG Nicole" userId="8ed04819-1a1c-42ab-ae09-44d42575f3a6" providerId="ADAL" clId="{46AED7F8-18BE-4C7E-B9AC-F4C2CA2D1D79}" dt="2023-03-27T08:07:34.735" v="3353"/>
          <ac:spMkLst>
            <pc:docMk/>
            <pc:sldMk cId="4177304750" sldId="334"/>
            <ac:spMk id="5" creationId="{CDC5E63F-ED25-4732-B364-5A0DB1B47116}"/>
          </ac:spMkLst>
        </pc:spChg>
        <pc:picChg chg="add mod">
          <ac:chgData name="LEUNG Nicole" userId="8ed04819-1a1c-42ab-ae09-44d42575f3a6" providerId="ADAL" clId="{46AED7F8-18BE-4C7E-B9AC-F4C2CA2D1D79}" dt="2023-03-27T08:07:36.290" v="3354" actId="1076"/>
          <ac:picMkLst>
            <pc:docMk/>
            <pc:sldMk cId="4177304750" sldId="334"/>
            <ac:picMk id="4" creationId="{FD37A0B0-4E50-42AF-8108-912C5D3A0922}"/>
          </ac:picMkLst>
        </pc:picChg>
      </pc:sldChg>
      <pc:sldChg chg="addSp delSp modSp new mod">
        <pc:chgData name="LEUNG Nicole" userId="8ed04819-1a1c-42ab-ae09-44d42575f3a6" providerId="ADAL" clId="{46AED7F8-18BE-4C7E-B9AC-F4C2CA2D1D79}" dt="2023-03-27T08:19:28.517" v="3372" actId="1076"/>
        <pc:sldMkLst>
          <pc:docMk/>
          <pc:sldMk cId="1239691435" sldId="335"/>
        </pc:sldMkLst>
        <pc:spChg chg="del mod">
          <ac:chgData name="LEUNG Nicole" userId="8ed04819-1a1c-42ab-ae09-44d42575f3a6" providerId="ADAL" clId="{46AED7F8-18BE-4C7E-B9AC-F4C2CA2D1D79}" dt="2023-03-27T08:19:08.089" v="3366" actId="478"/>
          <ac:spMkLst>
            <pc:docMk/>
            <pc:sldMk cId="1239691435" sldId="335"/>
            <ac:spMk id="2" creationId="{40735847-EAE3-4EC5-9AC1-B0D133B52E60}"/>
          </ac:spMkLst>
        </pc:spChg>
        <pc:spChg chg="del">
          <ac:chgData name="LEUNG Nicole" userId="8ed04819-1a1c-42ab-ae09-44d42575f3a6" providerId="ADAL" clId="{46AED7F8-18BE-4C7E-B9AC-F4C2CA2D1D79}" dt="2023-03-27T08:19:06.064" v="3363"/>
          <ac:spMkLst>
            <pc:docMk/>
            <pc:sldMk cId="1239691435" sldId="335"/>
            <ac:spMk id="3" creationId="{F07D33DD-F4B7-44C8-8B19-6E587CDA6B0B}"/>
          </ac:spMkLst>
        </pc:spChg>
        <pc:spChg chg="add mod">
          <ac:chgData name="LEUNG Nicole" userId="8ed04819-1a1c-42ab-ae09-44d42575f3a6" providerId="ADAL" clId="{46AED7F8-18BE-4C7E-B9AC-F4C2CA2D1D79}" dt="2023-03-27T08:19:28.517" v="3372" actId="1076"/>
          <ac:spMkLst>
            <pc:docMk/>
            <pc:sldMk cId="1239691435" sldId="335"/>
            <ac:spMk id="6" creationId="{993A98B5-EEDD-4C89-92DF-9FB01693CAB0}"/>
          </ac:spMkLst>
        </pc:spChg>
        <pc:picChg chg="add mod">
          <ac:chgData name="LEUNG Nicole" userId="8ed04819-1a1c-42ab-ae09-44d42575f3a6" providerId="ADAL" clId="{46AED7F8-18BE-4C7E-B9AC-F4C2CA2D1D79}" dt="2023-03-27T08:19:14.327" v="3369" actId="1076"/>
          <ac:picMkLst>
            <pc:docMk/>
            <pc:sldMk cId="1239691435" sldId="335"/>
            <ac:picMk id="5" creationId="{20881464-6419-4FB8-97D2-F5843AB2C2D8}"/>
          </ac:picMkLst>
        </pc:picChg>
      </pc:sldChg>
      <pc:sldChg chg="addSp delSp modSp new mod">
        <pc:chgData name="LEUNG Nicole" userId="8ed04819-1a1c-42ab-ae09-44d42575f3a6" providerId="ADAL" clId="{46AED7F8-18BE-4C7E-B9AC-F4C2CA2D1D79}" dt="2023-03-27T09:51:31.358" v="3437" actId="1076"/>
        <pc:sldMkLst>
          <pc:docMk/>
          <pc:sldMk cId="2823189888" sldId="336"/>
        </pc:sldMkLst>
        <pc:spChg chg="del">
          <ac:chgData name="LEUNG Nicole" userId="8ed04819-1a1c-42ab-ae09-44d42575f3a6" providerId="ADAL" clId="{46AED7F8-18BE-4C7E-B9AC-F4C2CA2D1D79}" dt="2023-03-27T08:33:39.195" v="3375" actId="478"/>
          <ac:spMkLst>
            <pc:docMk/>
            <pc:sldMk cId="2823189888" sldId="336"/>
            <ac:spMk id="2" creationId="{838B94DE-9D8B-4D0E-94F9-8AC3EF47A60E}"/>
          </ac:spMkLst>
        </pc:spChg>
        <pc:spChg chg="del">
          <ac:chgData name="LEUNG Nicole" userId="8ed04819-1a1c-42ab-ae09-44d42575f3a6" providerId="ADAL" clId="{46AED7F8-18BE-4C7E-B9AC-F4C2CA2D1D79}" dt="2023-03-27T08:33:34.386" v="3374" actId="478"/>
          <ac:spMkLst>
            <pc:docMk/>
            <pc:sldMk cId="2823189888" sldId="336"/>
            <ac:spMk id="3" creationId="{FC4CEB9D-23A3-4AED-9FAF-7596CE8CD960}"/>
          </ac:spMkLst>
        </pc:spChg>
        <pc:spChg chg="add mod">
          <ac:chgData name="LEUNG Nicole" userId="8ed04819-1a1c-42ab-ae09-44d42575f3a6" providerId="ADAL" clId="{46AED7F8-18BE-4C7E-B9AC-F4C2CA2D1D79}" dt="2023-03-27T08:33:44.843" v="3377"/>
          <ac:spMkLst>
            <pc:docMk/>
            <pc:sldMk cId="2823189888" sldId="336"/>
            <ac:spMk id="6" creationId="{F8583A3D-E8AD-42AF-8EC4-39E5911B1170}"/>
          </ac:spMkLst>
        </pc:spChg>
        <pc:picChg chg="add mod">
          <ac:chgData name="LEUNG Nicole" userId="8ed04819-1a1c-42ab-ae09-44d42575f3a6" providerId="ADAL" clId="{46AED7F8-18BE-4C7E-B9AC-F4C2CA2D1D79}" dt="2023-03-27T09:51:31.358" v="3437" actId="1076"/>
          <ac:picMkLst>
            <pc:docMk/>
            <pc:sldMk cId="2823189888" sldId="336"/>
            <ac:picMk id="5" creationId="{9C9B5533-E273-4894-BD98-15C20F57FAF5}"/>
          </ac:picMkLst>
        </pc:picChg>
      </pc:sldChg>
      <pc:sldChg chg="addSp delSp modSp new mod">
        <pc:chgData name="LEUNG Nicole" userId="8ed04819-1a1c-42ab-ae09-44d42575f3a6" providerId="ADAL" clId="{46AED7F8-18BE-4C7E-B9AC-F4C2CA2D1D79}" dt="2023-03-27T09:08:55.405" v="3427" actId="1076"/>
        <pc:sldMkLst>
          <pc:docMk/>
          <pc:sldMk cId="274734294" sldId="337"/>
        </pc:sldMkLst>
        <pc:spChg chg="del">
          <ac:chgData name="LEUNG Nicole" userId="8ed04819-1a1c-42ab-ae09-44d42575f3a6" providerId="ADAL" clId="{46AED7F8-18BE-4C7E-B9AC-F4C2CA2D1D79}" dt="2023-03-27T08:44:46.406" v="3381" actId="478"/>
          <ac:spMkLst>
            <pc:docMk/>
            <pc:sldMk cId="274734294" sldId="337"/>
            <ac:spMk id="2" creationId="{AB1719C8-5EB3-4778-A56C-0DD31EBFE7F3}"/>
          </ac:spMkLst>
        </pc:spChg>
        <pc:spChg chg="del">
          <ac:chgData name="LEUNG Nicole" userId="8ed04819-1a1c-42ab-ae09-44d42575f3a6" providerId="ADAL" clId="{46AED7F8-18BE-4C7E-B9AC-F4C2CA2D1D79}" dt="2023-03-27T08:44:43.102" v="3380" actId="478"/>
          <ac:spMkLst>
            <pc:docMk/>
            <pc:sldMk cId="274734294" sldId="337"/>
            <ac:spMk id="3" creationId="{B51466F0-D047-47BD-AA35-4A5F6C5ADA05}"/>
          </ac:spMkLst>
        </pc:spChg>
        <pc:spChg chg="add mod">
          <ac:chgData name="LEUNG Nicole" userId="8ed04819-1a1c-42ab-ae09-44d42575f3a6" providerId="ADAL" clId="{46AED7F8-18BE-4C7E-B9AC-F4C2CA2D1D79}" dt="2023-03-27T09:08:55.405" v="3427" actId="1076"/>
          <ac:spMkLst>
            <pc:docMk/>
            <pc:sldMk cId="274734294" sldId="337"/>
            <ac:spMk id="8" creationId="{E0DE995A-7B98-4302-9C3F-CD796EB54B27}"/>
          </ac:spMkLst>
        </pc:spChg>
        <pc:picChg chg="add mod">
          <ac:chgData name="LEUNG Nicole" userId="8ed04819-1a1c-42ab-ae09-44d42575f3a6" providerId="ADAL" clId="{46AED7F8-18BE-4C7E-B9AC-F4C2CA2D1D79}" dt="2023-03-27T08:50:01.517" v="3383" actId="1076"/>
          <ac:picMkLst>
            <pc:docMk/>
            <pc:sldMk cId="274734294" sldId="337"/>
            <ac:picMk id="5" creationId="{60CFA0D4-00AD-49AB-B6DD-C6E6C42EEC32}"/>
          </ac:picMkLst>
        </pc:picChg>
        <pc:picChg chg="add mod">
          <ac:chgData name="LEUNG Nicole" userId="8ed04819-1a1c-42ab-ae09-44d42575f3a6" providerId="ADAL" clId="{46AED7F8-18BE-4C7E-B9AC-F4C2CA2D1D79}" dt="2023-03-27T08:50:05.691" v="3385" actId="1076"/>
          <ac:picMkLst>
            <pc:docMk/>
            <pc:sldMk cId="274734294" sldId="337"/>
            <ac:picMk id="7" creationId="{7E93C875-3909-4BD1-8AF0-DD324F7BC111}"/>
          </ac:picMkLst>
        </pc:picChg>
      </pc:sldChg>
      <pc:sldChg chg="addSp delSp modSp new mod">
        <pc:chgData name="LEUNG Nicole" userId="8ed04819-1a1c-42ab-ae09-44d42575f3a6" providerId="ADAL" clId="{46AED7F8-18BE-4C7E-B9AC-F4C2CA2D1D79}" dt="2023-03-27T08:55:07.538" v="3400" actId="1076"/>
        <pc:sldMkLst>
          <pc:docMk/>
          <pc:sldMk cId="1780598910" sldId="338"/>
        </pc:sldMkLst>
        <pc:spChg chg="del">
          <ac:chgData name="LEUNG Nicole" userId="8ed04819-1a1c-42ab-ae09-44d42575f3a6" providerId="ADAL" clId="{46AED7F8-18BE-4C7E-B9AC-F4C2CA2D1D79}" dt="2023-03-27T08:53:00.125" v="3391" actId="478"/>
          <ac:spMkLst>
            <pc:docMk/>
            <pc:sldMk cId="1780598910" sldId="338"/>
            <ac:spMk id="2" creationId="{7C4369D1-5C17-4E23-9CEB-549B1823EFDC}"/>
          </ac:spMkLst>
        </pc:spChg>
        <pc:spChg chg="del">
          <ac:chgData name="LEUNG Nicole" userId="8ed04819-1a1c-42ab-ae09-44d42575f3a6" providerId="ADAL" clId="{46AED7F8-18BE-4C7E-B9AC-F4C2CA2D1D79}" dt="2023-03-27T08:53:01.143" v="3392" actId="478"/>
          <ac:spMkLst>
            <pc:docMk/>
            <pc:sldMk cId="1780598910" sldId="338"/>
            <ac:spMk id="3" creationId="{C68AA953-374A-4041-B55D-0D6C8B27B0E1}"/>
          </ac:spMkLst>
        </pc:spChg>
        <pc:spChg chg="add mod">
          <ac:chgData name="LEUNG Nicole" userId="8ed04819-1a1c-42ab-ae09-44d42575f3a6" providerId="ADAL" clId="{46AED7F8-18BE-4C7E-B9AC-F4C2CA2D1D79}" dt="2023-03-27T08:54:36.534" v="3398"/>
          <ac:spMkLst>
            <pc:docMk/>
            <pc:sldMk cId="1780598910" sldId="338"/>
            <ac:spMk id="8" creationId="{2E1F91EA-6721-4003-A5C7-EBCB0ACD83AE}"/>
          </ac:spMkLst>
        </pc:spChg>
        <pc:picChg chg="add mod">
          <ac:chgData name="LEUNG Nicole" userId="8ed04819-1a1c-42ab-ae09-44d42575f3a6" providerId="ADAL" clId="{46AED7F8-18BE-4C7E-B9AC-F4C2CA2D1D79}" dt="2023-03-27T08:54:28.590" v="3397" actId="1076"/>
          <ac:picMkLst>
            <pc:docMk/>
            <pc:sldMk cId="1780598910" sldId="338"/>
            <ac:picMk id="5" creationId="{0EFB74E2-841D-4205-A280-1D444B3E98BC}"/>
          </ac:picMkLst>
        </pc:picChg>
        <pc:picChg chg="add mod">
          <ac:chgData name="LEUNG Nicole" userId="8ed04819-1a1c-42ab-ae09-44d42575f3a6" providerId="ADAL" clId="{46AED7F8-18BE-4C7E-B9AC-F4C2CA2D1D79}" dt="2023-03-27T08:54:25.994" v="3396" actId="1076"/>
          <ac:picMkLst>
            <pc:docMk/>
            <pc:sldMk cId="1780598910" sldId="338"/>
            <ac:picMk id="7" creationId="{5B77B50F-D9BA-4EEC-B301-573B75527749}"/>
          </ac:picMkLst>
        </pc:picChg>
        <pc:picChg chg="add mod">
          <ac:chgData name="LEUNG Nicole" userId="8ed04819-1a1c-42ab-ae09-44d42575f3a6" providerId="ADAL" clId="{46AED7F8-18BE-4C7E-B9AC-F4C2CA2D1D79}" dt="2023-03-27T08:55:07.538" v="3400" actId="1076"/>
          <ac:picMkLst>
            <pc:docMk/>
            <pc:sldMk cId="1780598910" sldId="338"/>
            <ac:picMk id="9" creationId="{82594EB5-2401-4098-8317-151F18F94C90}"/>
          </ac:picMkLst>
        </pc:picChg>
      </pc:sldChg>
      <pc:sldChg chg="addSp delSp modSp new mod">
        <pc:chgData name="LEUNG Nicole" userId="8ed04819-1a1c-42ab-ae09-44d42575f3a6" providerId="ADAL" clId="{46AED7F8-18BE-4C7E-B9AC-F4C2CA2D1D79}" dt="2023-03-27T09:08:33.078" v="3425" actId="1076"/>
        <pc:sldMkLst>
          <pc:docMk/>
          <pc:sldMk cId="1093346677" sldId="339"/>
        </pc:sldMkLst>
        <pc:spChg chg="del">
          <ac:chgData name="LEUNG Nicole" userId="8ed04819-1a1c-42ab-ae09-44d42575f3a6" providerId="ADAL" clId="{46AED7F8-18BE-4C7E-B9AC-F4C2CA2D1D79}" dt="2023-03-27T09:04:15.477" v="3404" actId="478"/>
          <ac:spMkLst>
            <pc:docMk/>
            <pc:sldMk cId="1093346677" sldId="339"/>
            <ac:spMk id="2" creationId="{5434FDCF-2D4D-454D-B33E-70CA1F8F0770}"/>
          </ac:spMkLst>
        </pc:spChg>
        <pc:spChg chg="del mod">
          <ac:chgData name="LEUNG Nicole" userId="8ed04819-1a1c-42ab-ae09-44d42575f3a6" providerId="ADAL" clId="{46AED7F8-18BE-4C7E-B9AC-F4C2CA2D1D79}" dt="2023-03-27T09:04:14.722" v="3403" actId="478"/>
          <ac:spMkLst>
            <pc:docMk/>
            <pc:sldMk cId="1093346677" sldId="339"/>
            <ac:spMk id="3" creationId="{74F104B7-C65E-4FE6-A810-CB598A857BE2}"/>
          </ac:spMkLst>
        </pc:spChg>
        <pc:spChg chg="add mod">
          <ac:chgData name="LEUNG Nicole" userId="8ed04819-1a1c-42ab-ae09-44d42575f3a6" providerId="ADAL" clId="{46AED7F8-18BE-4C7E-B9AC-F4C2CA2D1D79}" dt="2023-03-27T09:05:17.688" v="3408" actId="1076"/>
          <ac:spMkLst>
            <pc:docMk/>
            <pc:sldMk cId="1093346677" sldId="339"/>
            <ac:spMk id="6" creationId="{C1302919-9F2E-4926-8B9D-EB6B36C2C84D}"/>
          </ac:spMkLst>
        </pc:spChg>
        <pc:picChg chg="add mod">
          <ac:chgData name="LEUNG Nicole" userId="8ed04819-1a1c-42ab-ae09-44d42575f3a6" providerId="ADAL" clId="{46AED7F8-18BE-4C7E-B9AC-F4C2CA2D1D79}" dt="2023-03-27T09:04:19.016" v="3406" actId="1076"/>
          <ac:picMkLst>
            <pc:docMk/>
            <pc:sldMk cId="1093346677" sldId="339"/>
            <ac:picMk id="5" creationId="{67FDCC08-279E-4D33-8196-420D44D231B6}"/>
          </ac:picMkLst>
        </pc:picChg>
        <pc:picChg chg="add mod">
          <ac:chgData name="LEUNG Nicole" userId="8ed04819-1a1c-42ab-ae09-44d42575f3a6" providerId="ADAL" clId="{46AED7F8-18BE-4C7E-B9AC-F4C2CA2D1D79}" dt="2023-03-27T09:07:59.296" v="3411" actId="14100"/>
          <ac:picMkLst>
            <pc:docMk/>
            <pc:sldMk cId="1093346677" sldId="339"/>
            <ac:picMk id="8" creationId="{1E25BEE8-4A13-4383-9420-20836482A0C6}"/>
          </ac:picMkLst>
        </pc:picChg>
        <pc:picChg chg="add mod">
          <ac:chgData name="LEUNG Nicole" userId="8ed04819-1a1c-42ab-ae09-44d42575f3a6" providerId="ADAL" clId="{46AED7F8-18BE-4C7E-B9AC-F4C2CA2D1D79}" dt="2023-03-27T09:08:09.013" v="3415" actId="1076"/>
          <ac:picMkLst>
            <pc:docMk/>
            <pc:sldMk cId="1093346677" sldId="339"/>
            <ac:picMk id="10" creationId="{52FCE676-1089-4634-A467-37E0673165E0}"/>
          </ac:picMkLst>
        </pc:picChg>
        <pc:picChg chg="add mod">
          <ac:chgData name="LEUNG Nicole" userId="8ed04819-1a1c-42ab-ae09-44d42575f3a6" providerId="ADAL" clId="{46AED7F8-18BE-4C7E-B9AC-F4C2CA2D1D79}" dt="2023-03-27T09:08:15.420" v="3418" actId="1076"/>
          <ac:picMkLst>
            <pc:docMk/>
            <pc:sldMk cId="1093346677" sldId="339"/>
            <ac:picMk id="12" creationId="{454BE514-4D0B-4E3D-AE78-A00E945E46B0}"/>
          </ac:picMkLst>
        </pc:picChg>
        <pc:picChg chg="add mod">
          <ac:chgData name="LEUNG Nicole" userId="8ed04819-1a1c-42ab-ae09-44d42575f3a6" providerId="ADAL" clId="{46AED7F8-18BE-4C7E-B9AC-F4C2CA2D1D79}" dt="2023-03-27T09:08:24.529" v="3421" actId="1076"/>
          <ac:picMkLst>
            <pc:docMk/>
            <pc:sldMk cId="1093346677" sldId="339"/>
            <ac:picMk id="14" creationId="{03A92E60-D9CF-44EE-89CA-C1EFC6C458F7}"/>
          </ac:picMkLst>
        </pc:picChg>
        <pc:picChg chg="add mod">
          <ac:chgData name="LEUNG Nicole" userId="8ed04819-1a1c-42ab-ae09-44d42575f3a6" providerId="ADAL" clId="{46AED7F8-18BE-4C7E-B9AC-F4C2CA2D1D79}" dt="2023-03-27T09:08:33.078" v="3425" actId="1076"/>
          <ac:picMkLst>
            <pc:docMk/>
            <pc:sldMk cId="1093346677" sldId="339"/>
            <ac:picMk id="16" creationId="{E1A556CC-6544-4A87-9AE6-438805FB3962}"/>
          </ac:picMkLst>
        </pc:picChg>
      </pc:sldChg>
      <pc:sldChg chg="addSp delSp modSp new mod">
        <pc:chgData name="LEUNG Nicole" userId="8ed04819-1a1c-42ab-ae09-44d42575f3a6" providerId="ADAL" clId="{46AED7F8-18BE-4C7E-B9AC-F4C2CA2D1D79}" dt="2023-03-27T09:11:35.231" v="3436" actId="1076"/>
        <pc:sldMkLst>
          <pc:docMk/>
          <pc:sldMk cId="3817614916" sldId="340"/>
        </pc:sldMkLst>
        <pc:spChg chg="del">
          <ac:chgData name="LEUNG Nicole" userId="8ed04819-1a1c-42ab-ae09-44d42575f3a6" providerId="ADAL" clId="{46AED7F8-18BE-4C7E-B9AC-F4C2CA2D1D79}" dt="2023-03-27T09:10:46.696" v="3430" actId="478"/>
          <ac:spMkLst>
            <pc:docMk/>
            <pc:sldMk cId="3817614916" sldId="340"/>
            <ac:spMk id="2" creationId="{884E7016-F359-4D8C-8591-B35937571AB7}"/>
          </ac:spMkLst>
        </pc:spChg>
        <pc:spChg chg="del">
          <ac:chgData name="LEUNG Nicole" userId="8ed04819-1a1c-42ab-ae09-44d42575f3a6" providerId="ADAL" clId="{46AED7F8-18BE-4C7E-B9AC-F4C2CA2D1D79}" dt="2023-03-27T09:10:45.484" v="3429" actId="478"/>
          <ac:spMkLst>
            <pc:docMk/>
            <pc:sldMk cId="3817614916" sldId="340"/>
            <ac:spMk id="3" creationId="{6543C81E-C997-40A2-8635-D72C4728F77E}"/>
          </ac:spMkLst>
        </pc:spChg>
        <pc:spChg chg="add mod">
          <ac:chgData name="LEUNG Nicole" userId="8ed04819-1a1c-42ab-ae09-44d42575f3a6" providerId="ADAL" clId="{46AED7F8-18BE-4C7E-B9AC-F4C2CA2D1D79}" dt="2023-03-27T09:11:35.231" v="3436" actId="1076"/>
          <ac:spMkLst>
            <pc:docMk/>
            <pc:sldMk cId="3817614916" sldId="340"/>
            <ac:spMk id="8" creationId="{797D2667-6440-4655-93A1-9BDB80A4E6E5}"/>
          </ac:spMkLst>
        </pc:spChg>
        <pc:picChg chg="add mod">
          <ac:chgData name="LEUNG Nicole" userId="8ed04819-1a1c-42ab-ae09-44d42575f3a6" providerId="ADAL" clId="{46AED7F8-18BE-4C7E-B9AC-F4C2CA2D1D79}" dt="2023-03-27T09:10:50.050" v="3432" actId="1076"/>
          <ac:picMkLst>
            <pc:docMk/>
            <pc:sldMk cId="3817614916" sldId="340"/>
            <ac:picMk id="5" creationId="{A1A8C9C0-8AFD-4B99-9547-FA940C986EDC}"/>
          </ac:picMkLst>
        </pc:picChg>
        <pc:picChg chg="add mod">
          <ac:chgData name="LEUNG Nicole" userId="8ed04819-1a1c-42ab-ae09-44d42575f3a6" providerId="ADAL" clId="{46AED7F8-18BE-4C7E-B9AC-F4C2CA2D1D79}" dt="2023-03-27T09:10:54.992" v="3434" actId="1076"/>
          <ac:picMkLst>
            <pc:docMk/>
            <pc:sldMk cId="3817614916" sldId="340"/>
            <ac:picMk id="7" creationId="{583448FA-47BE-4992-B381-E2290FC660D5}"/>
          </ac:picMkLst>
        </pc:picChg>
      </pc:sldChg>
    </pc:docChg>
  </pc:docChgLst>
  <pc:docChgLst>
    <pc:chgData name="AU Kelvin" userId="416e5d84-3133-4774-aa1a-290e1bef47d6" providerId="ADAL" clId="{A135B165-5CC7-47FE-8662-5B5D4DA7B5EA}"/>
    <pc:docChg chg="custSel modSld">
      <pc:chgData name="AU Kelvin" userId="416e5d84-3133-4774-aa1a-290e1bef47d6" providerId="ADAL" clId="{A135B165-5CC7-47FE-8662-5B5D4DA7B5EA}" dt="2023-03-27T07:56:43.527" v="33" actId="1076"/>
      <pc:docMkLst>
        <pc:docMk/>
      </pc:docMkLst>
      <pc:sldChg chg="addCm modCm">
        <pc:chgData name="AU Kelvin" userId="416e5d84-3133-4774-aa1a-290e1bef47d6" providerId="ADAL" clId="{A135B165-5CC7-47FE-8662-5B5D4DA7B5EA}" dt="2023-03-27T04:07:34.344" v="30"/>
        <pc:sldMkLst>
          <pc:docMk/>
          <pc:sldMk cId="2242469584" sldId="276"/>
        </pc:sldMkLst>
      </pc:sldChg>
      <pc:sldChg chg="addCm modCm">
        <pc:chgData name="AU Kelvin" userId="416e5d84-3133-4774-aa1a-290e1bef47d6" providerId="ADAL" clId="{A135B165-5CC7-47FE-8662-5B5D4DA7B5EA}" dt="2023-03-27T04:14:53.793" v="32"/>
        <pc:sldMkLst>
          <pc:docMk/>
          <pc:sldMk cId="1673887901" sldId="278"/>
        </pc:sldMkLst>
      </pc:sldChg>
      <pc:sldChg chg="addCm modCm">
        <pc:chgData name="AU Kelvin" userId="416e5d84-3133-4774-aa1a-290e1bef47d6" providerId="ADAL" clId="{A135B165-5CC7-47FE-8662-5B5D4DA7B5EA}" dt="2023-03-27T04:05:16.664" v="28"/>
        <pc:sldMkLst>
          <pc:docMk/>
          <pc:sldMk cId="1739127976" sldId="285"/>
        </pc:sldMkLst>
      </pc:sldChg>
      <pc:sldChg chg="addCm modCm">
        <pc:chgData name="AU Kelvin" userId="416e5d84-3133-4774-aa1a-290e1bef47d6" providerId="ADAL" clId="{A135B165-5CC7-47FE-8662-5B5D4DA7B5EA}" dt="2023-03-27T03:39:30.435" v="18"/>
        <pc:sldMkLst>
          <pc:docMk/>
          <pc:sldMk cId="851749145" sldId="297"/>
        </pc:sldMkLst>
      </pc:sldChg>
      <pc:sldChg chg="modSp mod">
        <pc:chgData name="AU Kelvin" userId="416e5d84-3133-4774-aa1a-290e1bef47d6" providerId="ADAL" clId="{A135B165-5CC7-47FE-8662-5B5D4DA7B5EA}" dt="2023-03-27T03:47:02.714" v="26" actId="207"/>
        <pc:sldMkLst>
          <pc:docMk/>
          <pc:sldMk cId="3390811765" sldId="315"/>
        </pc:sldMkLst>
        <pc:spChg chg="mod">
          <ac:chgData name="AU Kelvin" userId="416e5d84-3133-4774-aa1a-290e1bef47d6" providerId="ADAL" clId="{A135B165-5CC7-47FE-8662-5B5D4DA7B5EA}" dt="2023-03-27T03:47:02.714" v="26" actId="207"/>
          <ac:spMkLst>
            <pc:docMk/>
            <pc:sldMk cId="3390811765" sldId="315"/>
            <ac:spMk id="3" creationId="{38279423-2A7B-42E7-9AAD-819A01DEF59F}"/>
          </ac:spMkLst>
        </pc:spChg>
      </pc:sldChg>
      <pc:sldChg chg="modSp mod">
        <pc:chgData name="AU Kelvin" userId="416e5d84-3133-4774-aa1a-290e1bef47d6" providerId="ADAL" clId="{A135B165-5CC7-47FE-8662-5B5D4DA7B5EA}" dt="2023-03-27T03:46:38.090" v="25" actId="207"/>
        <pc:sldMkLst>
          <pc:docMk/>
          <pc:sldMk cId="3217505827" sldId="316"/>
        </pc:sldMkLst>
        <pc:spChg chg="mod">
          <ac:chgData name="AU Kelvin" userId="416e5d84-3133-4774-aa1a-290e1bef47d6" providerId="ADAL" clId="{A135B165-5CC7-47FE-8662-5B5D4DA7B5EA}" dt="2023-03-27T03:46:38.090" v="25" actId="207"/>
          <ac:spMkLst>
            <pc:docMk/>
            <pc:sldMk cId="3217505827" sldId="316"/>
            <ac:spMk id="3" creationId="{16DF9936-5C66-4D34-A98D-6A0722AE50E0}"/>
          </ac:spMkLst>
        </pc:spChg>
      </pc:sldChg>
      <pc:sldChg chg="modSp mod">
        <pc:chgData name="AU Kelvin" userId="416e5d84-3133-4774-aa1a-290e1bef47d6" providerId="ADAL" clId="{A135B165-5CC7-47FE-8662-5B5D4DA7B5EA}" dt="2023-03-27T03:45:32.976" v="24" actId="313"/>
        <pc:sldMkLst>
          <pc:docMk/>
          <pc:sldMk cId="2343557002" sldId="317"/>
        </pc:sldMkLst>
        <pc:spChg chg="mod">
          <ac:chgData name="AU Kelvin" userId="416e5d84-3133-4774-aa1a-290e1bef47d6" providerId="ADAL" clId="{A135B165-5CC7-47FE-8662-5B5D4DA7B5EA}" dt="2023-03-27T03:45:32.976" v="24" actId="313"/>
          <ac:spMkLst>
            <pc:docMk/>
            <pc:sldMk cId="2343557002" sldId="317"/>
            <ac:spMk id="3" creationId="{9342268B-A687-4F1D-8190-3F35F31E4B51}"/>
          </ac:spMkLst>
        </pc:spChg>
      </pc:sldChg>
      <pc:sldChg chg="modSp mod">
        <pc:chgData name="AU Kelvin" userId="416e5d84-3133-4774-aa1a-290e1bef47d6" providerId="ADAL" clId="{A135B165-5CC7-47FE-8662-5B5D4DA7B5EA}" dt="2023-03-27T07:56:43.527" v="33" actId="1076"/>
        <pc:sldMkLst>
          <pc:docMk/>
          <pc:sldMk cId="1680002346" sldId="329"/>
        </pc:sldMkLst>
        <pc:picChg chg="mod">
          <ac:chgData name="AU Kelvin" userId="416e5d84-3133-4774-aa1a-290e1bef47d6" providerId="ADAL" clId="{A135B165-5CC7-47FE-8662-5B5D4DA7B5EA}" dt="2023-03-27T07:56:43.527" v="33" actId="1076"/>
          <ac:picMkLst>
            <pc:docMk/>
            <pc:sldMk cId="1680002346" sldId="329"/>
            <ac:picMk id="5" creationId="{04F15152-2C0C-4230-8C26-EE79745FAFA3}"/>
          </ac:picMkLst>
        </pc:picChg>
      </pc:sldChg>
    </pc:docChg>
  </pc:docChgLst>
  <pc:docChgLst>
    <pc:chgData name="LEUNG Nicole" userId="8ed04819-1a1c-42ab-ae09-44d42575f3a6" providerId="ADAL" clId="{3E657728-002F-4D06-8545-52875357E7CC}"/>
    <pc:docChg chg="undo redo custSel addSld delSld modSld sldOrd addMainMaster delMainMaster">
      <pc:chgData name="LEUNG Nicole" userId="8ed04819-1a1c-42ab-ae09-44d42575f3a6" providerId="ADAL" clId="{3E657728-002F-4D06-8545-52875357E7CC}" dt="2023-03-20T09:29:54.991" v="5894" actId="1076"/>
      <pc:docMkLst>
        <pc:docMk/>
      </pc:docMkLst>
      <pc:sldChg chg="addSp delSp modSp mod setBg modClrScheme setClrOvrMap delDesignElem chgLayout">
        <pc:chgData name="LEUNG Nicole" userId="8ed04819-1a1c-42ab-ae09-44d42575f3a6" providerId="ADAL" clId="{3E657728-002F-4D06-8545-52875357E7CC}" dt="2023-03-09T06:19:47.554" v="296" actId="26606"/>
        <pc:sldMkLst>
          <pc:docMk/>
          <pc:sldMk cId="4093437428" sldId="256"/>
        </pc:sldMkLst>
        <pc:spChg chg="mod">
          <ac:chgData name="LEUNG Nicole" userId="8ed04819-1a1c-42ab-ae09-44d42575f3a6" providerId="ADAL" clId="{3E657728-002F-4D06-8545-52875357E7CC}" dt="2023-03-09T06:19:47.554" v="296" actId="26606"/>
          <ac:spMkLst>
            <pc:docMk/>
            <pc:sldMk cId="4093437428" sldId="256"/>
            <ac:spMk id="2" creationId="{266DFD87-74D9-478B-B7FE-8FBC975665C3}"/>
          </ac:spMkLst>
        </pc:spChg>
        <pc:spChg chg="mod">
          <ac:chgData name="LEUNG Nicole" userId="8ed04819-1a1c-42ab-ae09-44d42575f3a6" providerId="ADAL" clId="{3E657728-002F-4D06-8545-52875357E7CC}" dt="2023-03-09T06:19:47.554" v="296" actId="26606"/>
          <ac:spMkLst>
            <pc:docMk/>
            <pc:sldMk cId="4093437428" sldId="256"/>
            <ac:spMk id="3" creationId="{951F69E3-81D8-4114-B10A-B5C6F26C7E71}"/>
          </ac:spMkLst>
        </pc:spChg>
        <pc:spChg chg="add del">
          <ac:chgData name="LEUNG Nicole" userId="8ed04819-1a1c-42ab-ae09-44d42575f3a6" providerId="ADAL" clId="{3E657728-002F-4D06-8545-52875357E7CC}" dt="2023-03-09T06:19:47.544" v="295" actId="26606"/>
          <ac:spMkLst>
            <pc:docMk/>
            <pc:sldMk cId="4093437428" sldId="256"/>
            <ac:spMk id="6" creationId="{0671A8AE-40A1-4631-A6B8-581AFF065482}"/>
          </ac:spMkLst>
        </pc:spChg>
        <pc:spChg chg="add del">
          <ac:chgData name="LEUNG Nicole" userId="8ed04819-1a1c-42ab-ae09-44d42575f3a6" providerId="ADAL" clId="{3E657728-002F-4D06-8545-52875357E7CC}" dt="2023-03-09T06:19:47.544" v="295" actId="26606"/>
          <ac:spMkLst>
            <pc:docMk/>
            <pc:sldMk cId="4093437428" sldId="256"/>
            <ac:spMk id="7" creationId="{AB58EF07-17C2-48CF-ABB0-EEF1F17CB8F0}"/>
          </ac:spMkLst>
        </pc:spChg>
        <pc:spChg chg="add del">
          <ac:chgData name="LEUNG Nicole" userId="8ed04819-1a1c-42ab-ae09-44d42575f3a6" providerId="ADAL" clId="{3E657728-002F-4D06-8545-52875357E7CC}" dt="2023-03-09T06:19:47.544" v="295" actId="26606"/>
          <ac:spMkLst>
            <pc:docMk/>
            <pc:sldMk cId="4093437428" sldId="256"/>
            <ac:spMk id="8" creationId="{AF2F604E-43BE-4DC3-B983-E071523364F8}"/>
          </ac:spMkLst>
        </pc:spChg>
        <pc:spChg chg="add del">
          <ac:chgData name="LEUNG Nicole" userId="8ed04819-1a1c-42ab-ae09-44d42575f3a6" providerId="ADAL" clId="{3E657728-002F-4D06-8545-52875357E7CC}" dt="2023-03-09T06:19:34.070" v="292"/>
          <ac:spMkLst>
            <pc:docMk/>
            <pc:sldMk cId="4093437428" sldId="256"/>
            <ac:spMk id="9" creationId="{55666830-9A19-4E01-8505-D6C7F9AC5665}"/>
          </ac:spMkLst>
        </pc:spChg>
        <pc:spChg chg="add del">
          <ac:chgData name="LEUNG Nicole" userId="8ed04819-1a1c-42ab-ae09-44d42575f3a6" providerId="ADAL" clId="{3E657728-002F-4D06-8545-52875357E7CC}" dt="2023-03-09T06:19:47.544" v="295" actId="26606"/>
          <ac:spMkLst>
            <pc:docMk/>
            <pc:sldMk cId="4093437428" sldId="256"/>
            <ac:spMk id="10" creationId="{08C9B587-E65E-4B52-B37C-ABEBB6E87928}"/>
          </ac:spMkLst>
        </pc:spChg>
        <pc:spChg chg="add del">
          <ac:chgData name="LEUNG Nicole" userId="8ed04819-1a1c-42ab-ae09-44d42575f3a6" providerId="ADAL" clId="{3E657728-002F-4D06-8545-52875357E7CC}" dt="2023-03-09T06:19:34.070" v="292"/>
          <ac:spMkLst>
            <pc:docMk/>
            <pc:sldMk cId="4093437428" sldId="256"/>
            <ac:spMk id="11" creationId="{AE9FC877-7FB6-4D22-9988-35420644E202}"/>
          </ac:spMkLst>
        </pc:spChg>
        <pc:spChg chg="add">
          <ac:chgData name="LEUNG Nicole" userId="8ed04819-1a1c-42ab-ae09-44d42575f3a6" providerId="ADAL" clId="{3E657728-002F-4D06-8545-52875357E7CC}" dt="2023-03-09T06:19:47.554" v="296" actId="26606"/>
          <ac:spMkLst>
            <pc:docMk/>
            <pc:sldMk cId="4093437428" sldId="256"/>
            <ac:spMk id="12" creationId="{06DA9DF9-31F7-4056-B42E-878CC92417B8}"/>
          </ac:spMkLst>
        </pc:spChg>
        <pc:spChg chg="add del">
          <ac:chgData name="LEUNG Nicole" userId="8ed04819-1a1c-42ab-ae09-44d42575f3a6" providerId="ADAL" clId="{3E657728-002F-4D06-8545-52875357E7CC}" dt="2023-03-09T06:19:34.070" v="292"/>
          <ac:spMkLst>
            <pc:docMk/>
            <pc:sldMk cId="4093437428" sldId="256"/>
            <ac:spMk id="13" creationId="{E41809D1-F12E-46BB-B804-5F209D325E8B}"/>
          </ac:spMkLst>
        </pc:spChg>
        <pc:spChg chg="add del">
          <ac:chgData name="LEUNG Nicole" userId="8ed04819-1a1c-42ab-ae09-44d42575f3a6" providerId="ADAL" clId="{3E657728-002F-4D06-8545-52875357E7CC}" dt="2023-03-09T06:19:34.070" v="292"/>
          <ac:spMkLst>
            <pc:docMk/>
            <pc:sldMk cId="4093437428" sldId="256"/>
            <ac:spMk id="15" creationId="{AF2F604E-43BE-4DC3-B983-E071523364F8}"/>
          </ac:spMkLst>
        </pc:spChg>
        <pc:spChg chg="add del">
          <ac:chgData name="LEUNG Nicole" userId="8ed04819-1a1c-42ab-ae09-44d42575f3a6" providerId="ADAL" clId="{3E657728-002F-4D06-8545-52875357E7CC}" dt="2023-03-09T06:19:34.070" v="292"/>
          <ac:spMkLst>
            <pc:docMk/>
            <pc:sldMk cId="4093437428" sldId="256"/>
            <ac:spMk id="17" creationId="{08C9B587-E65E-4B52-B37C-ABEBB6E87928}"/>
          </ac:spMkLst>
        </pc:spChg>
        <pc:picChg chg="add mod ord">
          <ac:chgData name="LEUNG Nicole" userId="8ed04819-1a1c-42ab-ae09-44d42575f3a6" providerId="ADAL" clId="{3E657728-002F-4D06-8545-52875357E7CC}" dt="2023-03-09T06:19:47.554" v="296" actId="26606"/>
          <ac:picMkLst>
            <pc:docMk/>
            <pc:sldMk cId="4093437428" sldId="256"/>
            <ac:picMk id="4" creationId="{FCCA31B0-8BFE-5A57-D056-524DED98BE32}"/>
          </ac:picMkLst>
        </pc:picChg>
      </pc:sldChg>
      <pc:sldChg chg="addSp delSp modSp new del mod">
        <pc:chgData name="LEUNG Nicole" userId="8ed04819-1a1c-42ab-ae09-44d42575f3a6" providerId="ADAL" clId="{3E657728-002F-4D06-8545-52875357E7CC}" dt="2023-03-09T05:17:01.690" v="78" actId="2696"/>
        <pc:sldMkLst>
          <pc:docMk/>
          <pc:sldMk cId="206829292" sldId="257"/>
        </pc:sldMkLst>
        <pc:spChg chg="del">
          <ac:chgData name="LEUNG Nicole" userId="8ed04819-1a1c-42ab-ae09-44d42575f3a6" providerId="ADAL" clId="{3E657728-002F-4D06-8545-52875357E7CC}" dt="2023-03-09T05:06:03.421" v="31" actId="478"/>
          <ac:spMkLst>
            <pc:docMk/>
            <pc:sldMk cId="206829292" sldId="257"/>
            <ac:spMk id="3" creationId="{94E12075-7F06-4CB5-9864-1BC40C3B64D7}"/>
          </ac:spMkLst>
        </pc:spChg>
        <pc:picChg chg="add del mod">
          <ac:chgData name="LEUNG Nicole" userId="8ed04819-1a1c-42ab-ae09-44d42575f3a6" providerId="ADAL" clId="{3E657728-002F-4D06-8545-52875357E7CC}" dt="2023-03-09T05:16:55.734" v="77" actId="478"/>
          <ac:picMkLst>
            <pc:docMk/>
            <pc:sldMk cId="206829292" sldId="257"/>
            <ac:picMk id="5" creationId="{4AF656EE-EC56-4D1D-854D-29592E6ED10A}"/>
          </ac:picMkLst>
        </pc:picChg>
      </pc:sldChg>
      <pc:sldChg chg="addSp delSp modSp new del mod">
        <pc:chgData name="LEUNG Nicole" userId="8ed04819-1a1c-42ab-ae09-44d42575f3a6" providerId="ADAL" clId="{3E657728-002F-4D06-8545-52875357E7CC}" dt="2023-03-09T05:16:42.242" v="76" actId="2696"/>
        <pc:sldMkLst>
          <pc:docMk/>
          <pc:sldMk cId="4070544889" sldId="258"/>
        </pc:sldMkLst>
        <pc:picChg chg="add del mod">
          <ac:chgData name="LEUNG Nicole" userId="8ed04819-1a1c-42ab-ae09-44d42575f3a6" providerId="ADAL" clId="{3E657728-002F-4D06-8545-52875357E7CC}" dt="2023-03-09T05:16:22.425" v="71" actId="21"/>
          <ac:picMkLst>
            <pc:docMk/>
            <pc:sldMk cId="4070544889" sldId="258"/>
            <ac:picMk id="5" creationId="{5E48EDA5-F811-48AA-B543-244AC6A49F4C}"/>
          </ac:picMkLst>
        </pc:picChg>
      </pc:sldChg>
      <pc:sldChg chg="addSp delSp modSp new del mod">
        <pc:chgData name="LEUNG Nicole" userId="8ed04819-1a1c-42ab-ae09-44d42575f3a6" providerId="ADAL" clId="{3E657728-002F-4D06-8545-52875357E7CC}" dt="2023-03-09T05:16:11.706" v="70" actId="47"/>
        <pc:sldMkLst>
          <pc:docMk/>
          <pc:sldMk cId="2726944827" sldId="259"/>
        </pc:sldMkLst>
        <pc:picChg chg="add del mod">
          <ac:chgData name="LEUNG Nicole" userId="8ed04819-1a1c-42ab-ae09-44d42575f3a6" providerId="ADAL" clId="{3E657728-002F-4D06-8545-52875357E7CC}" dt="2023-03-09T05:15:57.070" v="67" actId="21"/>
          <ac:picMkLst>
            <pc:docMk/>
            <pc:sldMk cId="2726944827" sldId="259"/>
            <ac:picMk id="5" creationId="{65DED987-DC09-4009-8343-7A04033D4AD7}"/>
          </ac:picMkLst>
        </pc:picChg>
        <pc:picChg chg="add del mod">
          <ac:chgData name="LEUNG Nicole" userId="8ed04819-1a1c-42ab-ae09-44d42575f3a6" providerId="ADAL" clId="{3E657728-002F-4D06-8545-52875357E7CC}" dt="2023-03-09T05:10:10.114" v="44" actId="478"/>
          <ac:picMkLst>
            <pc:docMk/>
            <pc:sldMk cId="2726944827" sldId="259"/>
            <ac:picMk id="7" creationId="{754F5C8A-C714-4A0C-9337-2E1961B7D329}"/>
          </ac:picMkLst>
        </pc:picChg>
      </pc:sldChg>
      <pc:sldChg chg="addSp delSp modSp new mod">
        <pc:chgData name="LEUNG Nicole" userId="8ed04819-1a1c-42ab-ae09-44d42575f3a6" providerId="ADAL" clId="{3E657728-002F-4D06-8545-52875357E7CC}" dt="2023-03-10T10:53:50.146" v="2815" actId="14100"/>
        <pc:sldMkLst>
          <pc:docMk/>
          <pc:sldMk cId="1028999168" sldId="260"/>
        </pc:sldMkLst>
        <pc:spChg chg="del mod">
          <ac:chgData name="LEUNG Nicole" userId="8ed04819-1a1c-42ab-ae09-44d42575f3a6" providerId="ADAL" clId="{3E657728-002F-4D06-8545-52875357E7CC}" dt="2023-03-09T06:23:19.351" v="317" actId="478"/>
          <ac:spMkLst>
            <pc:docMk/>
            <pc:sldMk cId="1028999168" sldId="260"/>
            <ac:spMk id="2" creationId="{13EEFD9F-727B-4AED-8D23-EA0821641FCA}"/>
          </ac:spMkLst>
        </pc:spChg>
        <pc:spChg chg="del">
          <ac:chgData name="LEUNG Nicole" userId="8ed04819-1a1c-42ab-ae09-44d42575f3a6" providerId="ADAL" clId="{3E657728-002F-4D06-8545-52875357E7CC}" dt="2023-03-09T05:16:25.124" v="72"/>
          <ac:spMkLst>
            <pc:docMk/>
            <pc:sldMk cId="1028999168" sldId="260"/>
            <ac:spMk id="3" creationId="{5BE20C78-1BA4-4487-AD25-5A0D46A26E12}"/>
          </ac:spMkLst>
        </pc:spChg>
        <pc:spChg chg="add mod">
          <ac:chgData name="LEUNG Nicole" userId="8ed04819-1a1c-42ab-ae09-44d42575f3a6" providerId="ADAL" clId="{3E657728-002F-4D06-8545-52875357E7CC}" dt="2023-03-10T10:53:50.146" v="2815" actId="14100"/>
          <ac:spMkLst>
            <pc:docMk/>
            <pc:sldMk cId="1028999168" sldId="260"/>
            <ac:spMk id="15" creationId="{8F59E620-E10D-4CBA-9DE1-3BD87A128217}"/>
          </ac:spMkLst>
        </pc:spChg>
        <pc:picChg chg="add del mod">
          <ac:chgData name="LEUNG Nicole" userId="8ed04819-1a1c-42ab-ae09-44d42575f3a6" providerId="ADAL" clId="{3E657728-002F-4D06-8545-52875357E7CC}" dt="2023-03-09T05:10:30.216" v="48" actId="478"/>
          <ac:picMkLst>
            <pc:docMk/>
            <pc:sldMk cId="1028999168" sldId="260"/>
            <ac:picMk id="5" creationId="{889EAF08-4CA6-463E-8B77-C715EB2970CE}"/>
          </ac:picMkLst>
        </pc:picChg>
        <pc:picChg chg="add del mod">
          <ac:chgData name="LEUNG Nicole" userId="8ed04819-1a1c-42ab-ae09-44d42575f3a6" providerId="ADAL" clId="{3E657728-002F-4D06-8545-52875357E7CC}" dt="2023-03-09T05:11:15.874" v="51" actId="478"/>
          <ac:picMkLst>
            <pc:docMk/>
            <pc:sldMk cId="1028999168" sldId="260"/>
            <ac:picMk id="7" creationId="{E0057064-BF7F-41BF-9578-7D96609D9384}"/>
          </ac:picMkLst>
        </pc:picChg>
        <pc:picChg chg="add mod">
          <ac:chgData name="LEUNG Nicole" userId="8ed04819-1a1c-42ab-ae09-44d42575f3a6" providerId="ADAL" clId="{3E657728-002F-4D06-8545-52875357E7CC}" dt="2023-03-10T10:43:06.542" v="2733" actId="1076"/>
          <ac:picMkLst>
            <pc:docMk/>
            <pc:sldMk cId="1028999168" sldId="260"/>
            <ac:picMk id="9" creationId="{D0C3EEC8-9ED8-481B-B458-07ADB548E10D}"/>
          </ac:picMkLst>
        </pc:picChg>
        <pc:picChg chg="add mod">
          <ac:chgData name="LEUNG Nicole" userId="8ed04819-1a1c-42ab-ae09-44d42575f3a6" providerId="ADAL" clId="{3E657728-002F-4D06-8545-52875357E7CC}" dt="2023-03-09T06:22:56.266" v="314" actId="1076"/>
          <ac:picMkLst>
            <pc:docMk/>
            <pc:sldMk cId="1028999168" sldId="260"/>
            <ac:picMk id="11" creationId="{45F31BF4-C6EF-4763-B954-C0304B57F0DE}"/>
          </ac:picMkLst>
        </pc:picChg>
        <pc:picChg chg="add del mod">
          <ac:chgData name="LEUNG Nicole" userId="8ed04819-1a1c-42ab-ae09-44d42575f3a6" providerId="ADAL" clId="{3E657728-002F-4D06-8545-52875357E7CC}" dt="2023-03-09T06:21:29.271" v="300" actId="478"/>
          <ac:picMkLst>
            <pc:docMk/>
            <pc:sldMk cId="1028999168" sldId="260"/>
            <ac:picMk id="12" creationId="{2CCF2EA6-D972-42C1-8BBB-2E78F4F16DA4}"/>
          </ac:picMkLst>
        </pc:picChg>
        <pc:picChg chg="add del mod">
          <ac:chgData name="LEUNG Nicole" userId="8ed04819-1a1c-42ab-ae09-44d42575f3a6" providerId="ADAL" clId="{3E657728-002F-4D06-8545-52875357E7CC}" dt="2023-03-09T07:13:16.171" v="420" actId="21"/>
          <ac:picMkLst>
            <pc:docMk/>
            <pc:sldMk cId="1028999168" sldId="260"/>
            <ac:picMk id="13" creationId="{E3BC8EB5-FCFC-4261-90F3-043D985C1D84}"/>
          </ac:picMkLst>
        </pc:picChg>
        <pc:picChg chg="add mod">
          <ac:chgData name="LEUNG Nicole" userId="8ed04819-1a1c-42ab-ae09-44d42575f3a6" providerId="ADAL" clId="{3E657728-002F-4D06-8545-52875357E7CC}" dt="2023-03-09T07:38:01.233" v="624" actId="1076"/>
          <ac:picMkLst>
            <pc:docMk/>
            <pc:sldMk cId="1028999168" sldId="260"/>
            <ac:picMk id="17" creationId="{E5AF0B8F-C2FE-45A5-A5AD-E8E5D0C75F2B}"/>
          </ac:picMkLst>
        </pc:picChg>
      </pc:sldChg>
      <pc:sldChg chg="addSp delSp modSp new mod setBg">
        <pc:chgData name="LEUNG Nicole" userId="8ed04819-1a1c-42ab-ae09-44d42575f3a6" providerId="ADAL" clId="{3E657728-002F-4D06-8545-52875357E7CC}" dt="2023-03-20T08:44:55.591" v="4860" actId="20577"/>
        <pc:sldMkLst>
          <pc:docMk/>
          <pc:sldMk cId="95290033" sldId="261"/>
        </pc:sldMkLst>
        <pc:spChg chg="mod ord">
          <ac:chgData name="LEUNG Nicole" userId="8ed04819-1a1c-42ab-ae09-44d42575f3a6" providerId="ADAL" clId="{3E657728-002F-4D06-8545-52875357E7CC}" dt="2023-03-09T06:16:35.457" v="254" actId="20577"/>
          <ac:spMkLst>
            <pc:docMk/>
            <pc:sldMk cId="95290033" sldId="261"/>
            <ac:spMk id="2" creationId="{CD7B83DD-FA7B-4F84-8479-05CC69270FE0}"/>
          </ac:spMkLst>
        </pc:spChg>
        <pc:spChg chg="mod ord">
          <ac:chgData name="LEUNG Nicole" userId="8ed04819-1a1c-42ab-ae09-44d42575f3a6" providerId="ADAL" clId="{3E657728-002F-4D06-8545-52875357E7CC}" dt="2023-03-20T08:44:55.591" v="4860" actId="20577"/>
          <ac:spMkLst>
            <pc:docMk/>
            <pc:sldMk cId="95290033" sldId="261"/>
            <ac:spMk id="3" creationId="{6F8CD05C-5B89-4899-82FD-F091A23FF7D7}"/>
          </ac:spMkLst>
        </pc:spChg>
        <pc:spChg chg="add del">
          <ac:chgData name="LEUNG Nicole" userId="8ed04819-1a1c-42ab-ae09-44d42575f3a6" providerId="ADAL" clId="{3E657728-002F-4D06-8545-52875357E7CC}" dt="2023-03-09T06:10:43.327" v="197" actId="26606"/>
          <ac:spMkLst>
            <pc:docMk/>
            <pc:sldMk cId="95290033" sldId="261"/>
            <ac:spMk id="14" creationId="{632DF175-2DD8-4694-B4BB-045DCFCE730A}"/>
          </ac:spMkLst>
        </pc:spChg>
        <pc:spChg chg="add del">
          <ac:chgData name="LEUNG Nicole" userId="8ed04819-1a1c-42ab-ae09-44d42575f3a6" providerId="ADAL" clId="{3E657728-002F-4D06-8545-52875357E7CC}" dt="2023-03-09T06:10:43.327" v="197" actId="26606"/>
          <ac:spMkLst>
            <pc:docMk/>
            <pc:sldMk cId="95290033" sldId="261"/>
            <ac:spMk id="16" creationId="{9080D120-BD54-46E1-BA37-82F5E8089E90}"/>
          </ac:spMkLst>
        </pc:spChg>
        <pc:spChg chg="add del">
          <ac:chgData name="LEUNG Nicole" userId="8ed04819-1a1c-42ab-ae09-44d42575f3a6" providerId="ADAL" clId="{3E657728-002F-4D06-8545-52875357E7CC}" dt="2023-03-09T06:10:43.327" v="197" actId="26606"/>
          <ac:spMkLst>
            <pc:docMk/>
            <pc:sldMk cId="95290033" sldId="261"/>
            <ac:spMk id="18" creationId="{81D83946-74FA-498A-AC80-9926F041B5C5}"/>
          </ac:spMkLst>
        </pc:spChg>
        <pc:spChg chg="add del">
          <ac:chgData name="LEUNG Nicole" userId="8ed04819-1a1c-42ab-ae09-44d42575f3a6" providerId="ADAL" clId="{3E657728-002F-4D06-8545-52875357E7CC}" dt="2023-03-09T06:10:43.327" v="197" actId="26606"/>
          <ac:spMkLst>
            <pc:docMk/>
            <pc:sldMk cId="95290033" sldId="261"/>
            <ac:spMk id="20" creationId="{5060D983-8B52-443A-8183-2A1DE05618B5}"/>
          </ac:spMkLst>
        </pc:spChg>
        <pc:spChg chg="add del">
          <ac:chgData name="LEUNG Nicole" userId="8ed04819-1a1c-42ab-ae09-44d42575f3a6" providerId="ADAL" clId="{3E657728-002F-4D06-8545-52875357E7CC}" dt="2023-03-09T06:09:53.339" v="169" actId="26606"/>
          <ac:spMkLst>
            <pc:docMk/>
            <pc:sldMk cId="95290033" sldId="261"/>
            <ac:spMk id="25" creationId="{3CE5203E-F2D1-469A-A50E-9C6654211B85}"/>
          </ac:spMkLst>
        </pc:spChg>
        <pc:spChg chg="add del">
          <ac:chgData name="LEUNG Nicole" userId="8ed04819-1a1c-42ab-ae09-44d42575f3a6" providerId="ADAL" clId="{3E657728-002F-4D06-8545-52875357E7CC}" dt="2023-03-09T06:09:53.339" v="169" actId="26606"/>
          <ac:spMkLst>
            <pc:docMk/>
            <pc:sldMk cId="95290033" sldId="261"/>
            <ac:spMk id="27" creationId="{9080D120-BD54-46E1-BA37-82F5E8089E90}"/>
          </ac:spMkLst>
        </pc:spChg>
        <pc:spChg chg="add del">
          <ac:chgData name="LEUNG Nicole" userId="8ed04819-1a1c-42ab-ae09-44d42575f3a6" providerId="ADAL" clId="{3E657728-002F-4D06-8545-52875357E7CC}" dt="2023-03-09T06:09:53.339" v="169" actId="26606"/>
          <ac:spMkLst>
            <pc:docMk/>
            <pc:sldMk cId="95290033" sldId="261"/>
            <ac:spMk id="29" creationId="{81D83946-74FA-498A-AC80-9926F041B5C5}"/>
          </ac:spMkLst>
        </pc:spChg>
        <pc:spChg chg="add del">
          <ac:chgData name="LEUNG Nicole" userId="8ed04819-1a1c-42ab-ae09-44d42575f3a6" providerId="ADAL" clId="{3E657728-002F-4D06-8545-52875357E7CC}" dt="2023-03-09T06:09:53.339" v="169" actId="26606"/>
          <ac:spMkLst>
            <pc:docMk/>
            <pc:sldMk cId="95290033" sldId="261"/>
            <ac:spMk id="31" creationId="{5060D983-8B52-443A-8183-2A1DE05618B5}"/>
          </ac:spMkLst>
        </pc:spChg>
        <pc:picChg chg="add del mod ord">
          <ac:chgData name="LEUNG Nicole" userId="8ed04819-1a1c-42ab-ae09-44d42575f3a6" providerId="ADAL" clId="{3E657728-002F-4D06-8545-52875357E7CC}" dt="2023-03-09T06:15:08.934" v="231" actId="478"/>
          <ac:picMkLst>
            <pc:docMk/>
            <pc:sldMk cId="95290033" sldId="261"/>
            <ac:picMk id="5" creationId="{35CCFCF8-975C-4A12-8EFF-0071308FACB3}"/>
          </ac:picMkLst>
        </pc:picChg>
        <pc:picChg chg="add del mod">
          <ac:chgData name="LEUNG Nicole" userId="8ed04819-1a1c-42ab-ae09-44d42575f3a6" providerId="ADAL" clId="{3E657728-002F-4D06-8545-52875357E7CC}" dt="2023-03-09T06:07:53.305" v="117" actId="21"/>
          <ac:picMkLst>
            <pc:docMk/>
            <pc:sldMk cId="95290033" sldId="261"/>
            <ac:picMk id="7" creationId="{579A9FDE-4ACF-4B96-A8E9-000634E8C65F}"/>
          </ac:picMkLst>
        </pc:picChg>
        <pc:picChg chg="add del mod">
          <ac:chgData name="LEUNG Nicole" userId="8ed04819-1a1c-42ab-ae09-44d42575f3a6" providerId="ADAL" clId="{3E657728-002F-4D06-8545-52875357E7CC}" dt="2023-03-09T06:15:35.322" v="238" actId="478"/>
          <ac:picMkLst>
            <pc:docMk/>
            <pc:sldMk cId="95290033" sldId="261"/>
            <ac:picMk id="9" creationId="{309DC055-F0FD-42AB-B658-EF79C74436ED}"/>
          </ac:picMkLst>
        </pc:picChg>
        <pc:picChg chg="add del mod">
          <ac:chgData name="LEUNG Nicole" userId="8ed04819-1a1c-42ab-ae09-44d42575f3a6" providerId="ADAL" clId="{3E657728-002F-4D06-8545-52875357E7CC}" dt="2023-03-09T06:08:02.188" v="121" actId="21"/>
          <ac:picMkLst>
            <pc:docMk/>
            <pc:sldMk cId="95290033" sldId="261"/>
            <ac:picMk id="11" creationId="{A6DE01ED-E431-4101-A42D-42D48D6631D5}"/>
          </ac:picMkLst>
        </pc:picChg>
        <pc:picChg chg="add mod">
          <ac:chgData name="LEUNG Nicole" userId="8ed04819-1a1c-42ab-ae09-44d42575f3a6" providerId="ADAL" clId="{3E657728-002F-4D06-8545-52875357E7CC}" dt="2023-03-09T07:32:28.492" v="557" actId="14100"/>
          <ac:picMkLst>
            <pc:docMk/>
            <pc:sldMk cId="95290033" sldId="261"/>
            <ac:picMk id="13" creationId="{9B5276BD-E7FE-43CC-B74B-E2A42D6FAEF4}"/>
          </ac:picMkLst>
        </pc:picChg>
        <pc:picChg chg="add del mod">
          <ac:chgData name="LEUNG Nicole" userId="8ed04819-1a1c-42ab-ae09-44d42575f3a6" providerId="ADAL" clId="{3E657728-002F-4D06-8545-52875357E7CC}" dt="2023-03-09T07:26:01.856" v="437" actId="21"/>
          <ac:picMkLst>
            <pc:docMk/>
            <pc:sldMk cId="95290033" sldId="261"/>
            <ac:picMk id="17" creationId="{B9AB2003-10F5-41AC-8EB3-F0726A859801}"/>
          </ac:picMkLst>
        </pc:picChg>
        <pc:picChg chg="add mod">
          <ac:chgData name="LEUNG Nicole" userId="8ed04819-1a1c-42ab-ae09-44d42575f3a6" providerId="ADAL" clId="{3E657728-002F-4D06-8545-52875357E7CC}" dt="2023-03-09T07:32:16.573" v="554" actId="1076"/>
          <ac:picMkLst>
            <pc:docMk/>
            <pc:sldMk cId="95290033" sldId="261"/>
            <ac:picMk id="21" creationId="{50AC6102-B92E-4347-BF41-16D85F6621A2}"/>
          </ac:picMkLst>
        </pc:picChg>
      </pc:sldChg>
      <pc:sldChg chg="addSp delSp modSp new mod setBg delDesignElem">
        <pc:chgData name="LEUNG Nicole" userId="8ed04819-1a1c-42ab-ae09-44d42575f3a6" providerId="ADAL" clId="{3E657728-002F-4D06-8545-52875357E7CC}" dt="2023-03-10T10:30:37.258" v="2671" actId="14100"/>
        <pc:sldMkLst>
          <pc:docMk/>
          <pc:sldMk cId="3330272683" sldId="262"/>
        </pc:sldMkLst>
        <pc:spChg chg="mod ord">
          <ac:chgData name="LEUNG Nicole" userId="8ed04819-1a1c-42ab-ae09-44d42575f3a6" providerId="ADAL" clId="{3E657728-002F-4D06-8545-52875357E7CC}" dt="2023-03-09T06:07:31.641" v="113" actId="20577"/>
          <ac:spMkLst>
            <pc:docMk/>
            <pc:sldMk cId="3330272683" sldId="262"/>
            <ac:spMk id="2" creationId="{D6124752-D21F-4C37-8C89-5A6D49E7D613}"/>
          </ac:spMkLst>
        </pc:spChg>
        <pc:spChg chg="mod ord">
          <ac:chgData name="LEUNG Nicole" userId="8ed04819-1a1c-42ab-ae09-44d42575f3a6" providerId="ADAL" clId="{3E657728-002F-4D06-8545-52875357E7CC}" dt="2023-03-09T07:29:34.555" v="550" actId="20577"/>
          <ac:spMkLst>
            <pc:docMk/>
            <pc:sldMk cId="3330272683" sldId="262"/>
            <ac:spMk id="3" creationId="{0722FC5A-B29F-4C58-940E-4D925D707B51}"/>
          </ac:spMkLst>
        </pc:spChg>
        <pc:spChg chg="add del">
          <ac:chgData name="LEUNG Nicole" userId="8ed04819-1a1c-42ab-ae09-44d42575f3a6" providerId="ADAL" clId="{3E657728-002F-4D06-8545-52875357E7CC}" dt="2023-03-09T06:19:34.070" v="292"/>
          <ac:spMkLst>
            <pc:docMk/>
            <pc:sldMk cId="3330272683" sldId="262"/>
            <ac:spMk id="12" creationId="{3CE5203E-F2D1-469A-A50E-9C6654211B85}"/>
          </ac:spMkLst>
        </pc:spChg>
        <pc:spChg chg="add del">
          <ac:chgData name="LEUNG Nicole" userId="8ed04819-1a1c-42ab-ae09-44d42575f3a6" providerId="ADAL" clId="{3E657728-002F-4D06-8545-52875357E7CC}" dt="2023-03-09T06:19:34.070" v="292"/>
          <ac:spMkLst>
            <pc:docMk/>
            <pc:sldMk cId="3330272683" sldId="262"/>
            <ac:spMk id="14" creationId="{9080D120-BD54-46E1-BA37-82F5E8089E90}"/>
          </ac:spMkLst>
        </pc:spChg>
        <pc:spChg chg="add del">
          <ac:chgData name="LEUNG Nicole" userId="8ed04819-1a1c-42ab-ae09-44d42575f3a6" providerId="ADAL" clId="{3E657728-002F-4D06-8545-52875357E7CC}" dt="2023-03-09T06:19:34.070" v="292"/>
          <ac:spMkLst>
            <pc:docMk/>
            <pc:sldMk cId="3330272683" sldId="262"/>
            <ac:spMk id="16" creationId="{81D83946-74FA-498A-AC80-9926F041B5C5}"/>
          </ac:spMkLst>
        </pc:spChg>
        <pc:spChg chg="add del">
          <ac:chgData name="LEUNG Nicole" userId="8ed04819-1a1c-42ab-ae09-44d42575f3a6" providerId="ADAL" clId="{3E657728-002F-4D06-8545-52875357E7CC}" dt="2023-03-09T06:19:34.070" v="292"/>
          <ac:spMkLst>
            <pc:docMk/>
            <pc:sldMk cId="3330272683" sldId="262"/>
            <ac:spMk id="18" creationId="{5060D983-8B52-443A-8183-2A1DE05618B5}"/>
          </ac:spMkLst>
        </pc:spChg>
        <pc:picChg chg="add del mod">
          <ac:chgData name="LEUNG Nicole" userId="8ed04819-1a1c-42ab-ae09-44d42575f3a6" providerId="ADAL" clId="{3E657728-002F-4D06-8545-52875357E7CC}" dt="2023-03-09T06:12:35.052" v="221" actId="478"/>
          <ac:picMkLst>
            <pc:docMk/>
            <pc:sldMk cId="3330272683" sldId="262"/>
            <ac:picMk id="5" creationId="{B00B3D01-4584-400E-BE31-7A423A36BBB1}"/>
          </ac:picMkLst>
        </pc:picChg>
        <pc:picChg chg="add del mod">
          <ac:chgData name="LEUNG Nicole" userId="8ed04819-1a1c-42ab-ae09-44d42575f3a6" providerId="ADAL" clId="{3E657728-002F-4D06-8545-52875357E7CC}" dt="2023-03-09T06:07:12.543" v="92" actId="21"/>
          <ac:picMkLst>
            <pc:docMk/>
            <pc:sldMk cId="3330272683" sldId="262"/>
            <ac:picMk id="7" creationId="{CD72311F-7D61-4D2B-911A-EC6699C65B21}"/>
          </ac:picMkLst>
        </pc:picChg>
        <pc:picChg chg="add del">
          <ac:chgData name="LEUNG Nicole" userId="8ed04819-1a1c-42ab-ae09-44d42575f3a6" providerId="ADAL" clId="{3E657728-002F-4D06-8545-52875357E7CC}" dt="2023-03-09T05:52:25.922" v="85" actId="478"/>
          <ac:picMkLst>
            <pc:docMk/>
            <pc:sldMk cId="3330272683" sldId="262"/>
            <ac:picMk id="9" creationId="{6DF37AF1-C252-40A2-AECB-86233BCC459A}"/>
          </ac:picMkLst>
        </pc:picChg>
        <pc:picChg chg="add del mod">
          <ac:chgData name="LEUNG Nicole" userId="8ed04819-1a1c-42ab-ae09-44d42575f3a6" providerId="ADAL" clId="{3E657728-002F-4D06-8545-52875357E7CC}" dt="2023-03-09T06:12:25.883" v="218" actId="478"/>
          <ac:picMkLst>
            <pc:docMk/>
            <pc:sldMk cId="3330272683" sldId="262"/>
            <ac:picMk id="11" creationId="{285A2951-60C3-4C9D-97CC-EBFBFA915C71}"/>
          </ac:picMkLst>
        </pc:picChg>
        <pc:picChg chg="add del mod">
          <ac:chgData name="LEUNG Nicole" userId="8ed04819-1a1c-42ab-ae09-44d42575f3a6" providerId="ADAL" clId="{3E657728-002F-4D06-8545-52875357E7CC}" dt="2023-03-09T06:07:19.397" v="95" actId="21"/>
          <ac:picMkLst>
            <pc:docMk/>
            <pc:sldMk cId="3330272683" sldId="262"/>
            <ac:picMk id="15" creationId="{940DAE38-F58B-435C-9433-8ACFC2B4DF40}"/>
          </ac:picMkLst>
        </pc:picChg>
        <pc:picChg chg="add mod">
          <ac:chgData name="LEUNG Nicole" userId="8ed04819-1a1c-42ab-ae09-44d42575f3a6" providerId="ADAL" clId="{3E657728-002F-4D06-8545-52875357E7CC}" dt="2023-03-10T10:30:37.258" v="2671" actId="14100"/>
          <ac:picMkLst>
            <pc:docMk/>
            <pc:sldMk cId="3330272683" sldId="262"/>
            <ac:picMk id="19" creationId="{A9925FD3-3EA1-48B5-B575-8B2931BC9836}"/>
          </ac:picMkLst>
        </pc:picChg>
        <pc:picChg chg="add mod">
          <ac:chgData name="LEUNG Nicole" userId="8ed04819-1a1c-42ab-ae09-44d42575f3a6" providerId="ADAL" clId="{3E657728-002F-4D06-8545-52875357E7CC}" dt="2023-03-10T10:30:30.879" v="2669" actId="14100"/>
          <ac:picMkLst>
            <pc:docMk/>
            <pc:sldMk cId="3330272683" sldId="262"/>
            <ac:picMk id="21" creationId="{EDD630A4-2DB9-4BCC-BE2D-2C106EED9673}"/>
          </ac:picMkLst>
        </pc:picChg>
      </pc:sldChg>
      <pc:sldChg chg="addSp delSp modSp new del mod setBg delDesignElem">
        <pc:chgData name="LEUNG Nicole" userId="8ed04819-1a1c-42ab-ae09-44d42575f3a6" providerId="ADAL" clId="{3E657728-002F-4D06-8545-52875357E7CC}" dt="2023-03-10T00:07:41.223" v="1236" actId="2696"/>
        <pc:sldMkLst>
          <pc:docMk/>
          <pc:sldMk cId="2860896218" sldId="263"/>
        </pc:sldMkLst>
        <pc:spChg chg="del mod ord">
          <ac:chgData name="LEUNG Nicole" userId="8ed04819-1a1c-42ab-ae09-44d42575f3a6" providerId="ADAL" clId="{3E657728-002F-4D06-8545-52875357E7CC}" dt="2023-03-09T06:07:40.458" v="115"/>
          <ac:spMkLst>
            <pc:docMk/>
            <pc:sldMk cId="2860896218" sldId="263"/>
            <ac:spMk id="2" creationId="{9C3C1C0A-8978-4367-8DEA-343B2EB43D20}"/>
          </ac:spMkLst>
        </pc:spChg>
        <pc:spChg chg="mod ord">
          <ac:chgData name="LEUNG Nicole" userId="8ed04819-1a1c-42ab-ae09-44d42575f3a6" providerId="ADAL" clId="{3E657728-002F-4D06-8545-52875357E7CC}" dt="2023-03-09T07:26:43.427" v="449" actId="14100"/>
          <ac:spMkLst>
            <pc:docMk/>
            <pc:sldMk cId="2860896218" sldId="263"/>
            <ac:spMk id="3" creationId="{96A0A159-91F2-469A-B105-C1BCA6D2A135}"/>
          </ac:spMkLst>
        </pc:spChg>
        <pc:spChg chg="add del">
          <ac:chgData name="LEUNG Nicole" userId="8ed04819-1a1c-42ab-ae09-44d42575f3a6" providerId="ADAL" clId="{3E657728-002F-4D06-8545-52875357E7CC}" dt="2023-03-09T06:19:34.070" v="292"/>
          <ac:spMkLst>
            <pc:docMk/>
            <pc:sldMk cId="2860896218" sldId="263"/>
            <ac:spMk id="10" creationId="{3CE5203E-F2D1-469A-A50E-9C6654211B85}"/>
          </ac:spMkLst>
        </pc:spChg>
        <pc:spChg chg="add mod">
          <ac:chgData name="LEUNG Nicole" userId="8ed04819-1a1c-42ab-ae09-44d42575f3a6" providerId="ADAL" clId="{3E657728-002F-4D06-8545-52875357E7CC}" dt="2023-03-09T08:24:36.029" v="774" actId="1076"/>
          <ac:spMkLst>
            <pc:docMk/>
            <pc:sldMk cId="2860896218" sldId="263"/>
            <ac:spMk id="11" creationId="{88997225-F523-457E-90FE-3C4146F8B144}"/>
          </ac:spMkLst>
        </pc:spChg>
        <pc:spChg chg="add del">
          <ac:chgData name="LEUNG Nicole" userId="8ed04819-1a1c-42ab-ae09-44d42575f3a6" providerId="ADAL" clId="{3E657728-002F-4D06-8545-52875357E7CC}" dt="2023-03-09T06:19:34.070" v="292"/>
          <ac:spMkLst>
            <pc:docMk/>
            <pc:sldMk cId="2860896218" sldId="263"/>
            <ac:spMk id="12" creationId="{9080D120-BD54-46E1-BA37-82F5E8089E90}"/>
          </ac:spMkLst>
        </pc:spChg>
        <pc:spChg chg="add del">
          <ac:chgData name="LEUNG Nicole" userId="8ed04819-1a1c-42ab-ae09-44d42575f3a6" providerId="ADAL" clId="{3E657728-002F-4D06-8545-52875357E7CC}" dt="2023-03-09T06:19:34.070" v="292"/>
          <ac:spMkLst>
            <pc:docMk/>
            <pc:sldMk cId="2860896218" sldId="263"/>
            <ac:spMk id="14" creationId="{81D83946-74FA-498A-AC80-9926F041B5C5}"/>
          </ac:spMkLst>
        </pc:spChg>
        <pc:spChg chg="add del">
          <ac:chgData name="LEUNG Nicole" userId="8ed04819-1a1c-42ab-ae09-44d42575f3a6" providerId="ADAL" clId="{3E657728-002F-4D06-8545-52875357E7CC}" dt="2023-03-09T06:19:34.070" v="292"/>
          <ac:spMkLst>
            <pc:docMk/>
            <pc:sldMk cId="2860896218" sldId="263"/>
            <ac:spMk id="16" creationId="{5060D983-8B52-443A-8183-2A1DE05618B5}"/>
          </ac:spMkLst>
        </pc:spChg>
        <pc:picChg chg="add del mod">
          <ac:chgData name="LEUNG Nicole" userId="8ed04819-1a1c-42ab-ae09-44d42575f3a6" providerId="ADAL" clId="{3E657728-002F-4D06-8545-52875357E7CC}" dt="2023-03-09T06:12:12.232" v="215" actId="478"/>
          <ac:picMkLst>
            <pc:docMk/>
            <pc:sldMk cId="2860896218" sldId="263"/>
            <ac:picMk id="4" creationId="{E46A9E23-B5C5-4437-B731-2991FDCFA5B9}"/>
          </ac:picMkLst>
        </pc:picChg>
        <pc:picChg chg="add del mod">
          <ac:chgData name="LEUNG Nicole" userId="8ed04819-1a1c-42ab-ae09-44d42575f3a6" providerId="ADAL" clId="{3E657728-002F-4D06-8545-52875357E7CC}" dt="2023-03-09T06:11:20.691" v="208" actId="478"/>
          <ac:picMkLst>
            <pc:docMk/>
            <pc:sldMk cId="2860896218" sldId="263"/>
            <ac:picMk id="5" creationId="{1022E8AD-DEDA-42D0-BF0C-59058505EC4C}"/>
          </ac:picMkLst>
        </pc:picChg>
        <pc:picChg chg="add del mod">
          <ac:chgData name="LEUNG Nicole" userId="8ed04819-1a1c-42ab-ae09-44d42575f3a6" providerId="ADAL" clId="{3E657728-002F-4D06-8545-52875357E7CC}" dt="2023-03-09T06:11:55.314" v="212" actId="478"/>
          <ac:picMkLst>
            <pc:docMk/>
            <pc:sldMk cId="2860896218" sldId="263"/>
            <ac:picMk id="7" creationId="{3790764C-4F19-4910-A767-A88B623348B1}"/>
          </ac:picMkLst>
        </pc:picChg>
        <pc:picChg chg="add mod">
          <ac:chgData name="LEUNG Nicole" userId="8ed04819-1a1c-42ab-ae09-44d42575f3a6" providerId="ADAL" clId="{3E657728-002F-4D06-8545-52875357E7CC}" dt="2023-03-09T06:11:59.279" v="214" actId="1076"/>
          <ac:picMkLst>
            <pc:docMk/>
            <pc:sldMk cId="2860896218" sldId="263"/>
            <ac:picMk id="9" creationId="{9E2E87EB-9763-4A84-A5EC-7370FA3A5C05}"/>
          </ac:picMkLst>
        </pc:picChg>
        <pc:picChg chg="add mod">
          <ac:chgData name="LEUNG Nicole" userId="8ed04819-1a1c-42ab-ae09-44d42575f3a6" providerId="ADAL" clId="{3E657728-002F-4D06-8545-52875357E7CC}" dt="2023-03-09T06:12:16.255" v="217" actId="1076"/>
          <ac:picMkLst>
            <pc:docMk/>
            <pc:sldMk cId="2860896218" sldId="263"/>
            <ac:picMk id="15" creationId="{BC06631F-D410-4777-A57B-51443886EC76}"/>
          </ac:picMkLst>
        </pc:picChg>
      </pc:sldChg>
      <pc:sldChg chg="addSp delSp modSp new mod setBg">
        <pc:chgData name="LEUNG Nicole" userId="8ed04819-1a1c-42ab-ae09-44d42575f3a6" providerId="ADAL" clId="{3E657728-002F-4D06-8545-52875357E7CC}" dt="2023-03-10T10:30:11.764" v="2664" actId="1076"/>
        <pc:sldMkLst>
          <pc:docMk/>
          <pc:sldMk cId="1100559221" sldId="264"/>
        </pc:sldMkLst>
        <pc:spChg chg="add del mod">
          <ac:chgData name="LEUNG Nicole" userId="8ed04819-1a1c-42ab-ae09-44d42575f3a6" providerId="ADAL" clId="{3E657728-002F-4D06-8545-52875357E7CC}" dt="2023-03-09T06:19:34.226" v="293" actId="27636"/>
          <ac:spMkLst>
            <pc:docMk/>
            <pc:sldMk cId="1100559221" sldId="264"/>
            <ac:spMk id="2" creationId="{1F8E05C8-7C4A-4D9B-BEBE-C32C730009A7}"/>
          </ac:spMkLst>
        </pc:spChg>
        <pc:spChg chg="mod">
          <ac:chgData name="LEUNG Nicole" userId="8ed04819-1a1c-42ab-ae09-44d42575f3a6" providerId="ADAL" clId="{3E657728-002F-4D06-8545-52875357E7CC}" dt="2023-03-09T06:13:35.377" v="229" actId="14100"/>
          <ac:spMkLst>
            <pc:docMk/>
            <pc:sldMk cId="1100559221" sldId="264"/>
            <ac:spMk id="3" creationId="{7E01052D-ECB1-4400-817C-E1F06F4E8705}"/>
          </ac:spMkLst>
        </pc:spChg>
        <pc:spChg chg="add del">
          <ac:chgData name="LEUNG Nicole" userId="8ed04819-1a1c-42ab-ae09-44d42575f3a6" providerId="ADAL" clId="{3E657728-002F-4D06-8545-52875357E7CC}" dt="2023-03-09T06:09:51.342" v="165" actId="26606"/>
          <ac:spMkLst>
            <pc:docMk/>
            <pc:sldMk cId="1100559221" sldId="264"/>
            <ac:spMk id="10" creationId="{3CE5203E-F2D1-469A-A50E-9C6654211B85}"/>
          </ac:spMkLst>
        </pc:spChg>
        <pc:spChg chg="add del mod">
          <ac:chgData name="LEUNG Nicole" userId="8ed04819-1a1c-42ab-ae09-44d42575f3a6" providerId="ADAL" clId="{3E657728-002F-4D06-8545-52875357E7CC}" dt="2023-03-09T06:09:50.934" v="164"/>
          <ac:spMkLst>
            <pc:docMk/>
            <pc:sldMk cId="1100559221" sldId="264"/>
            <ac:spMk id="11" creationId="{7CF95F18-99B5-431A-9FE2-6F57CB90BD12}"/>
          </ac:spMkLst>
        </pc:spChg>
        <pc:spChg chg="add del">
          <ac:chgData name="LEUNG Nicole" userId="8ed04819-1a1c-42ab-ae09-44d42575f3a6" providerId="ADAL" clId="{3E657728-002F-4D06-8545-52875357E7CC}" dt="2023-03-09T06:09:51.342" v="165" actId="26606"/>
          <ac:spMkLst>
            <pc:docMk/>
            <pc:sldMk cId="1100559221" sldId="264"/>
            <ac:spMk id="12" creationId="{9080D120-BD54-46E1-BA37-82F5E8089E90}"/>
          </ac:spMkLst>
        </pc:spChg>
        <pc:spChg chg="add del">
          <ac:chgData name="LEUNG Nicole" userId="8ed04819-1a1c-42ab-ae09-44d42575f3a6" providerId="ADAL" clId="{3E657728-002F-4D06-8545-52875357E7CC}" dt="2023-03-09T06:09:51.342" v="165" actId="26606"/>
          <ac:spMkLst>
            <pc:docMk/>
            <pc:sldMk cId="1100559221" sldId="264"/>
            <ac:spMk id="14" creationId="{81D83946-74FA-498A-AC80-9926F041B5C5}"/>
          </ac:spMkLst>
        </pc:spChg>
        <pc:spChg chg="add del">
          <ac:chgData name="LEUNG Nicole" userId="8ed04819-1a1c-42ab-ae09-44d42575f3a6" providerId="ADAL" clId="{3E657728-002F-4D06-8545-52875357E7CC}" dt="2023-03-09T06:09:51.342" v="165" actId="26606"/>
          <ac:spMkLst>
            <pc:docMk/>
            <pc:sldMk cId="1100559221" sldId="264"/>
            <ac:spMk id="16" creationId="{5060D983-8B52-443A-8183-2A1DE05618B5}"/>
          </ac:spMkLst>
        </pc:spChg>
        <pc:picChg chg="add del mod ord">
          <ac:chgData name="LEUNG Nicole" userId="8ed04819-1a1c-42ab-ae09-44d42575f3a6" providerId="ADAL" clId="{3E657728-002F-4D06-8545-52875357E7CC}" dt="2023-03-09T06:13:08.303" v="225" actId="478"/>
          <ac:picMkLst>
            <pc:docMk/>
            <pc:sldMk cId="1100559221" sldId="264"/>
            <ac:picMk id="4" creationId="{96C3132E-46EA-480F-AA9A-8ECB2BB7CC30}"/>
          </ac:picMkLst>
        </pc:picChg>
        <pc:picChg chg="add del mod ord">
          <ac:chgData name="LEUNG Nicole" userId="8ed04819-1a1c-42ab-ae09-44d42575f3a6" providerId="ADAL" clId="{3E657728-002F-4D06-8545-52875357E7CC}" dt="2023-03-09T06:13:06.508" v="224" actId="478"/>
          <ac:picMkLst>
            <pc:docMk/>
            <pc:sldMk cId="1100559221" sldId="264"/>
            <ac:picMk id="5" creationId="{8706B64A-9DBE-42F7-AB52-B0D44A7905BC}"/>
          </ac:picMkLst>
        </pc:picChg>
        <pc:picChg chg="add del mod">
          <ac:chgData name="LEUNG Nicole" userId="8ed04819-1a1c-42ab-ae09-44d42575f3a6" providerId="ADAL" clId="{3E657728-002F-4D06-8545-52875357E7CC}" dt="2023-03-09T07:31:42.116" v="551" actId="478"/>
          <ac:picMkLst>
            <pc:docMk/>
            <pc:sldMk cId="1100559221" sldId="264"/>
            <ac:picMk id="7" creationId="{F63BF7FB-45B4-48D5-8547-3482213E38A5}"/>
          </ac:picMkLst>
        </pc:picChg>
        <pc:picChg chg="add del mod">
          <ac:chgData name="LEUNG Nicole" userId="8ed04819-1a1c-42ab-ae09-44d42575f3a6" providerId="ADAL" clId="{3E657728-002F-4D06-8545-52875357E7CC}" dt="2023-03-10T10:29:59.433" v="2661" actId="14100"/>
          <ac:picMkLst>
            <pc:docMk/>
            <pc:sldMk cId="1100559221" sldId="264"/>
            <ac:picMk id="9" creationId="{58EA6C68-8E83-45D7-BFD4-0DA0F4E45E60}"/>
          </ac:picMkLst>
        </pc:picChg>
        <pc:picChg chg="add mod">
          <ac:chgData name="LEUNG Nicole" userId="8ed04819-1a1c-42ab-ae09-44d42575f3a6" providerId="ADAL" clId="{3E657728-002F-4D06-8545-52875357E7CC}" dt="2023-03-10T10:30:11.764" v="2664" actId="1076"/>
          <ac:picMkLst>
            <pc:docMk/>
            <pc:sldMk cId="1100559221" sldId="264"/>
            <ac:picMk id="15" creationId="{9168F329-27DA-4FBE-911E-C8E6EB7FFD47}"/>
          </ac:picMkLst>
        </pc:picChg>
      </pc:sldChg>
      <pc:sldChg chg="new del">
        <pc:chgData name="LEUNG Nicole" userId="8ed04819-1a1c-42ab-ae09-44d42575f3a6" providerId="ADAL" clId="{3E657728-002F-4D06-8545-52875357E7CC}" dt="2023-03-09T06:17:56.566" v="275" actId="2696"/>
        <pc:sldMkLst>
          <pc:docMk/>
          <pc:sldMk cId="2708006194" sldId="265"/>
        </pc:sldMkLst>
      </pc:sldChg>
      <pc:sldChg chg="addSp delSp modSp add mod ord delDesignElem">
        <pc:chgData name="LEUNG Nicole" userId="8ed04819-1a1c-42ab-ae09-44d42575f3a6" providerId="ADAL" clId="{3E657728-002F-4D06-8545-52875357E7CC}" dt="2023-03-09T07:27:07.275" v="452" actId="14100"/>
        <pc:sldMkLst>
          <pc:docMk/>
          <pc:sldMk cId="3442902861" sldId="266"/>
        </pc:sldMkLst>
        <pc:spChg chg="mod">
          <ac:chgData name="LEUNG Nicole" userId="8ed04819-1a1c-42ab-ae09-44d42575f3a6" providerId="ADAL" clId="{3E657728-002F-4D06-8545-52875357E7CC}" dt="2023-03-09T07:26:59.438" v="450" actId="1076"/>
          <ac:spMkLst>
            <pc:docMk/>
            <pc:sldMk cId="3442902861" sldId="266"/>
            <ac:spMk id="2" creationId="{D6124752-D21F-4C37-8C89-5A6D49E7D613}"/>
          </ac:spMkLst>
        </pc:spChg>
        <pc:spChg chg="mod">
          <ac:chgData name="LEUNG Nicole" userId="8ed04819-1a1c-42ab-ae09-44d42575f3a6" providerId="ADAL" clId="{3E657728-002F-4D06-8545-52875357E7CC}" dt="2023-03-09T07:27:07.275" v="452" actId="14100"/>
          <ac:spMkLst>
            <pc:docMk/>
            <pc:sldMk cId="3442902861" sldId="266"/>
            <ac:spMk id="3" creationId="{0722FC5A-B29F-4C58-940E-4D925D707B51}"/>
          </ac:spMkLst>
        </pc:spChg>
        <pc:spChg chg="del">
          <ac:chgData name="LEUNG Nicole" userId="8ed04819-1a1c-42ab-ae09-44d42575f3a6" providerId="ADAL" clId="{3E657728-002F-4D06-8545-52875357E7CC}" dt="2023-03-09T06:19:34.070" v="292"/>
          <ac:spMkLst>
            <pc:docMk/>
            <pc:sldMk cId="3442902861" sldId="266"/>
            <ac:spMk id="12" creationId="{3CE5203E-F2D1-469A-A50E-9C6654211B85}"/>
          </ac:spMkLst>
        </pc:spChg>
        <pc:spChg chg="del">
          <ac:chgData name="LEUNG Nicole" userId="8ed04819-1a1c-42ab-ae09-44d42575f3a6" providerId="ADAL" clId="{3E657728-002F-4D06-8545-52875357E7CC}" dt="2023-03-09T06:19:34.070" v="292"/>
          <ac:spMkLst>
            <pc:docMk/>
            <pc:sldMk cId="3442902861" sldId="266"/>
            <ac:spMk id="14" creationId="{9080D120-BD54-46E1-BA37-82F5E8089E90}"/>
          </ac:spMkLst>
        </pc:spChg>
        <pc:spChg chg="del">
          <ac:chgData name="LEUNG Nicole" userId="8ed04819-1a1c-42ab-ae09-44d42575f3a6" providerId="ADAL" clId="{3E657728-002F-4D06-8545-52875357E7CC}" dt="2023-03-09T06:19:34.070" v="292"/>
          <ac:spMkLst>
            <pc:docMk/>
            <pc:sldMk cId="3442902861" sldId="266"/>
            <ac:spMk id="16" creationId="{81D83946-74FA-498A-AC80-9926F041B5C5}"/>
          </ac:spMkLst>
        </pc:spChg>
        <pc:spChg chg="del">
          <ac:chgData name="LEUNG Nicole" userId="8ed04819-1a1c-42ab-ae09-44d42575f3a6" providerId="ADAL" clId="{3E657728-002F-4D06-8545-52875357E7CC}" dt="2023-03-09T06:19:34.070" v="292"/>
          <ac:spMkLst>
            <pc:docMk/>
            <pc:sldMk cId="3442902861" sldId="266"/>
            <ac:spMk id="18" creationId="{5060D983-8B52-443A-8183-2A1DE05618B5}"/>
          </ac:spMkLst>
        </pc:spChg>
        <pc:picChg chg="add mod">
          <ac:chgData name="LEUNG Nicole" userId="8ed04819-1a1c-42ab-ae09-44d42575f3a6" providerId="ADAL" clId="{3E657728-002F-4D06-8545-52875357E7CC}" dt="2023-03-09T06:30:16.392" v="324" actId="1076"/>
          <ac:picMkLst>
            <pc:docMk/>
            <pc:sldMk cId="3442902861" sldId="266"/>
            <ac:picMk id="5" creationId="{5A74EE3E-9A1E-4F94-BBA7-B2FF46777420}"/>
          </ac:picMkLst>
        </pc:picChg>
        <pc:picChg chg="add mod">
          <ac:chgData name="LEUNG Nicole" userId="8ed04819-1a1c-42ab-ae09-44d42575f3a6" providerId="ADAL" clId="{3E657728-002F-4D06-8545-52875357E7CC}" dt="2023-03-09T06:30:25.815" v="326" actId="1076"/>
          <ac:picMkLst>
            <pc:docMk/>
            <pc:sldMk cId="3442902861" sldId="266"/>
            <ac:picMk id="7" creationId="{7D11AFA2-FAE3-45D7-811D-958F565C4297}"/>
          </ac:picMkLst>
        </pc:picChg>
        <pc:picChg chg="del">
          <ac:chgData name="LEUNG Nicole" userId="8ed04819-1a1c-42ab-ae09-44d42575f3a6" providerId="ADAL" clId="{3E657728-002F-4D06-8545-52875357E7CC}" dt="2023-03-09T06:17:47.689" v="273" actId="478"/>
          <ac:picMkLst>
            <pc:docMk/>
            <pc:sldMk cId="3442902861" sldId="266"/>
            <ac:picMk id="19" creationId="{A9925FD3-3EA1-48B5-B575-8B2931BC9836}"/>
          </ac:picMkLst>
        </pc:picChg>
        <pc:picChg chg="del">
          <ac:chgData name="LEUNG Nicole" userId="8ed04819-1a1c-42ab-ae09-44d42575f3a6" providerId="ADAL" clId="{3E657728-002F-4D06-8545-52875357E7CC}" dt="2023-03-09T06:17:46.967" v="272" actId="478"/>
          <ac:picMkLst>
            <pc:docMk/>
            <pc:sldMk cId="3442902861" sldId="266"/>
            <ac:picMk id="21" creationId="{EDD630A4-2DB9-4BCC-BE2D-2C106EED9673}"/>
          </ac:picMkLst>
        </pc:picChg>
      </pc:sldChg>
      <pc:sldChg chg="addSp delSp modSp add mod setBg">
        <pc:chgData name="LEUNG Nicole" userId="8ed04819-1a1c-42ab-ae09-44d42575f3a6" providerId="ADAL" clId="{3E657728-002F-4D06-8545-52875357E7CC}" dt="2023-03-09T09:22:32.315" v="951" actId="14100"/>
        <pc:sldMkLst>
          <pc:docMk/>
          <pc:sldMk cId="2172804706" sldId="267"/>
        </pc:sldMkLst>
        <pc:spChg chg="del">
          <ac:chgData name="LEUNG Nicole" userId="8ed04819-1a1c-42ab-ae09-44d42575f3a6" providerId="ADAL" clId="{3E657728-002F-4D06-8545-52875357E7CC}" dt="2023-03-09T06:32:02.078" v="353"/>
          <ac:spMkLst>
            <pc:docMk/>
            <pc:sldMk cId="2172804706" sldId="267"/>
            <ac:spMk id="2" creationId="{D6124752-D21F-4C37-8C89-5A6D49E7D613}"/>
          </ac:spMkLst>
        </pc:spChg>
        <pc:spChg chg="mod">
          <ac:chgData name="LEUNG Nicole" userId="8ed04819-1a1c-42ab-ae09-44d42575f3a6" providerId="ADAL" clId="{3E657728-002F-4D06-8545-52875357E7CC}" dt="2023-03-09T09:22:29.515" v="950" actId="14100"/>
          <ac:spMkLst>
            <pc:docMk/>
            <pc:sldMk cId="2172804706" sldId="267"/>
            <ac:spMk id="3" creationId="{0722FC5A-B29F-4C58-940E-4D925D707B51}"/>
          </ac:spMkLst>
        </pc:spChg>
        <pc:spChg chg="add mod">
          <ac:chgData name="LEUNG Nicole" userId="8ed04819-1a1c-42ab-ae09-44d42575f3a6" providerId="ADAL" clId="{3E657728-002F-4D06-8545-52875357E7CC}" dt="2023-03-09T09:22:32.315" v="951" actId="14100"/>
          <ac:spMkLst>
            <pc:docMk/>
            <pc:sldMk cId="2172804706" sldId="267"/>
            <ac:spMk id="8" creationId="{4AC6116F-469F-4A0D-BD15-3D93A5ABDC3B}"/>
          </ac:spMkLst>
        </pc:spChg>
        <pc:picChg chg="add mod">
          <ac:chgData name="LEUNG Nicole" userId="8ed04819-1a1c-42ab-ae09-44d42575f3a6" providerId="ADAL" clId="{3E657728-002F-4D06-8545-52875357E7CC}" dt="2023-03-09T06:30:38.808" v="328" actId="1076"/>
          <ac:picMkLst>
            <pc:docMk/>
            <pc:sldMk cId="2172804706" sldId="267"/>
            <ac:picMk id="5" creationId="{C04A081E-9852-46B6-A49B-0E508ECE54F3}"/>
          </ac:picMkLst>
        </pc:picChg>
        <pc:picChg chg="add mod">
          <ac:chgData name="LEUNG Nicole" userId="8ed04819-1a1c-42ab-ae09-44d42575f3a6" providerId="ADAL" clId="{3E657728-002F-4D06-8545-52875357E7CC}" dt="2023-03-09T06:30:46.052" v="330" actId="1076"/>
          <ac:picMkLst>
            <pc:docMk/>
            <pc:sldMk cId="2172804706" sldId="267"/>
            <ac:picMk id="7" creationId="{E1444774-6B0E-4908-860A-2618E04FA654}"/>
          </ac:picMkLst>
        </pc:picChg>
      </pc:sldChg>
      <pc:sldChg chg="addSp delSp add del setBg delDesignElem">
        <pc:chgData name="LEUNG Nicole" userId="8ed04819-1a1c-42ab-ae09-44d42575f3a6" providerId="ADAL" clId="{3E657728-002F-4D06-8545-52875357E7CC}" dt="2023-03-09T06:18:50.264" v="287"/>
        <pc:sldMkLst>
          <pc:docMk/>
          <pc:sldMk cId="2661803978" sldId="267"/>
        </pc:sldMkLst>
        <pc:spChg chg="add del">
          <ac:chgData name="LEUNG Nicole" userId="8ed04819-1a1c-42ab-ae09-44d42575f3a6" providerId="ADAL" clId="{3E657728-002F-4D06-8545-52875357E7CC}" dt="2023-03-09T06:18:50.264" v="287"/>
          <ac:spMkLst>
            <pc:docMk/>
            <pc:sldMk cId="2661803978" sldId="267"/>
            <ac:spMk id="12" creationId="{3CE5203E-F2D1-469A-A50E-9C6654211B85}"/>
          </ac:spMkLst>
        </pc:spChg>
        <pc:spChg chg="add del">
          <ac:chgData name="LEUNG Nicole" userId="8ed04819-1a1c-42ab-ae09-44d42575f3a6" providerId="ADAL" clId="{3E657728-002F-4D06-8545-52875357E7CC}" dt="2023-03-09T06:18:50.264" v="287"/>
          <ac:spMkLst>
            <pc:docMk/>
            <pc:sldMk cId="2661803978" sldId="267"/>
            <ac:spMk id="14" creationId="{9080D120-BD54-46E1-BA37-82F5E8089E90}"/>
          </ac:spMkLst>
        </pc:spChg>
        <pc:spChg chg="add del">
          <ac:chgData name="LEUNG Nicole" userId="8ed04819-1a1c-42ab-ae09-44d42575f3a6" providerId="ADAL" clId="{3E657728-002F-4D06-8545-52875357E7CC}" dt="2023-03-09T06:18:50.264" v="287"/>
          <ac:spMkLst>
            <pc:docMk/>
            <pc:sldMk cId="2661803978" sldId="267"/>
            <ac:spMk id="16" creationId="{81D83946-74FA-498A-AC80-9926F041B5C5}"/>
          </ac:spMkLst>
        </pc:spChg>
        <pc:spChg chg="add del">
          <ac:chgData name="LEUNG Nicole" userId="8ed04819-1a1c-42ab-ae09-44d42575f3a6" providerId="ADAL" clId="{3E657728-002F-4D06-8545-52875357E7CC}" dt="2023-03-09T06:18:50.264" v="287"/>
          <ac:spMkLst>
            <pc:docMk/>
            <pc:sldMk cId="2661803978" sldId="267"/>
            <ac:spMk id="18" creationId="{5060D983-8B52-443A-8183-2A1DE05618B5}"/>
          </ac:spMkLst>
        </pc:spChg>
      </pc:sldChg>
      <pc:sldChg chg="addSp delSp add del setBg delDesignElem">
        <pc:chgData name="LEUNG Nicole" userId="8ed04819-1a1c-42ab-ae09-44d42575f3a6" providerId="ADAL" clId="{3E657728-002F-4D06-8545-52875357E7CC}" dt="2023-03-09T06:18:49.752" v="286"/>
        <pc:sldMkLst>
          <pc:docMk/>
          <pc:sldMk cId="498048518" sldId="268"/>
        </pc:sldMkLst>
        <pc:spChg chg="add del">
          <ac:chgData name="LEUNG Nicole" userId="8ed04819-1a1c-42ab-ae09-44d42575f3a6" providerId="ADAL" clId="{3E657728-002F-4D06-8545-52875357E7CC}" dt="2023-03-09T06:18:49.752" v="286"/>
          <ac:spMkLst>
            <pc:docMk/>
            <pc:sldMk cId="498048518" sldId="268"/>
            <ac:spMk id="12" creationId="{3CE5203E-F2D1-469A-A50E-9C6654211B85}"/>
          </ac:spMkLst>
        </pc:spChg>
        <pc:spChg chg="add del">
          <ac:chgData name="LEUNG Nicole" userId="8ed04819-1a1c-42ab-ae09-44d42575f3a6" providerId="ADAL" clId="{3E657728-002F-4D06-8545-52875357E7CC}" dt="2023-03-09T06:18:49.752" v="286"/>
          <ac:spMkLst>
            <pc:docMk/>
            <pc:sldMk cId="498048518" sldId="268"/>
            <ac:spMk id="14" creationId="{9080D120-BD54-46E1-BA37-82F5E8089E90}"/>
          </ac:spMkLst>
        </pc:spChg>
        <pc:spChg chg="add del">
          <ac:chgData name="LEUNG Nicole" userId="8ed04819-1a1c-42ab-ae09-44d42575f3a6" providerId="ADAL" clId="{3E657728-002F-4D06-8545-52875357E7CC}" dt="2023-03-09T06:18:49.752" v="286"/>
          <ac:spMkLst>
            <pc:docMk/>
            <pc:sldMk cId="498048518" sldId="268"/>
            <ac:spMk id="16" creationId="{81D83946-74FA-498A-AC80-9926F041B5C5}"/>
          </ac:spMkLst>
        </pc:spChg>
        <pc:spChg chg="add del">
          <ac:chgData name="LEUNG Nicole" userId="8ed04819-1a1c-42ab-ae09-44d42575f3a6" providerId="ADAL" clId="{3E657728-002F-4D06-8545-52875357E7CC}" dt="2023-03-09T06:18:49.752" v="286"/>
          <ac:spMkLst>
            <pc:docMk/>
            <pc:sldMk cId="498048518" sldId="268"/>
            <ac:spMk id="18" creationId="{5060D983-8B52-443A-8183-2A1DE05618B5}"/>
          </ac:spMkLst>
        </pc:spChg>
      </pc:sldChg>
      <pc:sldChg chg="addSp modSp add del mod setBg">
        <pc:chgData name="LEUNG Nicole" userId="8ed04819-1a1c-42ab-ae09-44d42575f3a6" providerId="ADAL" clId="{3E657728-002F-4D06-8545-52875357E7CC}" dt="2023-03-10T10:39:12.469" v="2732" actId="2696"/>
        <pc:sldMkLst>
          <pc:docMk/>
          <pc:sldMk cId="3832514624" sldId="268"/>
        </pc:sldMkLst>
        <pc:spChg chg="mod">
          <ac:chgData name="LEUNG Nicole" userId="8ed04819-1a1c-42ab-ae09-44d42575f3a6" providerId="ADAL" clId="{3E657728-002F-4D06-8545-52875357E7CC}" dt="2023-03-09T09:22:39.939" v="953" actId="14100"/>
          <ac:spMkLst>
            <pc:docMk/>
            <pc:sldMk cId="3832514624" sldId="268"/>
            <ac:spMk id="2" creationId="{D6124752-D21F-4C37-8C89-5A6D49E7D613}"/>
          </ac:spMkLst>
        </pc:spChg>
        <pc:spChg chg="mod">
          <ac:chgData name="LEUNG Nicole" userId="8ed04819-1a1c-42ab-ae09-44d42575f3a6" providerId="ADAL" clId="{3E657728-002F-4D06-8545-52875357E7CC}" dt="2023-03-09T09:22:36.643" v="952" actId="14100"/>
          <ac:spMkLst>
            <pc:docMk/>
            <pc:sldMk cId="3832514624" sldId="268"/>
            <ac:spMk id="3" creationId="{0722FC5A-B29F-4C58-940E-4D925D707B51}"/>
          </ac:spMkLst>
        </pc:spChg>
        <pc:picChg chg="add mod">
          <ac:chgData name="LEUNG Nicole" userId="8ed04819-1a1c-42ab-ae09-44d42575f3a6" providerId="ADAL" clId="{3E657728-002F-4D06-8545-52875357E7CC}" dt="2023-03-09T06:30:58.822" v="332" actId="1076"/>
          <ac:picMkLst>
            <pc:docMk/>
            <pc:sldMk cId="3832514624" sldId="268"/>
            <ac:picMk id="5" creationId="{735ED6F1-0101-4DEC-8E2B-FCF76D608159}"/>
          </ac:picMkLst>
        </pc:picChg>
        <pc:picChg chg="add mod">
          <ac:chgData name="LEUNG Nicole" userId="8ed04819-1a1c-42ab-ae09-44d42575f3a6" providerId="ADAL" clId="{3E657728-002F-4D06-8545-52875357E7CC}" dt="2023-03-09T06:31:04.950" v="334" actId="1076"/>
          <ac:picMkLst>
            <pc:docMk/>
            <pc:sldMk cId="3832514624" sldId="268"/>
            <ac:picMk id="7" creationId="{2E085EE4-FEA6-4368-8E94-85BDDBB7F64E}"/>
          </ac:picMkLst>
        </pc:picChg>
      </pc:sldChg>
      <pc:sldChg chg="addSp delSp add del setBg delDesignElem">
        <pc:chgData name="LEUNG Nicole" userId="8ed04819-1a1c-42ab-ae09-44d42575f3a6" providerId="ADAL" clId="{3E657728-002F-4D06-8545-52875357E7CC}" dt="2023-03-09T06:18:48.720" v="284"/>
        <pc:sldMkLst>
          <pc:docMk/>
          <pc:sldMk cId="1079996666" sldId="269"/>
        </pc:sldMkLst>
        <pc:spChg chg="add del">
          <ac:chgData name="LEUNG Nicole" userId="8ed04819-1a1c-42ab-ae09-44d42575f3a6" providerId="ADAL" clId="{3E657728-002F-4D06-8545-52875357E7CC}" dt="2023-03-09T06:18:48.720" v="284"/>
          <ac:spMkLst>
            <pc:docMk/>
            <pc:sldMk cId="1079996666" sldId="269"/>
            <ac:spMk id="12" creationId="{3CE5203E-F2D1-469A-A50E-9C6654211B85}"/>
          </ac:spMkLst>
        </pc:spChg>
        <pc:spChg chg="add del">
          <ac:chgData name="LEUNG Nicole" userId="8ed04819-1a1c-42ab-ae09-44d42575f3a6" providerId="ADAL" clId="{3E657728-002F-4D06-8545-52875357E7CC}" dt="2023-03-09T06:18:48.720" v="284"/>
          <ac:spMkLst>
            <pc:docMk/>
            <pc:sldMk cId="1079996666" sldId="269"/>
            <ac:spMk id="14" creationId="{9080D120-BD54-46E1-BA37-82F5E8089E90}"/>
          </ac:spMkLst>
        </pc:spChg>
        <pc:spChg chg="add del">
          <ac:chgData name="LEUNG Nicole" userId="8ed04819-1a1c-42ab-ae09-44d42575f3a6" providerId="ADAL" clId="{3E657728-002F-4D06-8545-52875357E7CC}" dt="2023-03-09T06:18:48.720" v="284"/>
          <ac:spMkLst>
            <pc:docMk/>
            <pc:sldMk cId="1079996666" sldId="269"/>
            <ac:spMk id="16" creationId="{81D83946-74FA-498A-AC80-9926F041B5C5}"/>
          </ac:spMkLst>
        </pc:spChg>
        <pc:spChg chg="add del">
          <ac:chgData name="LEUNG Nicole" userId="8ed04819-1a1c-42ab-ae09-44d42575f3a6" providerId="ADAL" clId="{3E657728-002F-4D06-8545-52875357E7CC}" dt="2023-03-09T06:18:48.720" v="284"/>
          <ac:spMkLst>
            <pc:docMk/>
            <pc:sldMk cId="1079996666" sldId="269"/>
            <ac:spMk id="18" creationId="{5060D983-8B52-443A-8183-2A1DE05618B5}"/>
          </ac:spMkLst>
        </pc:spChg>
      </pc:sldChg>
      <pc:sldChg chg="addSp delSp modSp add mod setBg">
        <pc:chgData name="LEUNG Nicole" userId="8ed04819-1a1c-42ab-ae09-44d42575f3a6" providerId="ADAL" clId="{3E657728-002F-4D06-8545-52875357E7CC}" dt="2023-03-20T09:21:26.331" v="5759" actId="20577"/>
        <pc:sldMkLst>
          <pc:docMk/>
          <pc:sldMk cId="3223329462" sldId="269"/>
        </pc:sldMkLst>
        <pc:spChg chg="del">
          <ac:chgData name="LEUNG Nicole" userId="8ed04819-1a1c-42ab-ae09-44d42575f3a6" providerId="ADAL" clId="{3E657728-002F-4D06-8545-52875357E7CC}" dt="2023-03-09T06:32:17.872" v="382"/>
          <ac:spMkLst>
            <pc:docMk/>
            <pc:sldMk cId="3223329462" sldId="269"/>
            <ac:spMk id="2" creationId="{D6124752-D21F-4C37-8C89-5A6D49E7D613}"/>
          </ac:spMkLst>
        </pc:spChg>
        <pc:spChg chg="mod">
          <ac:chgData name="LEUNG Nicole" userId="8ed04819-1a1c-42ab-ae09-44d42575f3a6" providerId="ADAL" clId="{3E657728-002F-4D06-8545-52875357E7CC}" dt="2023-03-13T03:12:26.171" v="3237" actId="20577"/>
          <ac:spMkLst>
            <pc:docMk/>
            <pc:sldMk cId="3223329462" sldId="269"/>
            <ac:spMk id="3" creationId="{0722FC5A-B29F-4C58-940E-4D925D707B51}"/>
          </ac:spMkLst>
        </pc:spChg>
        <pc:spChg chg="add mod">
          <ac:chgData name="LEUNG Nicole" userId="8ed04819-1a1c-42ab-ae09-44d42575f3a6" providerId="ADAL" clId="{3E657728-002F-4D06-8545-52875357E7CC}" dt="2023-03-20T09:21:26.331" v="5759" actId="20577"/>
          <ac:spMkLst>
            <pc:docMk/>
            <pc:sldMk cId="3223329462" sldId="269"/>
            <ac:spMk id="6" creationId="{83861B73-95BF-4669-8FF5-2BBE57D09DFE}"/>
          </ac:spMkLst>
        </pc:spChg>
        <pc:picChg chg="add del mod">
          <ac:chgData name="LEUNG Nicole" userId="8ed04819-1a1c-42ab-ae09-44d42575f3a6" providerId="ADAL" clId="{3E657728-002F-4D06-8545-52875357E7CC}" dt="2023-03-09T06:32:46.022" v="383" actId="478"/>
          <ac:picMkLst>
            <pc:docMk/>
            <pc:sldMk cId="3223329462" sldId="269"/>
            <ac:picMk id="5" creationId="{C8454D4B-35B5-4C68-BE93-1143BDC4C57C}"/>
          </ac:picMkLst>
        </pc:picChg>
        <pc:picChg chg="add mod">
          <ac:chgData name="LEUNG Nicole" userId="8ed04819-1a1c-42ab-ae09-44d42575f3a6" providerId="ADAL" clId="{3E657728-002F-4D06-8545-52875357E7CC}" dt="2023-03-09T06:32:48.644" v="385" actId="1076"/>
          <ac:picMkLst>
            <pc:docMk/>
            <pc:sldMk cId="3223329462" sldId="269"/>
            <ac:picMk id="8" creationId="{4EAB1F09-034D-4FBE-B9A1-EEE1406402AA}"/>
          </ac:picMkLst>
        </pc:picChg>
        <pc:picChg chg="add mod">
          <ac:chgData name="LEUNG Nicole" userId="8ed04819-1a1c-42ab-ae09-44d42575f3a6" providerId="ADAL" clId="{3E657728-002F-4D06-8545-52875357E7CC}" dt="2023-03-09T09:29:14.457" v="954" actId="1076"/>
          <ac:picMkLst>
            <pc:docMk/>
            <pc:sldMk cId="3223329462" sldId="269"/>
            <ac:picMk id="10" creationId="{8728F3A2-6B75-49D6-BC9B-800F3AE9B5FD}"/>
          </ac:picMkLst>
        </pc:picChg>
      </pc:sldChg>
      <pc:sldChg chg="addSp delSp modSp add del mod">
        <pc:chgData name="LEUNG Nicole" userId="8ed04819-1a1c-42ab-ae09-44d42575f3a6" providerId="ADAL" clId="{3E657728-002F-4D06-8545-52875357E7CC}" dt="2023-03-20T08:07:03.684" v="4842" actId="2696"/>
        <pc:sldMkLst>
          <pc:docMk/>
          <pc:sldMk cId="2660804446" sldId="270"/>
        </pc:sldMkLst>
        <pc:spChg chg="mod">
          <ac:chgData name="LEUNG Nicole" userId="8ed04819-1a1c-42ab-ae09-44d42575f3a6" providerId="ADAL" clId="{3E657728-002F-4D06-8545-52875357E7CC}" dt="2023-03-09T23:10:32.833" v="1110" actId="1076"/>
          <ac:spMkLst>
            <pc:docMk/>
            <pc:sldMk cId="2660804446" sldId="270"/>
            <ac:spMk id="2" creationId="{D6124752-D21F-4C37-8C89-5A6D49E7D613}"/>
          </ac:spMkLst>
        </pc:spChg>
        <pc:spChg chg="del mod">
          <ac:chgData name="LEUNG Nicole" userId="8ed04819-1a1c-42ab-ae09-44d42575f3a6" providerId="ADAL" clId="{3E657728-002F-4D06-8545-52875357E7CC}" dt="2023-03-20T08:07:00.025" v="4841" actId="478"/>
          <ac:spMkLst>
            <pc:docMk/>
            <pc:sldMk cId="2660804446" sldId="270"/>
            <ac:spMk id="3" creationId="{0722FC5A-B29F-4C58-940E-4D925D707B51}"/>
          </ac:spMkLst>
        </pc:spChg>
        <pc:spChg chg="add mod">
          <ac:chgData name="LEUNG Nicole" userId="8ed04819-1a1c-42ab-ae09-44d42575f3a6" providerId="ADAL" clId="{3E657728-002F-4D06-8545-52875357E7CC}" dt="2023-03-20T08:07:00.025" v="4841" actId="478"/>
          <ac:spMkLst>
            <pc:docMk/>
            <pc:sldMk cId="2660804446" sldId="270"/>
            <ac:spMk id="6" creationId="{661EF688-9C16-4BC1-B820-549E3D2CB4F1}"/>
          </ac:spMkLst>
        </pc:spChg>
        <pc:picChg chg="add del mod">
          <ac:chgData name="LEUNG Nicole" userId="8ed04819-1a1c-42ab-ae09-44d42575f3a6" providerId="ADAL" clId="{3E657728-002F-4D06-8545-52875357E7CC}" dt="2023-03-20T08:06:57.389" v="4840" actId="478"/>
          <ac:picMkLst>
            <pc:docMk/>
            <pc:sldMk cId="2660804446" sldId="270"/>
            <ac:picMk id="5" creationId="{F9C05481-9B4B-42C9-A4B6-21ED0F0EB6E4}"/>
          </ac:picMkLst>
        </pc:picChg>
      </pc:sldChg>
      <pc:sldChg chg="add del setBg">
        <pc:chgData name="LEUNG Nicole" userId="8ed04819-1a1c-42ab-ae09-44d42575f3a6" providerId="ADAL" clId="{3E657728-002F-4D06-8545-52875357E7CC}" dt="2023-03-09T23:01:46.639" v="964" actId="2696"/>
        <pc:sldMkLst>
          <pc:docMk/>
          <pc:sldMk cId="3305399674" sldId="270"/>
        </pc:sldMkLst>
      </pc:sldChg>
      <pc:sldChg chg="addSp delSp modSp add mod">
        <pc:chgData name="LEUNG Nicole" userId="8ed04819-1a1c-42ab-ae09-44d42575f3a6" providerId="ADAL" clId="{3E657728-002F-4D06-8545-52875357E7CC}" dt="2023-03-09T23:59:31.881" v="1227" actId="20577"/>
        <pc:sldMkLst>
          <pc:docMk/>
          <pc:sldMk cId="148509534" sldId="271"/>
        </pc:sldMkLst>
        <pc:spChg chg="mod">
          <ac:chgData name="LEUNG Nicole" userId="8ed04819-1a1c-42ab-ae09-44d42575f3a6" providerId="ADAL" clId="{3E657728-002F-4D06-8545-52875357E7CC}" dt="2023-03-09T23:58:20.416" v="1160" actId="1076"/>
          <ac:spMkLst>
            <pc:docMk/>
            <pc:sldMk cId="148509534" sldId="271"/>
            <ac:spMk id="2" creationId="{D6124752-D21F-4C37-8C89-5A6D49E7D613}"/>
          </ac:spMkLst>
        </pc:spChg>
        <pc:spChg chg="del">
          <ac:chgData name="LEUNG Nicole" userId="8ed04819-1a1c-42ab-ae09-44d42575f3a6" providerId="ADAL" clId="{3E657728-002F-4D06-8545-52875357E7CC}" dt="2023-03-09T23:58:14.920" v="1157" actId="478"/>
          <ac:spMkLst>
            <pc:docMk/>
            <pc:sldMk cId="148509534" sldId="271"/>
            <ac:spMk id="3" creationId="{0722FC5A-B29F-4C58-940E-4D925D707B51}"/>
          </ac:spMkLst>
        </pc:spChg>
        <pc:spChg chg="add mod">
          <ac:chgData name="LEUNG Nicole" userId="8ed04819-1a1c-42ab-ae09-44d42575f3a6" providerId="ADAL" clId="{3E657728-002F-4D06-8545-52875357E7CC}" dt="2023-03-09T23:59:31.881" v="1227" actId="20577"/>
          <ac:spMkLst>
            <pc:docMk/>
            <pc:sldMk cId="148509534" sldId="271"/>
            <ac:spMk id="10" creationId="{6FDF8BAA-5517-44E5-A349-459CB9334C39}"/>
          </ac:spMkLst>
        </pc:spChg>
        <pc:picChg chg="add mod">
          <ac:chgData name="LEUNG Nicole" userId="8ed04819-1a1c-42ab-ae09-44d42575f3a6" providerId="ADAL" clId="{3E657728-002F-4D06-8545-52875357E7CC}" dt="2023-03-09T23:58:01.096" v="1154" actId="1076"/>
          <ac:picMkLst>
            <pc:docMk/>
            <pc:sldMk cId="148509534" sldId="271"/>
            <ac:picMk id="5" creationId="{8CF5FB87-8925-4D39-AA93-0DA03D9C80CD}"/>
          </ac:picMkLst>
        </pc:picChg>
        <pc:picChg chg="add mod">
          <ac:chgData name="LEUNG Nicole" userId="8ed04819-1a1c-42ab-ae09-44d42575f3a6" providerId="ADAL" clId="{3E657728-002F-4D06-8545-52875357E7CC}" dt="2023-03-09T23:58:08.600" v="1156" actId="1076"/>
          <ac:picMkLst>
            <pc:docMk/>
            <pc:sldMk cId="148509534" sldId="271"/>
            <ac:picMk id="7" creationId="{FFDB1482-D936-4C7D-819E-E30B132A47F3}"/>
          </ac:picMkLst>
        </pc:picChg>
        <pc:picChg chg="add mod">
          <ac:chgData name="LEUNG Nicole" userId="8ed04819-1a1c-42ab-ae09-44d42575f3a6" providerId="ADAL" clId="{3E657728-002F-4D06-8545-52875357E7CC}" dt="2023-03-09T23:58:17.934" v="1159" actId="1076"/>
          <ac:picMkLst>
            <pc:docMk/>
            <pc:sldMk cId="148509534" sldId="271"/>
            <ac:picMk id="9" creationId="{3DA9B211-5337-4408-8A2D-37760443C69D}"/>
          </ac:picMkLst>
        </pc:picChg>
      </pc:sldChg>
      <pc:sldChg chg="add del setBg">
        <pc:chgData name="LEUNG Nicole" userId="8ed04819-1a1c-42ab-ae09-44d42575f3a6" providerId="ADAL" clId="{3E657728-002F-4D06-8545-52875357E7CC}" dt="2023-03-09T23:01:46.639" v="964" actId="2696"/>
        <pc:sldMkLst>
          <pc:docMk/>
          <pc:sldMk cId="243309239" sldId="271"/>
        </pc:sldMkLst>
      </pc:sldChg>
      <pc:sldChg chg="addSp delSp modSp new mod">
        <pc:chgData name="LEUNG Nicole" userId="8ed04819-1a1c-42ab-ae09-44d42575f3a6" providerId="ADAL" clId="{3E657728-002F-4D06-8545-52875357E7CC}" dt="2023-03-09T07:27:27.512" v="458" actId="478"/>
        <pc:sldMkLst>
          <pc:docMk/>
          <pc:sldMk cId="4289746519" sldId="274"/>
        </pc:sldMkLst>
        <pc:spChg chg="del">
          <ac:chgData name="LEUNG Nicole" userId="8ed04819-1a1c-42ab-ae09-44d42575f3a6" providerId="ADAL" clId="{3E657728-002F-4D06-8545-52875357E7CC}" dt="2023-03-09T07:27:24.877" v="457" actId="478"/>
          <ac:spMkLst>
            <pc:docMk/>
            <pc:sldMk cId="4289746519" sldId="274"/>
            <ac:spMk id="2" creationId="{B3B61538-2005-4CD9-9658-78F6E2343B9F}"/>
          </ac:spMkLst>
        </pc:spChg>
        <pc:spChg chg="del">
          <ac:chgData name="LEUNG Nicole" userId="8ed04819-1a1c-42ab-ae09-44d42575f3a6" providerId="ADAL" clId="{3E657728-002F-4D06-8545-52875357E7CC}" dt="2023-03-09T07:27:27.512" v="458" actId="478"/>
          <ac:spMkLst>
            <pc:docMk/>
            <pc:sldMk cId="4289746519" sldId="274"/>
            <ac:spMk id="3" creationId="{632D5E2A-9992-4497-A0DF-31F9F0E65B2E}"/>
          </ac:spMkLst>
        </pc:spChg>
        <pc:picChg chg="add mod">
          <ac:chgData name="LEUNG Nicole" userId="8ed04819-1a1c-42ab-ae09-44d42575f3a6" providerId="ADAL" clId="{3E657728-002F-4D06-8545-52875357E7CC}" dt="2023-03-09T07:27:19.542" v="456" actId="14100"/>
          <ac:picMkLst>
            <pc:docMk/>
            <pc:sldMk cId="4289746519" sldId="274"/>
            <ac:picMk id="4" creationId="{38ECB1B0-01D9-4425-9D79-48F72EC65172}"/>
          </ac:picMkLst>
        </pc:picChg>
      </pc:sldChg>
      <pc:sldChg chg="addSp delSp modSp new mod">
        <pc:chgData name="LEUNG Nicole" userId="8ed04819-1a1c-42ab-ae09-44d42575f3a6" providerId="ADAL" clId="{3E657728-002F-4D06-8545-52875357E7CC}" dt="2023-03-09T09:16:53.778" v="894"/>
        <pc:sldMkLst>
          <pc:docMk/>
          <pc:sldMk cId="3717067589" sldId="275"/>
        </pc:sldMkLst>
        <pc:spChg chg="mod">
          <ac:chgData name="LEUNG Nicole" userId="8ed04819-1a1c-42ab-ae09-44d42575f3a6" providerId="ADAL" clId="{3E657728-002F-4D06-8545-52875357E7CC}" dt="2023-03-09T08:25:33.739" v="792" actId="20577"/>
          <ac:spMkLst>
            <pc:docMk/>
            <pc:sldMk cId="3717067589" sldId="275"/>
            <ac:spMk id="2" creationId="{50913557-26C6-4DE5-8056-31DE97D97CC8}"/>
          </ac:spMkLst>
        </pc:spChg>
        <pc:spChg chg="del">
          <ac:chgData name="LEUNG Nicole" userId="8ed04819-1a1c-42ab-ae09-44d42575f3a6" providerId="ADAL" clId="{3E657728-002F-4D06-8545-52875357E7CC}" dt="2023-03-09T06:44:42.648" v="412" actId="22"/>
          <ac:spMkLst>
            <pc:docMk/>
            <pc:sldMk cId="3717067589" sldId="275"/>
            <ac:spMk id="3" creationId="{D5705B69-D4DB-45F2-B081-0311AB3D9F53}"/>
          </ac:spMkLst>
        </pc:spChg>
        <pc:spChg chg="add del mod">
          <ac:chgData name="LEUNG Nicole" userId="8ed04819-1a1c-42ab-ae09-44d42575f3a6" providerId="ADAL" clId="{3E657728-002F-4D06-8545-52875357E7CC}" dt="2023-03-09T09:16:53.778" v="894"/>
          <ac:spMkLst>
            <pc:docMk/>
            <pc:sldMk cId="3717067589" sldId="275"/>
            <ac:spMk id="8" creationId="{920E1045-E847-4002-A556-C01E5722D6E8}"/>
          </ac:spMkLst>
        </pc:spChg>
        <pc:spChg chg="add mod">
          <ac:chgData name="LEUNG Nicole" userId="8ed04819-1a1c-42ab-ae09-44d42575f3a6" providerId="ADAL" clId="{3E657728-002F-4D06-8545-52875357E7CC}" dt="2023-03-09T09:16:52.323" v="892" actId="1076"/>
          <ac:spMkLst>
            <pc:docMk/>
            <pc:sldMk cId="3717067589" sldId="275"/>
            <ac:spMk id="9" creationId="{AD07311F-AE2E-43BA-A80E-67FB67398EEF}"/>
          </ac:spMkLst>
        </pc:spChg>
        <pc:picChg chg="add mod">
          <ac:chgData name="LEUNG Nicole" userId="8ed04819-1a1c-42ab-ae09-44d42575f3a6" providerId="ADAL" clId="{3E657728-002F-4D06-8545-52875357E7CC}" dt="2023-03-09T06:43:16.772" v="411" actId="1076"/>
          <ac:picMkLst>
            <pc:docMk/>
            <pc:sldMk cId="3717067589" sldId="275"/>
            <ac:picMk id="4" creationId="{B67DCFD8-EE9F-412D-95FA-C460B28FF81D}"/>
          </ac:picMkLst>
        </pc:picChg>
        <pc:picChg chg="add mod">
          <ac:chgData name="LEUNG Nicole" userId="8ed04819-1a1c-42ab-ae09-44d42575f3a6" providerId="ADAL" clId="{3E657728-002F-4D06-8545-52875357E7CC}" dt="2023-03-09T06:43:09.104" v="410" actId="1076"/>
          <ac:picMkLst>
            <pc:docMk/>
            <pc:sldMk cId="3717067589" sldId="275"/>
            <ac:picMk id="5" creationId="{5C625D91-5548-47C6-A3B0-00336E786440}"/>
          </ac:picMkLst>
        </pc:picChg>
        <pc:picChg chg="add mod ord">
          <ac:chgData name="LEUNG Nicole" userId="8ed04819-1a1c-42ab-ae09-44d42575f3a6" providerId="ADAL" clId="{3E657728-002F-4D06-8545-52875357E7CC}" dt="2023-03-09T09:16:35.210" v="888" actId="1076"/>
          <ac:picMkLst>
            <pc:docMk/>
            <pc:sldMk cId="3717067589" sldId="275"/>
            <ac:picMk id="7" creationId="{AE40A6C8-D29D-4AAC-93E8-1762C83FF2C6}"/>
          </ac:picMkLst>
        </pc:picChg>
      </pc:sldChg>
      <pc:sldChg chg="addSp modSp new mod">
        <pc:chgData name="LEUNG Nicole" userId="8ed04819-1a1c-42ab-ae09-44d42575f3a6" providerId="ADAL" clId="{3E657728-002F-4D06-8545-52875357E7CC}" dt="2023-03-09T08:23:46.193" v="773" actId="1076"/>
        <pc:sldMkLst>
          <pc:docMk/>
          <pc:sldMk cId="2242469584" sldId="276"/>
        </pc:sldMkLst>
        <pc:picChg chg="add mod">
          <ac:chgData name="LEUNG Nicole" userId="8ed04819-1a1c-42ab-ae09-44d42575f3a6" providerId="ADAL" clId="{3E657728-002F-4D06-8545-52875357E7CC}" dt="2023-03-09T08:23:46.193" v="773" actId="1076"/>
          <ac:picMkLst>
            <pc:docMk/>
            <pc:sldMk cId="2242469584" sldId="276"/>
            <ac:picMk id="4" creationId="{52188A1D-31D7-4244-B882-F33431080577}"/>
          </ac:picMkLst>
        </pc:picChg>
      </pc:sldChg>
      <pc:sldChg chg="add del">
        <pc:chgData name="LEUNG Nicole" userId="8ed04819-1a1c-42ab-ae09-44d42575f3a6" providerId="ADAL" clId="{3E657728-002F-4D06-8545-52875357E7CC}" dt="2023-03-09T23:01:46.639" v="964" actId="2696"/>
        <pc:sldMkLst>
          <pc:docMk/>
          <pc:sldMk cId="456702253" sldId="278"/>
        </pc:sldMkLst>
      </pc:sldChg>
      <pc:sldChg chg="addSp delSp modSp add mod">
        <pc:chgData name="LEUNG Nicole" userId="8ed04819-1a1c-42ab-ae09-44d42575f3a6" providerId="ADAL" clId="{3E657728-002F-4D06-8545-52875357E7CC}" dt="2023-03-14T03:23:21.675" v="3662" actId="14100"/>
        <pc:sldMkLst>
          <pc:docMk/>
          <pc:sldMk cId="1673887901" sldId="278"/>
        </pc:sldMkLst>
        <pc:spChg chg="mod">
          <ac:chgData name="LEUNG Nicole" userId="8ed04819-1a1c-42ab-ae09-44d42575f3a6" providerId="ADAL" clId="{3E657728-002F-4D06-8545-52875357E7CC}" dt="2023-03-09T23:57:34.508" v="1148" actId="20577"/>
          <ac:spMkLst>
            <pc:docMk/>
            <pc:sldMk cId="1673887901" sldId="278"/>
            <ac:spMk id="2" creationId="{D6124752-D21F-4C37-8C89-5A6D49E7D613}"/>
          </ac:spMkLst>
        </pc:spChg>
        <pc:picChg chg="add del mod">
          <ac:chgData name="LEUNG Nicole" userId="8ed04819-1a1c-42ab-ae09-44d42575f3a6" providerId="ADAL" clId="{3E657728-002F-4D06-8545-52875357E7CC}" dt="2023-03-10T00:05:48.657" v="1228" actId="478"/>
          <ac:picMkLst>
            <pc:docMk/>
            <pc:sldMk cId="1673887901" sldId="278"/>
            <ac:picMk id="5" creationId="{A419A572-1C68-47A9-A686-4086A301AF04}"/>
          </ac:picMkLst>
        </pc:picChg>
        <pc:picChg chg="add del mod">
          <ac:chgData name="LEUNG Nicole" userId="8ed04819-1a1c-42ab-ae09-44d42575f3a6" providerId="ADAL" clId="{3E657728-002F-4D06-8545-52875357E7CC}" dt="2023-03-10T00:05:55.689" v="1231" actId="478"/>
          <ac:picMkLst>
            <pc:docMk/>
            <pc:sldMk cId="1673887901" sldId="278"/>
            <ac:picMk id="7" creationId="{D03C068E-64E6-420F-8822-2CE2E78A9646}"/>
          </ac:picMkLst>
        </pc:picChg>
        <pc:picChg chg="add mod">
          <ac:chgData name="LEUNG Nicole" userId="8ed04819-1a1c-42ab-ae09-44d42575f3a6" providerId="ADAL" clId="{3E657728-002F-4D06-8545-52875357E7CC}" dt="2023-03-14T03:23:16.686" v="3660" actId="14100"/>
          <ac:picMkLst>
            <pc:docMk/>
            <pc:sldMk cId="1673887901" sldId="278"/>
            <ac:picMk id="9" creationId="{C76A8198-097E-4C51-A953-C6CFEC1EA7BE}"/>
          </ac:picMkLst>
        </pc:picChg>
        <pc:picChg chg="add mod">
          <ac:chgData name="LEUNG Nicole" userId="8ed04819-1a1c-42ab-ae09-44d42575f3a6" providerId="ADAL" clId="{3E657728-002F-4D06-8545-52875357E7CC}" dt="2023-03-14T03:23:21.675" v="3662" actId="14100"/>
          <ac:picMkLst>
            <pc:docMk/>
            <pc:sldMk cId="1673887901" sldId="278"/>
            <ac:picMk id="11" creationId="{33ACBCB4-91C8-4F83-A5CA-9CC202B99F1C}"/>
          </ac:picMkLst>
        </pc:picChg>
      </pc:sldChg>
      <pc:sldChg chg="addSp delSp modSp add mod ord">
        <pc:chgData name="LEUNG Nicole" userId="8ed04819-1a1c-42ab-ae09-44d42575f3a6" providerId="ADAL" clId="{3E657728-002F-4D06-8545-52875357E7CC}" dt="2023-03-10T10:45:27.395" v="2809" actId="5793"/>
        <pc:sldMkLst>
          <pc:docMk/>
          <pc:sldMk cId="1173804814" sldId="279"/>
        </pc:sldMkLst>
        <pc:spChg chg="mod">
          <ac:chgData name="LEUNG Nicole" userId="8ed04819-1a1c-42ab-ae09-44d42575f3a6" providerId="ADAL" clId="{3E657728-002F-4D06-8545-52875357E7CC}" dt="2023-03-10T10:45:10.136" v="2793" actId="20577"/>
          <ac:spMkLst>
            <pc:docMk/>
            <pc:sldMk cId="1173804814" sldId="279"/>
            <ac:spMk id="3" creationId="{0722FC5A-B29F-4C58-940E-4D925D707B51}"/>
          </ac:spMkLst>
        </pc:spChg>
        <pc:spChg chg="add del mod">
          <ac:chgData name="LEUNG Nicole" userId="8ed04819-1a1c-42ab-ae09-44d42575f3a6" providerId="ADAL" clId="{3E657728-002F-4D06-8545-52875357E7CC}" dt="2023-03-10T10:44:42.049" v="2786"/>
          <ac:spMkLst>
            <pc:docMk/>
            <pc:sldMk cId="1173804814" sldId="279"/>
            <ac:spMk id="5" creationId="{44A67809-93EA-4242-820A-965B7D9A4718}"/>
          </ac:spMkLst>
        </pc:spChg>
        <pc:spChg chg="add mod">
          <ac:chgData name="LEUNG Nicole" userId="8ed04819-1a1c-42ab-ae09-44d42575f3a6" providerId="ADAL" clId="{3E657728-002F-4D06-8545-52875357E7CC}" dt="2023-03-10T10:45:27.395" v="2809" actId="5793"/>
          <ac:spMkLst>
            <pc:docMk/>
            <pc:sldMk cId="1173804814" sldId="279"/>
            <ac:spMk id="6" creationId="{CACCD751-7A22-4794-B853-E1CA9C8303E9}"/>
          </ac:spMkLst>
        </pc:spChg>
        <pc:picChg chg="add mod">
          <ac:chgData name="LEUNG Nicole" userId="8ed04819-1a1c-42ab-ae09-44d42575f3a6" providerId="ADAL" clId="{3E657728-002F-4D06-8545-52875357E7CC}" dt="2023-03-10T10:29:35.404" v="2655" actId="1076"/>
          <ac:picMkLst>
            <pc:docMk/>
            <pc:sldMk cId="1173804814" sldId="279"/>
            <ac:picMk id="4" creationId="{DA986F42-603A-4580-8D54-7022D9A07114}"/>
          </ac:picMkLst>
        </pc:picChg>
        <pc:picChg chg="add del mod">
          <ac:chgData name="LEUNG Nicole" userId="8ed04819-1a1c-42ab-ae09-44d42575f3a6" providerId="ADAL" clId="{3E657728-002F-4D06-8545-52875357E7CC}" dt="2023-03-09T07:23:31.015" v="427" actId="478"/>
          <ac:picMkLst>
            <pc:docMk/>
            <pc:sldMk cId="1173804814" sldId="279"/>
            <ac:picMk id="6" creationId="{B929B930-ED6C-4E1B-A2A6-4B7DB85AE2B8}"/>
          </ac:picMkLst>
        </pc:picChg>
        <pc:picChg chg="add mod">
          <ac:chgData name="LEUNG Nicole" userId="8ed04819-1a1c-42ab-ae09-44d42575f3a6" providerId="ADAL" clId="{3E657728-002F-4D06-8545-52875357E7CC}" dt="2023-03-10T10:29:52.339" v="2659" actId="14100"/>
          <ac:picMkLst>
            <pc:docMk/>
            <pc:sldMk cId="1173804814" sldId="279"/>
            <ac:picMk id="8" creationId="{D99CEC79-2D59-4430-81FD-335B7794599A}"/>
          </ac:picMkLst>
        </pc:picChg>
      </pc:sldChg>
      <pc:sldChg chg="addSp modSp new mod ord">
        <pc:chgData name="LEUNG Nicole" userId="8ed04819-1a1c-42ab-ae09-44d42575f3a6" providerId="ADAL" clId="{3E657728-002F-4D06-8545-52875357E7CC}" dt="2023-03-10T10:30:21.549" v="2667" actId="14100"/>
        <pc:sldMkLst>
          <pc:docMk/>
          <pc:sldMk cId="3426910520" sldId="280"/>
        </pc:sldMkLst>
        <pc:spChg chg="mod">
          <ac:chgData name="LEUNG Nicole" userId="8ed04819-1a1c-42ab-ae09-44d42575f3a6" providerId="ADAL" clId="{3E657728-002F-4D06-8545-52875357E7CC}" dt="2023-03-09T07:26:09.582" v="440" actId="14100"/>
          <ac:spMkLst>
            <pc:docMk/>
            <pc:sldMk cId="3426910520" sldId="280"/>
            <ac:spMk id="2" creationId="{37702A86-600A-4100-A556-60DB9834732A}"/>
          </ac:spMkLst>
        </pc:spChg>
        <pc:spChg chg="mod">
          <ac:chgData name="LEUNG Nicole" userId="8ed04819-1a1c-42ab-ae09-44d42575f3a6" providerId="ADAL" clId="{3E657728-002F-4D06-8545-52875357E7CC}" dt="2023-03-09T07:26:11.887" v="441" actId="14100"/>
          <ac:spMkLst>
            <pc:docMk/>
            <pc:sldMk cId="3426910520" sldId="280"/>
            <ac:spMk id="3" creationId="{9A6BB529-0666-4400-9FE6-534F0544F88F}"/>
          </ac:spMkLst>
        </pc:spChg>
        <pc:picChg chg="add mod">
          <ac:chgData name="LEUNG Nicole" userId="8ed04819-1a1c-42ab-ae09-44d42575f3a6" providerId="ADAL" clId="{3E657728-002F-4D06-8545-52875357E7CC}" dt="2023-03-10T10:30:16.994" v="2665" actId="14100"/>
          <ac:picMkLst>
            <pc:docMk/>
            <pc:sldMk cId="3426910520" sldId="280"/>
            <ac:picMk id="4" creationId="{F04B4781-6BFF-4D86-90F5-5F5AEB2121CF}"/>
          </ac:picMkLst>
        </pc:picChg>
        <pc:picChg chg="add mod">
          <ac:chgData name="LEUNG Nicole" userId="8ed04819-1a1c-42ab-ae09-44d42575f3a6" providerId="ADAL" clId="{3E657728-002F-4D06-8545-52875357E7CC}" dt="2023-03-10T10:30:21.549" v="2667" actId="14100"/>
          <ac:picMkLst>
            <pc:docMk/>
            <pc:sldMk cId="3426910520" sldId="280"/>
            <ac:picMk id="6" creationId="{E23E8307-427E-43EF-A511-EE5BF6B413B8}"/>
          </ac:picMkLst>
        </pc:picChg>
      </pc:sldChg>
      <pc:sldChg chg="addSp delSp modSp new mod setBg">
        <pc:chgData name="LEUNG Nicole" userId="8ed04819-1a1c-42ab-ae09-44d42575f3a6" providerId="ADAL" clId="{3E657728-002F-4D06-8545-52875357E7CC}" dt="2023-03-10T10:31:34.080" v="2685" actId="1076"/>
        <pc:sldMkLst>
          <pc:docMk/>
          <pc:sldMk cId="2849692965" sldId="281"/>
        </pc:sldMkLst>
        <pc:spChg chg="mod">
          <ac:chgData name="LEUNG Nicole" userId="8ed04819-1a1c-42ab-ae09-44d42575f3a6" providerId="ADAL" clId="{3E657728-002F-4D06-8545-52875357E7CC}" dt="2023-03-10T00:17:19.907" v="1265" actId="26606"/>
          <ac:spMkLst>
            <pc:docMk/>
            <pc:sldMk cId="2849692965" sldId="281"/>
            <ac:spMk id="2" creationId="{F09A210E-360A-47E9-A993-8A1FDECC8EBE}"/>
          </ac:spMkLst>
        </pc:spChg>
        <pc:spChg chg="del mod">
          <ac:chgData name="LEUNG Nicole" userId="8ed04819-1a1c-42ab-ae09-44d42575f3a6" providerId="ADAL" clId="{3E657728-002F-4D06-8545-52875357E7CC}" dt="2023-03-09T09:04:08.379" v="811" actId="478"/>
          <ac:spMkLst>
            <pc:docMk/>
            <pc:sldMk cId="2849692965" sldId="281"/>
            <ac:spMk id="3" creationId="{D05A86DA-1AD5-4DD6-9EF3-A644933C6F82}"/>
          </ac:spMkLst>
        </pc:spChg>
        <pc:spChg chg="add del mod">
          <ac:chgData name="LEUNG Nicole" userId="8ed04819-1a1c-42ab-ae09-44d42575f3a6" providerId="ADAL" clId="{3E657728-002F-4D06-8545-52875357E7CC}" dt="2023-03-09T09:04:12.999" v="813" actId="478"/>
          <ac:spMkLst>
            <pc:docMk/>
            <pc:sldMk cId="2849692965" sldId="281"/>
            <ac:spMk id="7" creationId="{782BEBAF-2C43-45AD-90F6-C75CE5A0C78B}"/>
          </ac:spMkLst>
        </pc:spChg>
        <pc:spChg chg="add mod">
          <ac:chgData name="LEUNG Nicole" userId="8ed04819-1a1c-42ab-ae09-44d42575f3a6" providerId="ADAL" clId="{3E657728-002F-4D06-8545-52875357E7CC}" dt="2023-03-10T00:18:16.476" v="1340" actId="1076"/>
          <ac:spMkLst>
            <pc:docMk/>
            <pc:sldMk cId="2849692965" sldId="281"/>
            <ac:spMk id="8" creationId="{3692BA82-60E2-4967-972B-99C61A2DB1FC}"/>
          </ac:spMkLst>
        </pc:spChg>
        <pc:spChg chg="add mod ord">
          <ac:chgData name="LEUNG Nicole" userId="8ed04819-1a1c-42ab-ae09-44d42575f3a6" providerId="ADAL" clId="{3E657728-002F-4D06-8545-52875357E7CC}" dt="2023-03-10T00:17:34.732" v="1272" actId="14100"/>
          <ac:spMkLst>
            <pc:docMk/>
            <pc:sldMk cId="2849692965" sldId="281"/>
            <ac:spMk id="9" creationId="{3EAC9597-6B07-4672-A8E2-ACED71D96A42}"/>
          </ac:spMkLst>
        </pc:spChg>
        <pc:spChg chg="add del">
          <ac:chgData name="LEUNG Nicole" userId="8ed04819-1a1c-42ab-ae09-44d42575f3a6" providerId="ADAL" clId="{3E657728-002F-4D06-8545-52875357E7CC}" dt="2023-03-10T00:17:19.907" v="1265" actId="26606"/>
          <ac:spMkLst>
            <pc:docMk/>
            <pc:sldMk cId="2849692965" sldId="281"/>
            <ac:spMk id="14" creationId="{2B97F24A-32CE-4C1C-A50D-3016B394DCFB}"/>
          </ac:spMkLst>
        </pc:spChg>
        <pc:spChg chg="add del">
          <ac:chgData name="LEUNG Nicole" userId="8ed04819-1a1c-42ab-ae09-44d42575f3a6" providerId="ADAL" clId="{3E657728-002F-4D06-8545-52875357E7CC}" dt="2023-03-10T00:17:19.907" v="1265" actId="26606"/>
          <ac:spMkLst>
            <pc:docMk/>
            <pc:sldMk cId="2849692965" sldId="281"/>
            <ac:spMk id="16" creationId="{CD8B4F24-440B-49E9-B85D-733523DC064B}"/>
          </ac:spMkLst>
        </pc:spChg>
        <pc:spChg chg="add del">
          <ac:chgData name="LEUNG Nicole" userId="8ed04819-1a1c-42ab-ae09-44d42575f3a6" providerId="ADAL" clId="{3E657728-002F-4D06-8545-52875357E7CC}" dt="2023-03-10T00:17:13.195" v="1256" actId="26606"/>
          <ac:spMkLst>
            <pc:docMk/>
            <pc:sldMk cId="2849692965" sldId="281"/>
            <ac:spMk id="21" creationId="{5EBC18B6-E5C3-4AD1-97A4-E6A3477A0BB9}"/>
          </ac:spMkLst>
        </pc:spChg>
        <pc:spChg chg="add del">
          <ac:chgData name="LEUNG Nicole" userId="8ed04819-1a1c-42ab-ae09-44d42575f3a6" providerId="ADAL" clId="{3E657728-002F-4D06-8545-52875357E7CC}" dt="2023-03-10T00:17:13.195" v="1256" actId="26606"/>
          <ac:spMkLst>
            <pc:docMk/>
            <pc:sldMk cId="2849692965" sldId="281"/>
            <ac:spMk id="23" creationId="{136A4AB6-B72B-4CC6-ADCF-BE807B6C3D71}"/>
          </ac:spMkLst>
        </pc:spChg>
        <pc:spChg chg="add del">
          <ac:chgData name="LEUNG Nicole" userId="8ed04819-1a1c-42ab-ae09-44d42575f3a6" providerId="ADAL" clId="{3E657728-002F-4D06-8545-52875357E7CC}" dt="2023-03-10T00:17:13.195" v="1256" actId="26606"/>
          <ac:spMkLst>
            <pc:docMk/>
            <pc:sldMk cId="2849692965" sldId="281"/>
            <ac:spMk id="25" creationId="{B35D540D-9486-4236-952A-F72DC52D79BF}"/>
          </ac:spMkLst>
        </pc:spChg>
        <pc:spChg chg="add del">
          <ac:chgData name="LEUNG Nicole" userId="8ed04819-1a1c-42ab-ae09-44d42575f3a6" providerId="ADAL" clId="{3E657728-002F-4D06-8545-52875357E7CC}" dt="2023-03-10T00:17:15.305" v="1258" actId="26606"/>
          <ac:spMkLst>
            <pc:docMk/>
            <pc:sldMk cId="2849692965" sldId="281"/>
            <ac:spMk id="27" creationId="{FE43805F-24A6-46A4-B19B-54F28347355C}"/>
          </ac:spMkLst>
        </pc:spChg>
        <pc:spChg chg="add del">
          <ac:chgData name="LEUNG Nicole" userId="8ed04819-1a1c-42ab-ae09-44d42575f3a6" providerId="ADAL" clId="{3E657728-002F-4D06-8545-52875357E7CC}" dt="2023-03-10T00:17:15.305" v="1258" actId="26606"/>
          <ac:spMkLst>
            <pc:docMk/>
            <pc:sldMk cId="2849692965" sldId="281"/>
            <ac:spMk id="28" creationId="{A016CB47-C4D4-4332-9ED0-DBB916252F76}"/>
          </ac:spMkLst>
        </pc:spChg>
        <pc:spChg chg="add del">
          <ac:chgData name="LEUNG Nicole" userId="8ed04819-1a1c-42ab-ae09-44d42575f3a6" providerId="ADAL" clId="{3E657728-002F-4D06-8545-52875357E7CC}" dt="2023-03-10T00:17:15.305" v="1258" actId="26606"/>
          <ac:spMkLst>
            <pc:docMk/>
            <pc:sldMk cId="2849692965" sldId="281"/>
            <ac:spMk id="29" creationId="{95C8260E-968F-44E8-A823-ABB431311926}"/>
          </ac:spMkLst>
        </pc:spChg>
        <pc:spChg chg="add del">
          <ac:chgData name="LEUNG Nicole" userId="8ed04819-1a1c-42ab-ae09-44d42575f3a6" providerId="ADAL" clId="{3E657728-002F-4D06-8545-52875357E7CC}" dt="2023-03-10T00:17:15.305" v="1258" actId="26606"/>
          <ac:spMkLst>
            <pc:docMk/>
            <pc:sldMk cId="2849692965" sldId="281"/>
            <ac:spMk id="30" creationId="{2C1BBA94-3F40-40AA-8BB9-E69E25E537C1}"/>
          </ac:spMkLst>
        </pc:spChg>
        <pc:spChg chg="add del">
          <ac:chgData name="LEUNG Nicole" userId="8ed04819-1a1c-42ab-ae09-44d42575f3a6" providerId="ADAL" clId="{3E657728-002F-4D06-8545-52875357E7CC}" dt="2023-03-10T00:17:17.108" v="1260" actId="26606"/>
          <ac:spMkLst>
            <pc:docMk/>
            <pc:sldMk cId="2849692965" sldId="281"/>
            <ac:spMk id="32" creationId="{AD96FDFD-4E42-4A06-B8B5-768A1DB9C2A9}"/>
          </ac:spMkLst>
        </pc:spChg>
        <pc:spChg chg="add del">
          <ac:chgData name="LEUNG Nicole" userId="8ed04819-1a1c-42ab-ae09-44d42575f3a6" providerId="ADAL" clId="{3E657728-002F-4D06-8545-52875357E7CC}" dt="2023-03-10T00:17:18.803" v="1262" actId="26606"/>
          <ac:spMkLst>
            <pc:docMk/>
            <pc:sldMk cId="2849692965" sldId="281"/>
            <ac:spMk id="34" creationId="{A016CB47-C4D4-4332-9ED0-DBB916252F76}"/>
          </ac:spMkLst>
        </pc:spChg>
        <pc:spChg chg="add del">
          <ac:chgData name="LEUNG Nicole" userId="8ed04819-1a1c-42ab-ae09-44d42575f3a6" providerId="ADAL" clId="{3E657728-002F-4D06-8545-52875357E7CC}" dt="2023-03-10T00:17:18.803" v="1262" actId="26606"/>
          <ac:spMkLst>
            <pc:docMk/>
            <pc:sldMk cId="2849692965" sldId="281"/>
            <ac:spMk id="35" creationId="{95C8260E-968F-44E8-A823-ABB431311926}"/>
          </ac:spMkLst>
        </pc:spChg>
        <pc:spChg chg="add del">
          <ac:chgData name="LEUNG Nicole" userId="8ed04819-1a1c-42ab-ae09-44d42575f3a6" providerId="ADAL" clId="{3E657728-002F-4D06-8545-52875357E7CC}" dt="2023-03-10T00:17:18.803" v="1262" actId="26606"/>
          <ac:spMkLst>
            <pc:docMk/>
            <pc:sldMk cId="2849692965" sldId="281"/>
            <ac:spMk id="36" creationId="{2C1BBA94-3F40-40AA-8BB9-E69E25E537C1}"/>
          </ac:spMkLst>
        </pc:spChg>
        <pc:spChg chg="add del">
          <ac:chgData name="LEUNG Nicole" userId="8ed04819-1a1c-42ab-ae09-44d42575f3a6" providerId="ADAL" clId="{3E657728-002F-4D06-8545-52875357E7CC}" dt="2023-03-10T00:17:18.803" v="1262" actId="26606"/>
          <ac:spMkLst>
            <pc:docMk/>
            <pc:sldMk cId="2849692965" sldId="281"/>
            <ac:spMk id="37" creationId="{FE43805F-24A6-46A4-B19B-54F28347355C}"/>
          </ac:spMkLst>
        </pc:spChg>
        <pc:spChg chg="add del">
          <ac:chgData name="LEUNG Nicole" userId="8ed04819-1a1c-42ab-ae09-44d42575f3a6" providerId="ADAL" clId="{3E657728-002F-4D06-8545-52875357E7CC}" dt="2023-03-10T00:17:19.899" v="1264" actId="26606"/>
          <ac:spMkLst>
            <pc:docMk/>
            <pc:sldMk cId="2849692965" sldId="281"/>
            <ac:spMk id="39" creationId="{AE6CA01B-0DEB-4E9A-9768-B728DA42C1D4}"/>
          </ac:spMkLst>
        </pc:spChg>
        <pc:spChg chg="add">
          <ac:chgData name="LEUNG Nicole" userId="8ed04819-1a1c-42ab-ae09-44d42575f3a6" providerId="ADAL" clId="{3E657728-002F-4D06-8545-52875357E7CC}" dt="2023-03-10T00:17:19.907" v="1265" actId="26606"/>
          <ac:spMkLst>
            <pc:docMk/>
            <pc:sldMk cId="2849692965" sldId="281"/>
            <ac:spMk id="44" creationId="{26FF42C2-EA15-4154-B242-E98E88CED99C}"/>
          </ac:spMkLst>
        </pc:spChg>
        <pc:spChg chg="add">
          <ac:chgData name="LEUNG Nicole" userId="8ed04819-1a1c-42ab-ae09-44d42575f3a6" providerId="ADAL" clId="{3E657728-002F-4D06-8545-52875357E7CC}" dt="2023-03-10T00:17:19.907" v="1265" actId="26606"/>
          <ac:spMkLst>
            <pc:docMk/>
            <pc:sldMk cId="2849692965" sldId="281"/>
            <ac:spMk id="45" creationId="{D79DE9F7-28C4-4856-BA57-D696E124C137}"/>
          </ac:spMkLst>
        </pc:spChg>
        <pc:spChg chg="add">
          <ac:chgData name="LEUNG Nicole" userId="8ed04819-1a1c-42ab-ae09-44d42575f3a6" providerId="ADAL" clId="{3E657728-002F-4D06-8545-52875357E7CC}" dt="2023-03-10T00:17:19.907" v="1265" actId="26606"/>
          <ac:spMkLst>
            <pc:docMk/>
            <pc:sldMk cId="2849692965" sldId="281"/>
            <ac:spMk id="46" creationId="{E1F9ED9C-121B-44C6-A308-5824769C40D5}"/>
          </ac:spMkLst>
        </pc:spChg>
        <pc:spChg chg="add">
          <ac:chgData name="LEUNG Nicole" userId="8ed04819-1a1c-42ab-ae09-44d42575f3a6" providerId="ADAL" clId="{3E657728-002F-4D06-8545-52875357E7CC}" dt="2023-03-10T00:17:19.907" v="1265" actId="26606"/>
          <ac:spMkLst>
            <pc:docMk/>
            <pc:sldMk cId="2849692965" sldId="281"/>
            <ac:spMk id="47" creationId="{4A5F8185-F27B-4E99-A06C-007336FE3F2D}"/>
          </ac:spMkLst>
        </pc:spChg>
        <pc:grpChg chg="add del">
          <ac:chgData name="LEUNG Nicole" userId="8ed04819-1a1c-42ab-ae09-44d42575f3a6" providerId="ADAL" clId="{3E657728-002F-4D06-8545-52875357E7CC}" dt="2023-03-10T00:17:19.899" v="1264" actId="26606"/>
          <ac:grpSpMkLst>
            <pc:docMk/>
            <pc:sldMk cId="2849692965" sldId="281"/>
            <ac:grpSpMk id="40" creationId="{A57D8C8E-634E-4E83-9657-225A4DFE47ED}"/>
          </ac:grpSpMkLst>
        </pc:grpChg>
        <pc:picChg chg="add mod">
          <ac:chgData name="LEUNG Nicole" userId="8ed04819-1a1c-42ab-ae09-44d42575f3a6" providerId="ADAL" clId="{3E657728-002F-4D06-8545-52875357E7CC}" dt="2023-03-10T10:31:34.080" v="2685" actId="1076"/>
          <ac:picMkLst>
            <pc:docMk/>
            <pc:sldMk cId="2849692965" sldId="281"/>
            <ac:picMk id="4" creationId="{7239D268-D566-4448-A0B5-C4223FAAE021}"/>
          </ac:picMkLst>
        </pc:picChg>
        <pc:picChg chg="add mod ord">
          <ac:chgData name="LEUNG Nicole" userId="8ed04819-1a1c-42ab-ae09-44d42575f3a6" providerId="ADAL" clId="{3E657728-002F-4D06-8545-52875357E7CC}" dt="2023-03-10T10:31:05.420" v="2677" actId="1076"/>
          <ac:picMkLst>
            <pc:docMk/>
            <pc:sldMk cId="2849692965" sldId="281"/>
            <ac:picMk id="5" creationId="{80A5A896-78E0-4FB9-8FCB-AEBA436DB3C4}"/>
          </ac:picMkLst>
        </pc:picChg>
        <pc:picChg chg="add mod">
          <ac:chgData name="LEUNG Nicole" userId="8ed04819-1a1c-42ab-ae09-44d42575f3a6" providerId="ADAL" clId="{3E657728-002F-4D06-8545-52875357E7CC}" dt="2023-03-10T10:31:20.692" v="2682" actId="1076"/>
          <ac:picMkLst>
            <pc:docMk/>
            <pc:sldMk cId="2849692965" sldId="281"/>
            <ac:picMk id="7" creationId="{EE8CA801-F2FC-47F0-93F8-866B80116BE4}"/>
          </ac:picMkLst>
        </pc:picChg>
      </pc:sldChg>
      <pc:sldChg chg="addSp delSp modSp new del mod setBg">
        <pc:chgData name="LEUNG Nicole" userId="8ed04819-1a1c-42ab-ae09-44d42575f3a6" providerId="ADAL" clId="{3E657728-002F-4D06-8545-52875357E7CC}" dt="2023-03-10T02:47:05.359" v="1361" actId="2696"/>
        <pc:sldMkLst>
          <pc:docMk/>
          <pc:sldMk cId="3475977333" sldId="282"/>
        </pc:sldMkLst>
        <pc:spChg chg="mod">
          <ac:chgData name="LEUNG Nicole" userId="8ed04819-1a1c-42ab-ae09-44d42575f3a6" providerId="ADAL" clId="{3E657728-002F-4D06-8545-52875357E7CC}" dt="2023-03-09T09:50:26.238" v="960" actId="26606"/>
          <ac:spMkLst>
            <pc:docMk/>
            <pc:sldMk cId="3475977333" sldId="282"/>
            <ac:spMk id="2" creationId="{F79E8B75-85AE-4BA9-B09B-F0E04E436062}"/>
          </ac:spMkLst>
        </pc:spChg>
        <pc:spChg chg="add del mod">
          <ac:chgData name="LEUNG Nicole" userId="8ed04819-1a1c-42ab-ae09-44d42575f3a6" providerId="ADAL" clId="{3E657728-002F-4D06-8545-52875357E7CC}" dt="2023-03-09T09:50:26.238" v="960" actId="26606"/>
          <ac:spMkLst>
            <pc:docMk/>
            <pc:sldMk cId="3475977333" sldId="282"/>
            <ac:spMk id="3" creationId="{AF5DFFEF-A210-4B59-8B32-1C8B7F972AA9}"/>
          </ac:spMkLst>
        </pc:spChg>
        <pc:spChg chg="add del">
          <ac:chgData name="LEUNG Nicole" userId="8ed04819-1a1c-42ab-ae09-44d42575f3a6" providerId="ADAL" clId="{3E657728-002F-4D06-8545-52875357E7CC}" dt="2023-03-09T09:50:23.821" v="957" actId="26606"/>
          <ac:spMkLst>
            <pc:docMk/>
            <pc:sldMk cId="3475977333" sldId="282"/>
            <ac:spMk id="9" creationId="{B819A166-7571-4003-A6B8-B62034C3ED30}"/>
          </ac:spMkLst>
        </pc:spChg>
        <pc:spChg chg="add del">
          <ac:chgData name="LEUNG Nicole" userId="8ed04819-1a1c-42ab-ae09-44d42575f3a6" providerId="ADAL" clId="{3E657728-002F-4D06-8545-52875357E7CC}" dt="2023-03-09T09:50:26.228" v="959" actId="26606"/>
          <ac:spMkLst>
            <pc:docMk/>
            <pc:sldMk cId="3475977333" sldId="282"/>
            <ac:spMk id="15" creationId="{56E9B3E6-E277-4D68-BA48-9CB43FFBD6E2}"/>
          </ac:spMkLst>
        </pc:spChg>
        <pc:spChg chg="add del">
          <ac:chgData name="LEUNG Nicole" userId="8ed04819-1a1c-42ab-ae09-44d42575f3a6" providerId="ADAL" clId="{3E657728-002F-4D06-8545-52875357E7CC}" dt="2023-03-09T09:50:26.228" v="959" actId="26606"/>
          <ac:spMkLst>
            <pc:docMk/>
            <pc:sldMk cId="3475977333" sldId="282"/>
            <ac:spMk id="16" creationId="{D5B0017B-2ECA-49AF-B397-DC140825DF8D}"/>
          </ac:spMkLst>
        </pc:spChg>
        <pc:spChg chg="add">
          <ac:chgData name="LEUNG Nicole" userId="8ed04819-1a1c-42ab-ae09-44d42575f3a6" providerId="ADAL" clId="{3E657728-002F-4D06-8545-52875357E7CC}" dt="2023-03-09T09:50:26.238" v="960" actId="26606"/>
          <ac:spMkLst>
            <pc:docMk/>
            <pc:sldMk cId="3475977333" sldId="282"/>
            <ac:spMk id="20" creationId="{B819A166-7571-4003-A6B8-B62034C3ED30}"/>
          </ac:spMkLst>
        </pc:spChg>
        <pc:grpChg chg="add del">
          <ac:chgData name="LEUNG Nicole" userId="8ed04819-1a1c-42ab-ae09-44d42575f3a6" providerId="ADAL" clId="{3E657728-002F-4D06-8545-52875357E7CC}" dt="2023-03-09T09:50:26.228" v="959" actId="26606"/>
          <ac:grpSpMkLst>
            <pc:docMk/>
            <pc:sldMk cId="3475977333" sldId="282"/>
            <ac:grpSpMk id="11" creationId="{AE1C45F0-260A-458C-96ED-C1F6D2151219}"/>
          </ac:grpSpMkLst>
        </pc:grpChg>
        <pc:graphicFrameChg chg="add del">
          <ac:chgData name="LEUNG Nicole" userId="8ed04819-1a1c-42ab-ae09-44d42575f3a6" providerId="ADAL" clId="{3E657728-002F-4D06-8545-52875357E7CC}" dt="2023-03-09T09:50:23.821" v="957" actId="26606"/>
          <ac:graphicFrameMkLst>
            <pc:docMk/>
            <pc:sldMk cId="3475977333" sldId="282"/>
            <ac:graphicFrameMk id="5" creationId="{F260CC72-0445-CF62-3CF7-16812234931B}"/>
          </ac:graphicFrameMkLst>
        </pc:graphicFrameChg>
        <pc:graphicFrameChg chg="add del">
          <ac:chgData name="LEUNG Nicole" userId="8ed04819-1a1c-42ab-ae09-44d42575f3a6" providerId="ADAL" clId="{3E657728-002F-4D06-8545-52875357E7CC}" dt="2023-03-09T09:50:26.228" v="959" actId="26606"/>
          <ac:graphicFrameMkLst>
            <pc:docMk/>
            <pc:sldMk cId="3475977333" sldId="282"/>
            <ac:graphicFrameMk id="17" creationId="{B926F605-406F-D6BA-2FCD-61D89BBB1423}"/>
          </ac:graphicFrameMkLst>
        </pc:graphicFrameChg>
        <pc:graphicFrameChg chg="add">
          <ac:chgData name="LEUNG Nicole" userId="8ed04819-1a1c-42ab-ae09-44d42575f3a6" providerId="ADAL" clId="{3E657728-002F-4D06-8545-52875357E7CC}" dt="2023-03-09T09:50:26.238" v="960" actId="26606"/>
          <ac:graphicFrameMkLst>
            <pc:docMk/>
            <pc:sldMk cId="3475977333" sldId="282"/>
            <ac:graphicFrameMk id="21" creationId="{F260CC72-0445-CF62-3CF7-16812234931B}"/>
          </ac:graphicFrameMkLst>
        </pc:graphicFrameChg>
        <pc:cxnChg chg="add del">
          <ac:chgData name="LEUNG Nicole" userId="8ed04819-1a1c-42ab-ae09-44d42575f3a6" providerId="ADAL" clId="{3E657728-002F-4D06-8545-52875357E7CC}" dt="2023-03-09T09:50:26.228" v="959" actId="26606"/>
          <ac:cxnSpMkLst>
            <pc:docMk/>
            <pc:sldMk cId="3475977333" sldId="282"/>
            <ac:cxnSpMk id="18" creationId="{6CF1BAF6-AD41-4082-B212-8A1F9A2E8779}"/>
          </ac:cxnSpMkLst>
        </pc:cxnChg>
      </pc:sldChg>
      <pc:sldChg chg="addSp delSp modSp new mod">
        <pc:chgData name="LEUNG Nicole" userId="8ed04819-1a1c-42ab-ae09-44d42575f3a6" providerId="ADAL" clId="{3E657728-002F-4D06-8545-52875357E7CC}" dt="2023-03-10T10:30:53.293" v="2674" actId="14100"/>
        <pc:sldMkLst>
          <pc:docMk/>
          <pc:sldMk cId="4159790325" sldId="283"/>
        </pc:sldMkLst>
        <pc:spChg chg="mod">
          <ac:chgData name="LEUNG Nicole" userId="8ed04819-1a1c-42ab-ae09-44d42575f3a6" providerId="ADAL" clId="{3E657728-002F-4D06-8545-52875357E7CC}" dt="2023-03-10T10:30:50.368" v="2673" actId="14100"/>
          <ac:spMkLst>
            <pc:docMk/>
            <pc:sldMk cId="4159790325" sldId="283"/>
            <ac:spMk id="2" creationId="{AED9B812-38EB-43A9-861B-E84234C0DD61}"/>
          </ac:spMkLst>
        </pc:spChg>
        <pc:spChg chg="mod">
          <ac:chgData name="LEUNG Nicole" userId="8ed04819-1a1c-42ab-ae09-44d42575f3a6" providerId="ADAL" clId="{3E657728-002F-4D06-8545-52875357E7CC}" dt="2023-03-10T10:30:53.293" v="2674" actId="14100"/>
          <ac:spMkLst>
            <pc:docMk/>
            <pc:sldMk cId="4159790325" sldId="283"/>
            <ac:spMk id="3" creationId="{6094BA60-024E-4F66-AC74-E5CC6ADC6BE8}"/>
          </ac:spMkLst>
        </pc:spChg>
        <pc:picChg chg="add del mod">
          <ac:chgData name="LEUNG Nicole" userId="8ed04819-1a1c-42ab-ae09-44d42575f3a6" providerId="ADAL" clId="{3E657728-002F-4D06-8545-52875357E7CC}" dt="2023-03-10T00:39:01.356" v="1355" actId="478"/>
          <ac:picMkLst>
            <pc:docMk/>
            <pc:sldMk cId="4159790325" sldId="283"/>
            <ac:picMk id="5" creationId="{057B75DD-033F-4178-8FEB-7C976E3C9C37}"/>
          </ac:picMkLst>
        </pc:picChg>
        <pc:picChg chg="add del mod">
          <ac:chgData name="LEUNG Nicole" userId="8ed04819-1a1c-42ab-ae09-44d42575f3a6" providerId="ADAL" clId="{3E657728-002F-4D06-8545-52875357E7CC}" dt="2023-03-09T09:20:43.152" v="898" actId="478"/>
          <ac:picMkLst>
            <pc:docMk/>
            <pc:sldMk cId="4159790325" sldId="283"/>
            <ac:picMk id="5" creationId="{A0DD6B80-C828-4641-B217-13068FF8C94D}"/>
          </ac:picMkLst>
        </pc:picChg>
        <pc:picChg chg="add del mod">
          <ac:chgData name="LEUNG Nicole" userId="8ed04819-1a1c-42ab-ae09-44d42575f3a6" providerId="ADAL" clId="{3E657728-002F-4D06-8545-52875357E7CC}" dt="2023-03-10T00:38:48.242" v="1352" actId="478"/>
          <ac:picMkLst>
            <pc:docMk/>
            <pc:sldMk cId="4159790325" sldId="283"/>
            <ac:picMk id="7" creationId="{E0FC0ACA-AB13-4AF1-BB9B-BFF44502B88D}"/>
          </ac:picMkLst>
        </pc:picChg>
        <pc:picChg chg="add mod">
          <ac:chgData name="LEUNG Nicole" userId="8ed04819-1a1c-42ab-ae09-44d42575f3a6" providerId="ADAL" clId="{3E657728-002F-4D06-8545-52875357E7CC}" dt="2023-03-10T10:30:46.022" v="2672" actId="1076"/>
          <ac:picMkLst>
            <pc:docMk/>
            <pc:sldMk cId="4159790325" sldId="283"/>
            <ac:picMk id="8" creationId="{0EB9A571-C79B-404A-B530-1AEBE84475F6}"/>
          </ac:picMkLst>
        </pc:picChg>
        <pc:picChg chg="add mod">
          <ac:chgData name="LEUNG Nicole" userId="8ed04819-1a1c-42ab-ae09-44d42575f3a6" providerId="ADAL" clId="{3E657728-002F-4D06-8545-52875357E7CC}" dt="2023-03-09T09:20:49.339" v="901" actId="14100"/>
          <ac:picMkLst>
            <pc:docMk/>
            <pc:sldMk cId="4159790325" sldId="283"/>
            <ac:picMk id="9" creationId="{F26DD8D8-9976-4726-9BE3-41B1321FE1C1}"/>
          </ac:picMkLst>
        </pc:picChg>
      </pc:sldChg>
      <pc:sldChg chg="new del">
        <pc:chgData name="LEUNG Nicole" userId="8ed04819-1a1c-42ab-ae09-44d42575f3a6" providerId="ADAL" clId="{3E657728-002F-4D06-8545-52875357E7CC}" dt="2023-03-09T09:15:14.976" v="866" actId="2696"/>
        <pc:sldMkLst>
          <pc:docMk/>
          <pc:sldMk cId="825249424" sldId="284"/>
        </pc:sldMkLst>
      </pc:sldChg>
      <pc:sldChg chg="modSp mod">
        <pc:chgData name="LEUNG Nicole" userId="8ed04819-1a1c-42ab-ae09-44d42575f3a6" providerId="ADAL" clId="{3E657728-002F-4D06-8545-52875357E7CC}" dt="2023-03-10T00:13:45.240" v="1241" actId="1076"/>
        <pc:sldMkLst>
          <pc:docMk/>
          <pc:sldMk cId="3394698022" sldId="284"/>
        </pc:sldMkLst>
        <pc:picChg chg="mod">
          <ac:chgData name="LEUNG Nicole" userId="8ed04819-1a1c-42ab-ae09-44d42575f3a6" providerId="ADAL" clId="{3E657728-002F-4D06-8545-52875357E7CC}" dt="2023-03-10T00:13:45.240" v="1241" actId="1076"/>
          <ac:picMkLst>
            <pc:docMk/>
            <pc:sldMk cId="3394698022" sldId="284"/>
            <ac:picMk id="6" creationId="{8FCF6D7B-D99E-4BAB-9D70-E9A16164D4EB}"/>
          </ac:picMkLst>
        </pc:picChg>
      </pc:sldChg>
      <pc:sldChg chg="new del">
        <pc:chgData name="LEUNG Nicole" userId="8ed04819-1a1c-42ab-ae09-44d42575f3a6" providerId="ADAL" clId="{3E657728-002F-4D06-8545-52875357E7CC}" dt="2023-03-09T23:01:41.143" v="963" actId="47"/>
        <pc:sldMkLst>
          <pc:docMk/>
          <pc:sldMk cId="995716311" sldId="285"/>
        </pc:sldMkLst>
      </pc:sldChg>
      <pc:sldChg chg="addSp modSp new mod">
        <pc:chgData name="LEUNG Nicole" userId="8ed04819-1a1c-42ab-ae09-44d42575f3a6" providerId="ADAL" clId="{3E657728-002F-4D06-8545-52875357E7CC}" dt="2023-03-10T10:31:43.749" v="2686" actId="20577"/>
        <pc:sldMkLst>
          <pc:docMk/>
          <pc:sldMk cId="1739127976" sldId="285"/>
        </pc:sldMkLst>
        <pc:spChg chg="mod">
          <ac:chgData name="LEUNG Nicole" userId="8ed04819-1a1c-42ab-ae09-44d42575f3a6" providerId="ADAL" clId="{3E657728-002F-4D06-8545-52875357E7CC}" dt="2023-03-10T10:31:43.749" v="2686" actId="20577"/>
          <ac:spMkLst>
            <pc:docMk/>
            <pc:sldMk cId="1739127976" sldId="285"/>
            <ac:spMk id="2" creationId="{B1748EFC-037C-4D62-BA8D-09FD14A862CD}"/>
          </ac:spMkLst>
        </pc:spChg>
        <pc:spChg chg="mod">
          <ac:chgData name="LEUNG Nicole" userId="8ed04819-1a1c-42ab-ae09-44d42575f3a6" providerId="ADAL" clId="{3E657728-002F-4D06-8545-52875357E7CC}" dt="2023-03-10T02:52:17.383" v="1507" actId="1076"/>
          <ac:spMkLst>
            <pc:docMk/>
            <pc:sldMk cId="1739127976" sldId="285"/>
            <ac:spMk id="3" creationId="{E1D53481-D0F7-4989-AE93-2EC86E926AEF}"/>
          </ac:spMkLst>
        </pc:spChg>
        <pc:picChg chg="add mod">
          <ac:chgData name="LEUNG Nicole" userId="8ed04819-1a1c-42ab-ae09-44d42575f3a6" providerId="ADAL" clId="{3E657728-002F-4D06-8545-52875357E7CC}" dt="2023-03-10T02:47:18.660" v="1366" actId="1076"/>
          <ac:picMkLst>
            <pc:docMk/>
            <pc:sldMk cId="1739127976" sldId="285"/>
            <ac:picMk id="5" creationId="{BA50BCDC-823C-4383-96A6-D171EE293D0F}"/>
          </ac:picMkLst>
        </pc:picChg>
        <pc:picChg chg="add mod">
          <ac:chgData name="LEUNG Nicole" userId="8ed04819-1a1c-42ab-ae09-44d42575f3a6" providerId="ADAL" clId="{3E657728-002F-4D06-8545-52875357E7CC}" dt="2023-03-10T02:47:40.181" v="1369" actId="14100"/>
          <ac:picMkLst>
            <pc:docMk/>
            <pc:sldMk cId="1739127976" sldId="285"/>
            <ac:picMk id="7" creationId="{720C46F9-6FA2-490F-902F-209B26BFE1BB}"/>
          </ac:picMkLst>
        </pc:picChg>
      </pc:sldChg>
      <pc:sldChg chg="new del">
        <pc:chgData name="LEUNG Nicole" userId="8ed04819-1a1c-42ab-ae09-44d42575f3a6" providerId="ADAL" clId="{3E657728-002F-4D06-8545-52875357E7CC}" dt="2023-03-10T03:03:22.153" v="1512" actId="2696"/>
        <pc:sldMkLst>
          <pc:docMk/>
          <pc:sldMk cId="2997608409" sldId="286"/>
        </pc:sldMkLst>
      </pc:sldChg>
      <pc:sldChg chg="new del">
        <pc:chgData name="LEUNG Nicole" userId="8ed04819-1a1c-42ab-ae09-44d42575f3a6" providerId="ADAL" clId="{3E657728-002F-4D06-8545-52875357E7CC}" dt="2023-03-10T03:03:24.603" v="1513" actId="2696"/>
        <pc:sldMkLst>
          <pc:docMk/>
          <pc:sldMk cId="3541431756" sldId="287"/>
        </pc:sldMkLst>
      </pc:sldChg>
      <pc:sldChg chg="new del">
        <pc:chgData name="LEUNG Nicole" userId="8ed04819-1a1c-42ab-ae09-44d42575f3a6" providerId="ADAL" clId="{3E657728-002F-4D06-8545-52875357E7CC}" dt="2023-03-10T03:03:26.724" v="1514" actId="2696"/>
        <pc:sldMkLst>
          <pc:docMk/>
          <pc:sldMk cId="3237368110" sldId="288"/>
        </pc:sldMkLst>
      </pc:sldChg>
      <pc:sldChg chg="addSp delSp modSp new mod setBg">
        <pc:chgData name="LEUNG Nicole" userId="8ed04819-1a1c-42ab-ae09-44d42575f3a6" providerId="ADAL" clId="{3E657728-002F-4D06-8545-52875357E7CC}" dt="2023-03-10T10:49:45.692" v="2813" actId="20577"/>
        <pc:sldMkLst>
          <pc:docMk/>
          <pc:sldMk cId="2244824" sldId="289"/>
        </pc:sldMkLst>
        <pc:spChg chg="mod">
          <ac:chgData name="LEUNG Nicole" userId="8ed04819-1a1c-42ab-ae09-44d42575f3a6" providerId="ADAL" clId="{3E657728-002F-4D06-8545-52875357E7CC}" dt="2023-03-10T03:06:55.106" v="1604" actId="26606"/>
          <ac:spMkLst>
            <pc:docMk/>
            <pc:sldMk cId="2244824" sldId="289"/>
            <ac:spMk id="2" creationId="{4B0F2189-DD66-4CB6-B965-78BFE9445B63}"/>
          </ac:spMkLst>
        </pc:spChg>
        <pc:spChg chg="del mod">
          <ac:chgData name="LEUNG Nicole" userId="8ed04819-1a1c-42ab-ae09-44d42575f3a6" providerId="ADAL" clId="{3E657728-002F-4D06-8545-52875357E7CC}" dt="2023-03-10T03:04:27.305" v="1517"/>
          <ac:spMkLst>
            <pc:docMk/>
            <pc:sldMk cId="2244824" sldId="289"/>
            <ac:spMk id="3" creationId="{1AAD5C79-A6DF-45EA-ABBD-DCF7C8E111AC}"/>
          </ac:spMkLst>
        </pc:spChg>
        <pc:spChg chg="add del mod">
          <ac:chgData name="LEUNG Nicole" userId="8ed04819-1a1c-42ab-ae09-44d42575f3a6" providerId="ADAL" clId="{3E657728-002F-4D06-8545-52875357E7CC}" dt="2023-03-10T08:07:15.729" v="1607"/>
          <ac:spMkLst>
            <pc:docMk/>
            <pc:sldMk cId="2244824" sldId="289"/>
            <ac:spMk id="4" creationId="{1C7A2DE5-87B1-4F75-8415-1503940A740D}"/>
          </ac:spMkLst>
        </pc:spChg>
        <pc:spChg chg="add mod">
          <ac:chgData name="LEUNG Nicole" userId="8ed04819-1a1c-42ab-ae09-44d42575f3a6" providerId="ADAL" clId="{3E657728-002F-4D06-8545-52875357E7CC}" dt="2023-03-10T10:24:01.346" v="2481" actId="20577"/>
          <ac:spMkLst>
            <pc:docMk/>
            <pc:sldMk cId="2244824" sldId="289"/>
            <ac:spMk id="6" creationId="{2033B45C-581A-4A1D-A145-DD2275726760}"/>
          </ac:spMkLst>
        </pc:spChg>
        <pc:spChg chg="add del mod">
          <ac:chgData name="LEUNG Nicole" userId="8ed04819-1a1c-42ab-ae09-44d42575f3a6" providerId="ADAL" clId="{3E657728-002F-4D06-8545-52875357E7CC}" dt="2023-03-10T03:05:38.957" v="1519"/>
          <ac:spMkLst>
            <pc:docMk/>
            <pc:sldMk cId="2244824" sldId="289"/>
            <ac:spMk id="6" creationId="{7364C573-3C10-4810-A6D0-92B3D9E112DA}"/>
          </ac:spMkLst>
        </pc:spChg>
        <pc:spChg chg="add del">
          <ac:chgData name="LEUNG Nicole" userId="8ed04819-1a1c-42ab-ae09-44d42575f3a6" providerId="ADAL" clId="{3E657728-002F-4D06-8545-52875357E7CC}" dt="2023-03-10T03:06:55.106" v="1604" actId="26606"/>
          <ac:spMkLst>
            <pc:docMk/>
            <pc:sldMk cId="2244824" sldId="289"/>
            <ac:spMk id="12" creationId="{AE2B703B-46F9-481A-A605-82E2A828C4FA}"/>
          </ac:spMkLst>
        </pc:spChg>
        <pc:spChg chg="add del">
          <ac:chgData name="LEUNG Nicole" userId="8ed04819-1a1c-42ab-ae09-44d42575f3a6" providerId="ADAL" clId="{3E657728-002F-4D06-8545-52875357E7CC}" dt="2023-03-10T03:06:55.106" v="1604" actId="26606"/>
          <ac:spMkLst>
            <pc:docMk/>
            <pc:sldMk cId="2244824" sldId="289"/>
            <ac:spMk id="14" creationId="{F13BE4D7-0C3D-4906-B230-A1C5B4665CCF}"/>
          </ac:spMkLst>
        </pc:spChg>
        <pc:spChg chg="add del">
          <ac:chgData name="LEUNG Nicole" userId="8ed04819-1a1c-42ab-ae09-44d42575f3a6" providerId="ADAL" clId="{3E657728-002F-4D06-8545-52875357E7CC}" dt="2023-03-10T03:06:27.098" v="1573" actId="26606"/>
          <ac:spMkLst>
            <pc:docMk/>
            <pc:sldMk cId="2244824" sldId="289"/>
            <ac:spMk id="19" creationId="{9DBC8166-481C-4473-95F5-9A5B9073B7F1}"/>
          </ac:spMkLst>
        </pc:spChg>
        <pc:spChg chg="add del">
          <ac:chgData name="LEUNG Nicole" userId="8ed04819-1a1c-42ab-ae09-44d42575f3a6" providerId="ADAL" clId="{3E657728-002F-4D06-8545-52875357E7CC}" dt="2023-03-10T03:06:27.098" v="1573" actId="26606"/>
          <ac:spMkLst>
            <pc:docMk/>
            <pc:sldMk cId="2244824" sldId="289"/>
            <ac:spMk id="21" creationId="{A5A5CE6E-90AF-4D43-A014-1F9EC83EB93D}"/>
          </ac:spMkLst>
        </pc:spChg>
        <pc:spChg chg="add del">
          <ac:chgData name="LEUNG Nicole" userId="8ed04819-1a1c-42ab-ae09-44d42575f3a6" providerId="ADAL" clId="{3E657728-002F-4D06-8545-52875357E7CC}" dt="2023-03-10T03:06:43.749" v="1585" actId="26606"/>
          <ac:spMkLst>
            <pc:docMk/>
            <pc:sldMk cId="2244824" sldId="289"/>
            <ac:spMk id="25" creationId="{089440EF-9BE9-4AE9-8C28-00B02296CDB6}"/>
          </ac:spMkLst>
        </pc:spChg>
        <pc:spChg chg="add del">
          <ac:chgData name="LEUNG Nicole" userId="8ed04819-1a1c-42ab-ae09-44d42575f3a6" providerId="ADAL" clId="{3E657728-002F-4D06-8545-52875357E7CC}" dt="2023-03-10T03:06:30.123" v="1575" actId="26606"/>
          <ac:spMkLst>
            <pc:docMk/>
            <pc:sldMk cId="2244824" sldId="289"/>
            <ac:spMk id="27" creationId="{F575A102-D95D-4D6E-8F1B-49EED0AEC65C}"/>
          </ac:spMkLst>
        </pc:spChg>
        <pc:spChg chg="add del">
          <ac:chgData name="LEUNG Nicole" userId="8ed04819-1a1c-42ab-ae09-44d42575f3a6" providerId="ADAL" clId="{3E657728-002F-4D06-8545-52875357E7CC}" dt="2023-03-10T03:06:30.123" v="1575" actId="26606"/>
          <ac:spMkLst>
            <pc:docMk/>
            <pc:sldMk cId="2244824" sldId="289"/>
            <ac:spMk id="29" creationId="{158B3569-73B2-4D05-8E95-886A6EE17F1F}"/>
          </ac:spMkLst>
        </pc:spChg>
        <pc:spChg chg="add del">
          <ac:chgData name="LEUNG Nicole" userId="8ed04819-1a1c-42ab-ae09-44d42575f3a6" providerId="ADAL" clId="{3E657728-002F-4D06-8545-52875357E7CC}" dt="2023-03-10T03:06:39.710" v="1577" actId="26606"/>
          <ac:spMkLst>
            <pc:docMk/>
            <pc:sldMk cId="2244824" sldId="289"/>
            <ac:spMk id="31" creationId="{F575A102-D95D-4D6E-8F1B-49EED0AEC65C}"/>
          </ac:spMkLst>
        </pc:spChg>
        <pc:spChg chg="add del">
          <ac:chgData name="LEUNG Nicole" userId="8ed04819-1a1c-42ab-ae09-44d42575f3a6" providerId="ADAL" clId="{3E657728-002F-4D06-8545-52875357E7CC}" dt="2023-03-10T03:06:39.710" v="1577" actId="26606"/>
          <ac:spMkLst>
            <pc:docMk/>
            <pc:sldMk cId="2244824" sldId="289"/>
            <ac:spMk id="32" creationId="{158B3569-73B2-4D05-8E95-886A6EE17F1F}"/>
          </ac:spMkLst>
        </pc:spChg>
        <pc:spChg chg="add del">
          <ac:chgData name="LEUNG Nicole" userId="8ed04819-1a1c-42ab-ae09-44d42575f3a6" providerId="ADAL" clId="{3E657728-002F-4D06-8545-52875357E7CC}" dt="2023-03-10T03:06:41.012" v="1579" actId="26606"/>
          <ac:spMkLst>
            <pc:docMk/>
            <pc:sldMk cId="2244824" sldId="289"/>
            <ac:spMk id="39" creationId="{9DBC8166-481C-4473-95F5-9A5B9073B7F1}"/>
          </ac:spMkLst>
        </pc:spChg>
        <pc:spChg chg="add del">
          <ac:chgData name="LEUNG Nicole" userId="8ed04819-1a1c-42ab-ae09-44d42575f3a6" providerId="ADAL" clId="{3E657728-002F-4D06-8545-52875357E7CC}" dt="2023-03-10T03:06:41.012" v="1579" actId="26606"/>
          <ac:spMkLst>
            <pc:docMk/>
            <pc:sldMk cId="2244824" sldId="289"/>
            <ac:spMk id="40" creationId="{A5A5CE6E-90AF-4D43-A014-1F9EC83EB93D}"/>
          </ac:spMkLst>
        </pc:spChg>
        <pc:spChg chg="add del">
          <ac:chgData name="LEUNG Nicole" userId="8ed04819-1a1c-42ab-ae09-44d42575f3a6" providerId="ADAL" clId="{3E657728-002F-4D06-8545-52875357E7CC}" dt="2023-03-10T03:06:41.614" v="1581" actId="26606"/>
          <ac:spMkLst>
            <pc:docMk/>
            <pc:sldMk cId="2244824" sldId="289"/>
            <ac:spMk id="42" creationId="{AE2B703B-46F9-481A-A605-82E2A828C4FA}"/>
          </ac:spMkLst>
        </pc:spChg>
        <pc:spChg chg="add del">
          <ac:chgData name="LEUNG Nicole" userId="8ed04819-1a1c-42ab-ae09-44d42575f3a6" providerId="ADAL" clId="{3E657728-002F-4D06-8545-52875357E7CC}" dt="2023-03-10T03:06:41.614" v="1581" actId="26606"/>
          <ac:spMkLst>
            <pc:docMk/>
            <pc:sldMk cId="2244824" sldId="289"/>
            <ac:spMk id="43" creationId="{F13BE4D7-0C3D-4906-B230-A1C5B4665CCF}"/>
          </ac:spMkLst>
        </pc:spChg>
        <pc:spChg chg="add del">
          <ac:chgData name="LEUNG Nicole" userId="8ed04819-1a1c-42ab-ae09-44d42575f3a6" providerId="ADAL" clId="{3E657728-002F-4D06-8545-52875357E7CC}" dt="2023-03-10T03:06:42.764" v="1583" actId="26606"/>
          <ac:spMkLst>
            <pc:docMk/>
            <pc:sldMk cId="2244824" sldId="289"/>
            <ac:spMk id="45" creationId="{AE2B703B-46F9-481A-A605-82E2A828C4FA}"/>
          </ac:spMkLst>
        </pc:spChg>
        <pc:spChg chg="add del">
          <ac:chgData name="LEUNG Nicole" userId="8ed04819-1a1c-42ab-ae09-44d42575f3a6" providerId="ADAL" clId="{3E657728-002F-4D06-8545-52875357E7CC}" dt="2023-03-10T03:06:42.764" v="1583" actId="26606"/>
          <ac:spMkLst>
            <pc:docMk/>
            <pc:sldMk cId="2244824" sldId="289"/>
            <ac:spMk id="46" creationId="{F13BE4D7-0C3D-4906-B230-A1C5B4665CCF}"/>
          </ac:spMkLst>
        </pc:spChg>
        <pc:spChg chg="add del">
          <ac:chgData name="LEUNG Nicole" userId="8ed04819-1a1c-42ab-ae09-44d42575f3a6" providerId="ADAL" clId="{3E657728-002F-4D06-8545-52875357E7CC}" dt="2023-03-10T03:06:43.749" v="1585" actId="26606"/>
          <ac:spMkLst>
            <pc:docMk/>
            <pc:sldMk cId="2244824" sldId="289"/>
            <ac:spMk id="48" creationId="{89A320C9-9735-4D13-8279-C1C674841392}"/>
          </ac:spMkLst>
        </pc:spChg>
        <pc:spChg chg="add del">
          <ac:chgData name="LEUNG Nicole" userId="8ed04819-1a1c-42ab-ae09-44d42575f3a6" providerId="ADAL" clId="{3E657728-002F-4D06-8545-52875357E7CC}" dt="2023-03-10T03:06:43.749" v="1585" actId="26606"/>
          <ac:spMkLst>
            <pc:docMk/>
            <pc:sldMk cId="2244824" sldId="289"/>
            <ac:spMk id="49" creationId="{92544CF4-9B52-4A7B-A4B3-88C72729B77D}"/>
          </ac:spMkLst>
        </pc:spChg>
        <pc:spChg chg="add del">
          <ac:chgData name="LEUNG Nicole" userId="8ed04819-1a1c-42ab-ae09-44d42575f3a6" providerId="ADAL" clId="{3E657728-002F-4D06-8545-52875357E7CC}" dt="2023-03-10T03:06:43.749" v="1585" actId="26606"/>
          <ac:spMkLst>
            <pc:docMk/>
            <pc:sldMk cId="2244824" sldId="289"/>
            <ac:spMk id="50" creationId="{E75862C5-5C00-4421-BC7B-9B7B86DBC80D}"/>
          </ac:spMkLst>
        </pc:spChg>
        <pc:spChg chg="add del">
          <ac:chgData name="LEUNG Nicole" userId="8ed04819-1a1c-42ab-ae09-44d42575f3a6" providerId="ADAL" clId="{3E657728-002F-4D06-8545-52875357E7CC}" dt="2023-03-10T03:06:44.635" v="1587" actId="26606"/>
          <ac:spMkLst>
            <pc:docMk/>
            <pc:sldMk cId="2244824" sldId="289"/>
            <ac:spMk id="52" creationId="{89A320C9-9735-4D13-8279-C1C674841392}"/>
          </ac:spMkLst>
        </pc:spChg>
        <pc:spChg chg="add del">
          <ac:chgData name="LEUNG Nicole" userId="8ed04819-1a1c-42ab-ae09-44d42575f3a6" providerId="ADAL" clId="{3E657728-002F-4D06-8545-52875357E7CC}" dt="2023-03-10T03:06:44.635" v="1587" actId="26606"/>
          <ac:spMkLst>
            <pc:docMk/>
            <pc:sldMk cId="2244824" sldId="289"/>
            <ac:spMk id="53" creationId="{92544CF4-9B52-4A7B-A4B3-88C72729B77D}"/>
          </ac:spMkLst>
        </pc:spChg>
        <pc:spChg chg="add del">
          <ac:chgData name="LEUNG Nicole" userId="8ed04819-1a1c-42ab-ae09-44d42575f3a6" providerId="ADAL" clId="{3E657728-002F-4D06-8545-52875357E7CC}" dt="2023-03-10T03:06:44.635" v="1587" actId="26606"/>
          <ac:spMkLst>
            <pc:docMk/>
            <pc:sldMk cId="2244824" sldId="289"/>
            <ac:spMk id="54" creationId="{E75862C5-5C00-4421-BC7B-9B7B86DBC80D}"/>
          </ac:spMkLst>
        </pc:spChg>
        <pc:spChg chg="add del">
          <ac:chgData name="LEUNG Nicole" userId="8ed04819-1a1c-42ab-ae09-44d42575f3a6" providerId="ADAL" clId="{3E657728-002F-4D06-8545-52875357E7CC}" dt="2023-03-10T03:06:44.635" v="1587" actId="26606"/>
          <ac:spMkLst>
            <pc:docMk/>
            <pc:sldMk cId="2244824" sldId="289"/>
            <ac:spMk id="55" creationId="{089440EF-9BE9-4AE9-8C28-00B02296CDB6}"/>
          </ac:spMkLst>
        </pc:spChg>
        <pc:spChg chg="add del">
          <ac:chgData name="LEUNG Nicole" userId="8ed04819-1a1c-42ab-ae09-44d42575f3a6" providerId="ADAL" clId="{3E657728-002F-4D06-8545-52875357E7CC}" dt="2023-03-10T03:06:46.469" v="1589" actId="26606"/>
          <ac:spMkLst>
            <pc:docMk/>
            <pc:sldMk cId="2244824" sldId="289"/>
            <ac:spMk id="57" creationId="{F575A102-D95D-4D6E-8F1B-49EED0AEC65C}"/>
          </ac:spMkLst>
        </pc:spChg>
        <pc:spChg chg="add del">
          <ac:chgData name="LEUNG Nicole" userId="8ed04819-1a1c-42ab-ae09-44d42575f3a6" providerId="ADAL" clId="{3E657728-002F-4D06-8545-52875357E7CC}" dt="2023-03-10T03:06:46.469" v="1589" actId="26606"/>
          <ac:spMkLst>
            <pc:docMk/>
            <pc:sldMk cId="2244824" sldId="289"/>
            <ac:spMk id="58" creationId="{158B3569-73B2-4D05-8E95-886A6EE17F1F}"/>
          </ac:spMkLst>
        </pc:spChg>
        <pc:spChg chg="add del">
          <ac:chgData name="LEUNG Nicole" userId="8ed04819-1a1c-42ab-ae09-44d42575f3a6" providerId="ADAL" clId="{3E657728-002F-4D06-8545-52875357E7CC}" dt="2023-03-10T03:06:48.797" v="1591" actId="26606"/>
          <ac:spMkLst>
            <pc:docMk/>
            <pc:sldMk cId="2244824" sldId="289"/>
            <ac:spMk id="63" creationId="{F575A102-D95D-4D6E-8F1B-49EED0AEC65C}"/>
          </ac:spMkLst>
        </pc:spChg>
        <pc:spChg chg="add del">
          <ac:chgData name="LEUNG Nicole" userId="8ed04819-1a1c-42ab-ae09-44d42575f3a6" providerId="ADAL" clId="{3E657728-002F-4D06-8545-52875357E7CC}" dt="2023-03-10T03:06:48.797" v="1591" actId="26606"/>
          <ac:spMkLst>
            <pc:docMk/>
            <pc:sldMk cId="2244824" sldId="289"/>
            <ac:spMk id="64" creationId="{158B3569-73B2-4D05-8E95-886A6EE17F1F}"/>
          </ac:spMkLst>
        </pc:spChg>
        <pc:spChg chg="add del">
          <ac:chgData name="LEUNG Nicole" userId="8ed04819-1a1c-42ab-ae09-44d42575f3a6" providerId="ADAL" clId="{3E657728-002F-4D06-8545-52875357E7CC}" dt="2023-03-10T03:06:49.877" v="1593" actId="26606"/>
          <ac:spMkLst>
            <pc:docMk/>
            <pc:sldMk cId="2244824" sldId="289"/>
            <ac:spMk id="71" creationId="{F575A102-D95D-4D6E-8F1B-49EED0AEC65C}"/>
          </ac:spMkLst>
        </pc:spChg>
        <pc:spChg chg="add del">
          <ac:chgData name="LEUNG Nicole" userId="8ed04819-1a1c-42ab-ae09-44d42575f3a6" providerId="ADAL" clId="{3E657728-002F-4D06-8545-52875357E7CC}" dt="2023-03-10T03:06:49.877" v="1593" actId="26606"/>
          <ac:spMkLst>
            <pc:docMk/>
            <pc:sldMk cId="2244824" sldId="289"/>
            <ac:spMk id="72" creationId="{158B3569-73B2-4D05-8E95-886A6EE17F1F}"/>
          </ac:spMkLst>
        </pc:spChg>
        <pc:spChg chg="add del">
          <ac:chgData name="LEUNG Nicole" userId="8ed04819-1a1c-42ab-ae09-44d42575f3a6" providerId="ADAL" clId="{3E657728-002F-4D06-8545-52875357E7CC}" dt="2023-03-10T03:06:50.973" v="1595" actId="26606"/>
          <ac:spMkLst>
            <pc:docMk/>
            <pc:sldMk cId="2244824" sldId="289"/>
            <ac:spMk id="77" creationId="{7DA1F35B-C8F7-4A5A-9339-7DA4D785B300}"/>
          </ac:spMkLst>
        </pc:spChg>
        <pc:spChg chg="add del">
          <ac:chgData name="LEUNG Nicole" userId="8ed04819-1a1c-42ab-ae09-44d42575f3a6" providerId="ADAL" clId="{3E657728-002F-4D06-8545-52875357E7CC}" dt="2023-03-10T03:06:50.973" v="1595" actId="26606"/>
          <ac:spMkLst>
            <pc:docMk/>
            <pc:sldMk cId="2244824" sldId="289"/>
            <ac:spMk id="78" creationId="{B2D4AD41-40DA-4A81-92F5-B6E3BA1ED82A}"/>
          </ac:spMkLst>
        </pc:spChg>
        <pc:spChg chg="add del">
          <ac:chgData name="LEUNG Nicole" userId="8ed04819-1a1c-42ab-ae09-44d42575f3a6" providerId="ADAL" clId="{3E657728-002F-4D06-8545-52875357E7CC}" dt="2023-03-10T03:06:51.796" v="1597" actId="26606"/>
          <ac:spMkLst>
            <pc:docMk/>
            <pc:sldMk cId="2244824" sldId="289"/>
            <ac:spMk id="80" creationId="{89A320C9-9735-4D13-8279-C1C674841392}"/>
          </ac:spMkLst>
        </pc:spChg>
        <pc:spChg chg="add del">
          <ac:chgData name="LEUNG Nicole" userId="8ed04819-1a1c-42ab-ae09-44d42575f3a6" providerId="ADAL" clId="{3E657728-002F-4D06-8545-52875357E7CC}" dt="2023-03-10T03:06:51.796" v="1597" actId="26606"/>
          <ac:spMkLst>
            <pc:docMk/>
            <pc:sldMk cId="2244824" sldId="289"/>
            <ac:spMk id="81" creationId="{92544CF4-9B52-4A7B-A4B3-88C72729B77D}"/>
          </ac:spMkLst>
        </pc:spChg>
        <pc:spChg chg="add del">
          <ac:chgData name="LEUNG Nicole" userId="8ed04819-1a1c-42ab-ae09-44d42575f3a6" providerId="ADAL" clId="{3E657728-002F-4D06-8545-52875357E7CC}" dt="2023-03-10T03:06:51.796" v="1597" actId="26606"/>
          <ac:spMkLst>
            <pc:docMk/>
            <pc:sldMk cId="2244824" sldId="289"/>
            <ac:spMk id="82" creationId="{E75862C5-5C00-4421-BC7B-9B7B86DBC80D}"/>
          </ac:spMkLst>
        </pc:spChg>
        <pc:spChg chg="add del">
          <ac:chgData name="LEUNG Nicole" userId="8ed04819-1a1c-42ab-ae09-44d42575f3a6" providerId="ADAL" clId="{3E657728-002F-4D06-8545-52875357E7CC}" dt="2023-03-10T03:06:51.796" v="1597" actId="26606"/>
          <ac:spMkLst>
            <pc:docMk/>
            <pc:sldMk cId="2244824" sldId="289"/>
            <ac:spMk id="83" creationId="{089440EF-9BE9-4AE9-8C28-00B02296CDB6}"/>
          </ac:spMkLst>
        </pc:spChg>
        <pc:spChg chg="add del">
          <ac:chgData name="LEUNG Nicole" userId="8ed04819-1a1c-42ab-ae09-44d42575f3a6" providerId="ADAL" clId="{3E657728-002F-4D06-8545-52875357E7CC}" dt="2023-03-10T03:06:54.136" v="1599" actId="26606"/>
          <ac:spMkLst>
            <pc:docMk/>
            <pc:sldMk cId="2244824" sldId="289"/>
            <ac:spMk id="85" creationId="{9DBC8166-481C-4473-95F5-9A5B9073B7F1}"/>
          </ac:spMkLst>
        </pc:spChg>
        <pc:spChg chg="add del">
          <ac:chgData name="LEUNG Nicole" userId="8ed04819-1a1c-42ab-ae09-44d42575f3a6" providerId="ADAL" clId="{3E657728-002F-4D06-8545-52875357E7CC}" dt="2023-03-10T03:06:54.136" v="1599" actId="26606"/>
          <ac:spMkLst>
            <pc:docMk/>
            <pc:sldMk cId="2244824" sldId="289"/>
            <ac:spMk id="86" creationId="{A5A5CE6E-90AF-4D43-A014-1F9EC83EB93D}"/>
          </ac:spMkLst>
        </pc:spChg>
        <pc:spChg chg="add del">
          <ac:chgData name="LEUNG Nicole" userId="8ed04819-1a1c-42ab-ae09-44d42575f3a6" providerId="ADAL" clId="{3E657728-002F-4D06-8545-52875357E7CC}" dt="2023-03-10T03:06:54.685" v="1601" actId="26606"/>
          <ac:spMkLst>
            <pc:docMk/>
            <pc:sldMk cId="2244824" sldId="289"/>
            <ac:spMk id="88" creationId="{AE2B703B-46F9-481A-A605-82E2A828C4FA}"/>
          </ac:spMkLst>
        </pc:spChg>
        <pc:spChg chg="add del">
          <ac:chgData name="LEUNG Nicole" userId="8ed04819-1a1c-42ab-ae09-44d42575f3a6" providerId="ADAL" clId="{3E657728-002F-4D06-8545-52875357E7CC}" dt="2023-03-10T03:06:54.685" v="1601" actId="26606"/>
          <ac:spMkLst>
            <pc:docMk/>
            <pc:sldMk cId="2244824" sldId="289"/>
            <ac:spMk id="89" creationId="{F13BE4D7-0C3D-4906-B230-A1C5B4665CCF}"/>
          </ac:spMkLst>
        </pc:spChg>
        <pc:spChg chg="add del">
          <ac:chgData name="LEUNG Nicole" userId="8ed04819-1a1c-42ab-ae09-44d42575f3a6" providerId="ADAL" clId="{3E657728-002F-4D06-8545-52875357E7CC}" dt="2023-03-10T03:06:55.079" v="1603" actId="26606"/>
          <ac:spMkLst>
            <pc:docMk/>
            <pc:sldMk cId="2244824" sldId="289"/>
            <ac:spMk id="91" creationId="{AE2B703B-46F9-481A-A605-82E2A828C4FA}"/>
          </ac:spMkLst>
        </pc:spChg>
        <pc:spChg chg="add del">
          <ac:chgData name="LEUNG Nicole" userId="8ed04819-1a1c-42ab-ae09-44d42575f3a6" providerId="ADAL" clId="{3E657728-002F-4D06-8545-52875357E7CC}" dt="2023-03-10T03:06:55.079" v="1603" actId="26606"/>
          <ac:spMkLst>
            <pc:docMk/>
            <pc:sldMk cId="2244824" sldId="289"/>
            <ac:spMk id="92" creationId="{F13BE4D7-0C3D-4906-B230-A1C5B4665CCF}"/>
          </ac:spMkLst>
        </pc:spChg>
        <pc:spChg chg="add del">
          <ac:chgData name="LEUNG Nicole" userId="8ed04819-1a1c-42ab-ae09-44d42575f3a6" providerId="ADAL" clId="{3E657728-002F-4D06-8545-52875357E7CC}" dt="2023-03-10T08:07:21.461" v="1609" actId="26606"/>
          <ac:spMkLst>
            <pc:docMk/>
            <pc:sldMk cId="2244824" sldId="289"/>
            <ac:spMk id="94" creationId="{9DBC8166-481C-4473-95F5-9A5B9073B7F1}"/>
          </ac:spMkLst>
        </pc:spChg>
        <pc:spChg chg="add del">
          <ac:chgData name="LEUNG Nicole" userId="8ed04819-1a1c-42ab-ae09-44d42575f3a6" providerId="ADAL" clId="{3E657728-002F-4D06-8545-52875357E7CC}" dt="2023-03-10T08:07:21.461" v="1609" actId="26606"/>
          <ac:spMkLst>
            <pc:docMk/>
            <pc:sldMk cId="2244824" sldId="289"/>
            <ac:spMk id="95" creationId="{A5A5CE6E-90AF-4D43-A014-1F9EC83EB93D}"/>
          </ac:spMkLst>
        </pc:spChg>
        <pc:spChg chg="add">
          <ac:chgData name="LEUNG Nicole" userId="8ed04819-1a1c-42ab-ae09-44d42575f3a6" providerId="ADAL" clId="{3E657728-002F-4D06-8545-52875357E7CC}" dt="2023-03-10T08:07:21.461" v="1609" actId="26606"/>
          <ac:spMkLst>
            <pc:docMk/>
            <pc:sldMk cId="2244824" sldId="289"/>
            <ac:spMk id="100" creationId="{9DBC8166-481C-4473-95F5-9A5B9073B7F1}"/>
          </ac:spMkLst>
        </pc:spChg>
        <pc:spChg chg="add">
          <ac:chgData name="LEUNG Nicole" userId="8ed04819-1a1c-42ab-ae09-44d42575f3a6" providerId="ADAL" clId="{3E657728-002F-4D06-8545-52875357E7CC}" dt="2023-03-10T08:07:21.461" v="1609" actId="26606"/>
          <ac:spMkLst>
            <pc:docMk/>
            <pc:sldMk cId="2244824" sldId="289"/>
            <ac:spMk id="102" creationId="{A5A5CE6E-90AF-4D43-A014-1F9EC83EB93D}"/>
          </ac:spMkLst>
        </pc:spChg>
        <pc:grpChg chg="add del">
          <ac:chgData name="LEUNG Nicole" userId="8ed04819-1a1c-42ab-ae09-44d42575f3a6" providerId="ADAL" clId="{3E657728-002F-4D06-8545-52875357E7CC}" dt="2023-03-10T03:06:30.123" v="1575" actId="26606"/>
          <ac:grpSpMkLst>
            <pc:docMk/>
            <pc:sldMk cId="2244824" sldId="289"/>
            <ac:grpSpMk id="23" creationId="{CF0FFF1F-79B6-4A13-A464-070CD6F896AF}"/>
          </ac:grpSpMkLst>
        </pc:grpChg>
        <pc:grpChg chg="add del">
          <ac:chgData name="LEUNG Nicole" userId="8ed04819-1a1c-42ab-ae09-44d42575f3a6" providerId="ADAL" clId="{3E657728-002F-4D06-8545-52875357E7CC}" dt="2023-03-10T03:06:39.710" v="1577" actId="26606"/>
          <ac:grpSpMkLst>
            <pc:docMk/>
            <pc:sldMk cId="2244824" sldId="289"/>
            <ac:grpSpMk id="33" creationId="{CF0FFF1F-79B6-4A13-A464-070CD6F896AF}"/>
          </ac:grpSpMkLst>
        </pc:grpChg>
        <pc:grpChg chg="add del">
          <ac:chgData name="LEUNG Nicole" userId="8ed04819-1a1c-42ab-ae09-44d42575f3a6" providerId="ADAL" clId="{3E657728-002F-4D06-8545-52875357E7CC}" dt="2023-03-10T03:06:46.469" v="1589" actId="26606"/>
          <ac:grpSpMkLst>
            <pc:docMk/>
            <pc:sldMk cId="2244824" sldId="289"/>
            <ac:grpSpMk id="59" creationId="{CF0FFF1F-79B6-4A13-A464-070CD6F896AF}"/>
          </ac:grpSpMkLst>
        </pc:grpChg>
        <pc:grpChg chg="add del">
          <ac:chgData name="LEUNG Nicole" userId="8ed04819-1a1c-42ab-ae09-44d42575f3a6" providerId="ADAL" clId="{3E657728-002F-4D06-8545-52875357E7CC}" dt="2023-03-10T03:06:48.797" v="1591" actId="26606"/>
          <ac:grpSpMkLst>
            <pc:docMk/>
            <pc:sldMk cId="2244824" sldId="289"/>
            <ac:grpSpMk id="65" creationId="{CF0FFF1F-79B6-4A13-A464-070CD6F896AF}"/>
          </ac:grpSpMkLst>
        </pc:grpChg>
        <pc:grpChg chg="add del">
          <ac:chgData name="LEUNG Nicole" userId="8ed04819-1a1c-42ab-ae09-44d42575f3a6" providerId="ADAL" clId="{3E657728-002F-4D06-8545-52875357E7CC}" dt="2023-03-10T03:06:49.877" v="1593" actId="26606"/>
          <ac:grpSpMkLst>
            <pc:docMk/>
            <pc:sldMk cId="2244824" sldId="289"/>
            <ac:grpSpMk id="73" creationId="{CF0FFF1F-79B6-4A13-A464-070CD6F896AF}"/>
          </ac:grpSpMkLst>
        </pc:grpChg>
        <pc:graphicFrameChg chg="add del mod">
          <ac:chgData name="LEUNG Nicole" userId="8ed04819-1a1c-42ab-ae09-44d42575f3a6" providerId="ADAL" clId="{3E657728-002F-4D06-8545-52875357E7CC}" dt="2023-03-10T03:04:30.694" v="1518" actId="478"/>
          <ac:graphicFrameMkLst>
            <pc:docMk/>
            <pc:sldMk cId="2244824" sldId="289"/>
            <ac:graphicFrameMk id="4" creationId="{FE101BCF-47BE-44C2-9AE4-9ADC2FD3DF4E}"/>
          </ac:graphicFrameMkLst>
        </pc:graphicFrameChg>
        <pc:graphicFrameChg chg="add mod modGraphic">
          <ac:chgData name="LEUNG Nicole" userId="8ed04819-1a1c-42ab-ae09-44d42575f3a6" providerId="ADAL" clId="{3E657728-002F-4D06-8545-52875357E7CC}" dt="2023-03-10T10:49:45.692" v="2813" actId="20577"/>
          <ac:graphicFrameMkLst>
            <pc:docMk/>
            <pc:sldMk cId="2244824" sldId="289"/>
            <ac:graphicFrameMk id="5" creationId="{896A0D97-381C-44E5-A277-977F62E1C1DE}"/>
          </ac:graphicFrameMkLst>
        </pc:graphicFrameChg>
        <pc:graphicFrameChg chg="add del mod modGraphic">
          <ac:chgData name="LEUNG Nicole" userId="8ed04819-1a1c-42ab-ae09-44d42575f3a6" providerId="ADAL" clId="{3E657728-002F-4D06-8545-52875357E7CC}" dt="2023-03-10T08:07:14.795" v="1606" actId="478"/>
          <ac:graphicFrameMkLst>
            <pc:docMk/>
            <pc:sldMk cId="2244824" sldId="289"/>
            <ac:graphicFrameMk id="7" creationId="{FB2D4249-1C60-49A8-9CE6-FE01B98E504F}"/>
          </ac:graphicFrameMkLst>
        </pc:graphicFrameChg>
        <pc:cxnChg chg="add del">
          <ac:chgData name="LEUNG Nicole" userId="8ed04819-1a1c-42ab-ae09-44d42575f3a6" providerId="ADAL" clId="{3E657728-002F-4D06-8545-52875357E7CC}" dt="2023-03-10T03:06:30.123" v="1575" actId="26606"/>
          <ac:cxnSpMkLst>
            <pc:docMk/>
            <pc:sldMk cId="2244824" sldId="289"/>
            <ac:cxnSpMk id="28" creationId="{56020367-4FD5-4596-8E10-C5F095CD8DBF}"/>
          </ac:cxnSpMkLst>
        </pc:cxnChg>
        <pc:cxnChg chg="add del">
          <ac:chgData name="LEUNG Nicole" userId="8ed04819-1a1c-42ab-ae09-44d42575f3a6" providerId="ADAL" clId="{3E657728-002F-4D06-8545-52875357E7CC}" dt="2023-03-10T03:06:39.710" v="1577" actId="26606"/>
          <ac:cxnSpMkLst>
            <pc:docMk/>
            <pc:sldMk cId="2244824" sldId="289"/>
            <ac:cxnSpMk id="37" creationId="{56020367-4FD5-4596-8E10-C5F095CD8DBF}"/>
          </ac:cxnSpMkLst>
        </pc:cxnChg>
        <pc:cxnChg chg="add del">
          <ac:chgData name="LEUNG Nicole" userId="8ed04819-1a1c-42ab-ae09-44d42575f3a6" providerId="ADAL" clId="{3E657728-002F-4D06-8545-52875357E7CC}" dt="2023-03-10T03:06:46.469" v="1589" actId="26606"/>
          <ac:cxnSpMkLst>
            <pc:docMk/>
            <pc:sldMk cId="2244824" sldId="289"/>
            <ac:cxnSpMk id="61" creationId="{56020367-4FD5-4596-8E10-C5F095CD8DBF}"/>
          </ac:cxnSpMkLst>
        </pc:cxnChg>
        <pc:cxnChg chg="add del">
          <ac:chgData name="LEUNG Nicole" userId="8ed04819-1a1c-42ab-ae09-44d42575f3a6" providerId="ADAL" clId="{3E657728-002F-4D06-8545-52875357E7CC}" dt="2023-03-10T03:06:48.797" v="1591" actId="26606"/>
          <ac:cxnSpMkLst>
            <pc:docMk/>
            <pc:sldMk cId="2244824" sldId="289"/>
            <ac:cxnSpMk id="69" creationId="{56020367-4FD5-4596-8E10-C5F095CD8DBF}"/>
          </ac:cxnSpMkLst>
        </pc:cxnChg>
        <pc:cxnChg chg="add del">
          <ac:chgData name="LEUNG Nicole" userId="8ed04819-1a1c-42ab-ae09-44d42575f3a6" providerId="ADAL" clId="{3E657728-002F-4D06-8545-52875357E7CC}" dt="2023-03-10T03:06:49.877" v="1593" actId="26606"/>
          <ac:cxnSpMkLst>
            <pc:docMk/>
            <pc:sldMk cId="2244824" sldId="289"/>
            <ac:cxnSpMk id="75" creationId="{56020367-4FD5-4596-8E10-C5F095CD8DBF}"/>
          </ac:cxnSpMkLst>
        </pc:cxnChg>
      </pc:sldChg>
      <pc:sldChg chg="addSp delSp modSp new mod ord setBg">
        <pc:chgData name="LEUNG Nicole" userId="8ed04819-1a1c-42ab-ae09-44d42575f3a6" providerId="ADAL" clId="{3E657728-002F-4D06-8545-52875357E7CC}" dt="2023-03-20T09:11:17.138" v="5646" actId="1076"/>
        <pc:sldMkLst>
          <pc:docMk/>
          <pc:sldMk cId="2506668147" sldId="290"/>
        </pc:sldMkLst>
        <pc:spChg chg="mod">
          <ac:chgData name="LEUNG Nicole" userId="8ed04819-1a1c-42ab-ae09-44d42575f3a6" providerId="ADAL" clId="{3E657728-002F-4D06-8545-52875357E7CC}" dt="2023-03-20T09:11:17.138" v="5646" actId="1076"/>
          <ac:spMkLst>
            <pc:docMk/>
            <pc:sldMk cId="2506668147" sldId="290"/>
            <ac:spMk id="2" creationId="{EC523B02-5F95-4633-8AAA-EFDF6751F9AC}"/>
          </ac:spMkLst>
        </pc:spChg>
        <pc:spChg chg="add del mod">
          <ac:chgData name="LEUNG Nicole" userId="8ed04819-1a1c-42ab-ae09-44d42575f3a6" providerId="ADAL" clId="{3E657728-002F-4D06-8545-52875357E7CC}" dt="2023-03-20T08:49:48.799" v="5108" actId="1076"/>
          <ac:spMkLst>
            <pc:docMk/>
            <pc:sldMk cId="2506668147" sldId="290"/>
            <ac:spMk id="3" creationId="{C4E4A81A-FF7F-43AE-905F-910C1DE44062}"/>
          </ac:spMkLst>
        </pc:spChg>
        <pc:spChg chg="add del mod">
          <ac:chgData name="LEUNG Nicole" userId="8ed04819-1a1c-42ab-ae09-44d42575f3a6" providerId="ADAL" clId="{3E657728-002F-4D06-8545-52875357E7CC}" dt="2023-03-10T10:21:11.362" v="2469" actId="478"/>
          <ac:spMkLst>
            <pc:docMk/>
            <pc:sldMk cId="2506668147" sldId="290"/>
            <ac:spMk id="7" creationId="{1ED76186-CEB1-4DB9-8019-BEF77D72D637}"/>
          </ac:spMkLst>
        </pc:spChg>
        <pc:spChg chg="add">
          <ac:chgData name="LEUNG Nicole" userId="8ed04819-1a1c-42ab-ae09-44d42575f3a6" providerId="ADAL" clId="{3E657728-002F-4D06-8545-52875357E7CC}" dt="2023-03-14T02:47:09.386" v="3316" actId="26606"/>
          <ac:spMkLst>
            <pc:docMk/>
            <pc:sldMk cId="2506668147" sldId="290"/>
            <ac:spMk id="11" creationId="{0D7B6173-1D58-48E2-83CF-37350F315F75}"/>
          </ac:spMkLst>
        </pc:spChg>
        <pc:spChg chg="add">
          <ac:chgData name="LEUNG Nicole" userId="8ed04819-1a1c-42ab-ae09-44d42575f3a6" providerId="ADAL" clId="{3E657728-002F-4D06-8545-52875357E7CC}" dt="2023-03-14T02:47:09.386" v="3316" actId="26606"/>
          <ac:spMkLst>
            <pc:docMk/>
            <pc:sldMk cId="2506668147" sldId="290"/>
            <ac:spMk id="13" creationId="{35D813D1-BA6B-40B4-A101-04BB89445561}"/>
          </ac:spMkLst>
        </pc:spChg>
        <pc:spChg chg="add">
          <ac:chgData name="LEUNG Nicole" userId="8ed04819-1a1c-42ab-ae09-44d42575f3a6" providerId="ADAL" clId="{3E657728-002F-4D06-8545-52875357E7CC}" dt="2023-03-14T02:47:09.386" v="3316" actId="26606"/>
          <ac:spMkLst>
            <pc:docMk/>
            <pc:sldMk cId="2506668147" sldId="290"/>
            <ac:spMk id="17" creationId="{21BDEC81-16A7-4451-B893-C15000083B77}"/>
          </ac:spMkLst>
        </pc:spChg>
        <pc:spChg chg="add">
          <ac:chgData name="LEUNG Nicole" userId="8ed04819-1a1c-42ab-ae09-44d42575f3a6" providerId="ADAL" clId="{3E657728-002F-4D06-8545-52875357E7CC}" dt="2023-03-14T02:47:09.386" v="3316" actId="26606"/>
          <ac:spMkLst>
            <pc:docMk/>
            <pc:sldMk cId="2506668147" sldId="290"/>
            <ac:spMk id="19" creationId="{AEA3DFA5-2D7B-4989-8ED7-8321EC114CF1}"/>
          </ac:spMkLst>
        </pc:spChg>
        <pc:picChg chg="add mod ord">
          <ac:chgData name="LEUNG Nicole" userId="8ed04819-1a1c-42ab-ae09-44d42575f3a6" providerId="ADAL" clId="{3E657728-002F-4D06-8545-52875357E7CC}" dt="2023-03-14T02:47:13.964" v="3318" actId="14100"/>
          <ac:picMkLst>
            <pc:docMk/>
            <pc:sldMk cId="2506668147" sldId="290"/>
            <ac:picMk id="5" creationId="{31A9851F-C57C-4CA1-98C5-EB6157295172}"/>
          </ac:picMkLst>
        </pc:picChg>
        <pc:picChg chg="add del mod">
          <ac:chgData name="LEUNG Nicole" userId="8ed04819-1a1c-42ab-ae09-44d42575f3a6" providerId="ADAL" clId="{3E657728-002F-4D06-8545-52875357E7CC}" dt="2023-03-14T02:57:13.524" v="3329" actId="478"/>
          <ac:picMkLst>
            <pc:docMk/>
            <pc:sldMk cId="2506668147" sldId="290"/>
            <ac:picMk id="6" creationId="{7C484D26-23D2-4AC9-8310-7081142F7216}"/>
          </ac:picMkLst>
        </pc:picChg>
        <pc:picChg chg="add mod">
          <ac:chgData name="LEUNG Nicole" userId="8ed04819-1a1c-42ab-ae09-44d42575f3a6" providerId="ADAL" clId="{3E657728-002F-4D06-8545-52875357E7CC}" dt="2023-03-20T09:11:10.342" v="5644" actId="14100"/>
          <ac:picMkLst>
            <pc:docMk/>
            <pc:sldMk cId="2506668147" sldId="290"/>
            <ac:picMk id="8" creationId="{EC20F656-3AE7-4635-AF55-0272180D0E2A}"/>
          </ac:picMkLst>
        </pc:picChg>
        <pc:picChg chg="add">
          <ac:chgData name="LEUNG Nicole" userId="8ed04819-1a1c-42ab-ae09-44d42575f3a6" providerId="ADAL" clId="{3E657728-002F-4D06-8545-52875357E7CC}" dt="2023-03-14T02:47:09.386" v="3316" actId="26606"/>
          <ac:picMkLst>
            <pc:docMk/>
            <pc:sldMk cId="2506668147" sldId="290"/>
            <ac:picMk id="15" creationId="{B0DAC8FB-A162-44E3-A606-C855A03A5B09}"/>
          </ac:picMkLst>
        </pc:picChg>
      </pc:sldChg>
      <pc:sldChg chg="modSp mod">
        <pc:chgData name="LEUNG Nicole" userId="8ed04819-1a1c-42ab-ae09-44d42575f3a6" providerId="ADAL" clId="{3E657728-002F-4D06-8545-52875357E7CC}" dt="2023-03-20T09:21:47.736" v="5760" actId="255"/>
        <pc:sldMkLst>
          <pc:docMk/>
          <pc:sldMk cId="2077699479" sldId="291"/>
        </pc:sldMkLst>
        <pc:spChg chg="mod">
          <ac:chgData name="LEUNG Nicole" userId="8ed04819-1a1c-42ab-ae09-44d42575f3a6" providerId="ADAL" clId="{3E657728-002F-4D06-8545-52875357E7CC}" dt="2023-03-20T09:21:47.736" v="5760" actId="255"/>
          <ac:spMkLst>
            <pc:docMk/>
            <pc:sldMk cId="2077699479" sldId="291"/>
            <ac:spMk id="10" creationId="{441E9043-238B-4820-A9B0-7E72A148164F}"/>
          </ac:spMkLst>
        </pc:spChg>
      </pc:sldChg>
      <pc:sldChg chg="modSp mod">
        <pc:chgData name="LEUNG Nicole" userId="8ed04819-1a1c-42ab-ae09-44d42575f3a6" providerId="ADAL" clId="{3E657728-002F-4D06-8545-52875357E7CC}" dt="2023-03-20T09:21:20.814" v="5758" actId="1076"/>
        <pc:sldMkLst>
          <pc:docMk/>
          <pc:sldMk cId="1601178964" sldId="292"/>
        </pc:sldMkLst>
        <pc:spChg chg="mod">
          <ac:chgData name="LEUNG Nicole" userId="8ed04819-1a1c-42ab-ae09-44d42575f3a6" providerId="ADAL" clId="{3E657728-002F-4D06-8545-52875357E7CC}" dt="2023-03-20T09:21:04.004" v="5756" actId="255"/>
          <ac:spMkLst>
            <pc:docMk/>
            <pc:sldMk cId="1601178964" sldId="292"/>
            <ac:spMk id="13" creationId="{E0B225A2-6DD1-4C47-BD87-0059102335A0}"/>
          </ac:spMkLst>
        </pc:spChg>
        <pc:spChg chg="mod">
          <ac:chgData name="LEUNG Nicole" userId="8ed04819-1a1c-42ab-ae09-44d42575f3a6" providerId="ADAL" clId="{3E657728-002F-4D06-8545-52875357E7CC}" dt="2023-03-20T09:21:20.814" v="5758" actId="1076"/>
          <ac:spMkLst>
            <pc:docMk/>
            <pc:sldMk cId="1601178964" sldId="292"/>
            <ac:spMk id="15" creationId="{80001105-1374-432C-8FDD-D954D89771F9}"/>
          </ac:spMkLst>
        </pc:spChg>
        <pc:picChg chg="mod">
          <ac:chgData name="LEUNG Nicole" userId="8ed04819-1a1c-42ab-ae09-44d42575f3a6" providerId="ADAL" clId="{3E657728-002F-4D06-8545-52875357E7CC}" dt="2023-03-20T09:20:46.438" v="5754" actId="1076"/>
          <ac:picMkLst>
            <pc:docMk/>
            <pc:sldMk cId="1601178964" sldId="292"/>
            <ac:picMk id="10" creationId="{8728F3A2-6B75-49D6-BC9B-800F3AE9B5FD}"/>
          </ac:picMkLst>
        </pc:picChg>
      </pc:sldChg>
      <pc:sldChg chg="addSp modSp add mod setBg">
        <pc:chgData name="LEUNG Nicole" userId="8ed04819-1a1c-42ab-ae09-44d42575f3a6" providerId="ADAL" clId="{3E657728-002F-4D06-8545-52875357E7CC}" dt="2023-03-10T10:35:06.253" v="2722" actId="14100"/>
        <pc:sldMkLst>
          <pc:docMk/>
          <pc:sldMk cId="2645904127" sldId="293"/>
        </pc:sldMkLst>
        <pc:spChg chg="mod">
          <ac:chgData name="LEUNG Nicole" userId="8ed04819-1a1c-42ab-ae09-44d42575f3a6" providerId="ADAL" clId="{3E657728-002F-4D06-8545-52875357E7CC}" dt="2023-03-10T08:26:14.256" v="1672" actId="26606"/>
          <ac:spMkLst>
            <pc:docMk/>
            <pc:sldMk cId="2645904127" sldId="293"/>
            <ac:spMk id="2" creationId="{EC523B02-5F95-4633-8AAA-EFDF6751F9AC}"/>
          </ac:spMkLst>
        </pc:spChg>
        <pc:spChg chg="mod ord">
          <ac:chgData name="LEUNG Nicole" userId="8ed04819-1a1c-42ab-ae09-44d42575f3a6" providerId="ADAL" clId="{3E657728-002F-4D06-8545-52875357E7CC}" dt="2023-03-10T08:26:14.256" v="1672" actId="26606"/>
          <ac:spMkLst>
            <pc:docMk/>
            <pc:sldMk cId="2645904127" sldId="293"/>
            <ac:spMk id="3" creationId="{C4E4A81A-FF7F-43AE-905F-910C1DE44062}"/>
          </ac:spMkLst>
        </pc:spChg>
        <pc:spChg chg="add">
          <ac:chgData name="LEUNG Nicole" userId="8ed04819-1a1c-42ab-ae09-44d42575f3a6" providerId="ADAL" clId="{3E657728-002F-4D06-8545-52875357E7CC}" dt="2023-03-10T08:26:14.256" v="1672" actId="26606"/>
          <ac:spMkLst>
            <pc:docMk/>
            <pc:sldMk cId="2645904127" sldId="293"/>
            <ac:spMk id="12" creationId="{53E60C6D-4E85-4E14-BCDF-BF15C241F7CA}"/>
          </ac:spMkLst>
        </pc:spChg>
        <pc:spChg chg="add">
          <ac:chgData name="LEUNG Nicole" userId="8ed04819-1a1c-42ab-ae09-44d42575f3a6" providerId="ADAL" clId="{3E657728-002F-4D06-8545-52875357E7CC}" dt="2023-03-10T08:26:14.256" v="1672" actId="26606"/>
          <ac:spMkLst>
            <pc:docMk/>
            <pc:sldMk cId="2645904127" sldId="293"/>
            <ac:spMk id="14" creationId="{7D42D292-4C48-479B-9E59-E29CD9871C0C}"/>
          </ac:spMkLst>
        </pc:spChg>
        <pc:spChg chg="add">
          <ac:chgData name="LEUNG Nicole" userId="8ed04819-1a1c-42ab-ae09-44d42575f3a6" providerId="ADAL" clId="{3E657728-002F-4D06-8545-52875357E7CC}" dt="2023-03-10T08:26:14.256" v="1672" actId="26606"/>
          <ac:spMkLst>
            <pc:docMk/>
            <pc:sldMk cId="2645904127" sldId="293"/>
            <ac:spMk id="16" creationId="{533DF362-939D-4EEE-8DC4-6B54607E5611}"/>
          </ac:spMkLst>
        </pc:spChg>
        <pc:picChg chg="add mod ord">
          <ac:chgData name="LEUNG Nicole" userId="8ed04819-1a1c-42ab-ae09-44d42575f3a6" providerId="ADAL" clId="{3E657728-002F-4D06-8545-52875357E7CC}" dt="2023-03-10T10:24:39.513" v="2482" actId="1076"/>
          <ac:picMkLst>
            <pc:docMk/>
            <pc:sldMk cId="2645904127" sldId="293"/>
            <ac:picMk id="5" creationId="{77323EF7-A466-4BE7-905C-09A907464CB3}"/>
          </ac:picMkLst>
        </pc:picChg>
        <pc:picChg chg="add mod">
          <ac:chgData name="LEUNG Nicole" userId="8ed04819-1a1c-42ab-ae09-44d42575f3a6" providerId="ADAL" clId="{3E657728-002F-4D06-8545-52875357E7CC}" dt="2023-03-10T10:35:06.253" v="2722" actId="14100"/>
          <ac:picMkLst>
            <pc:docMk/>
            <pc:sldMk cId="2645904127" sldId="293"/>
            <ac:picMk id="7" creationId="{3BF5D326-CBEB-4E3A-8535-FCB539B78EAB}"/>
          </ac:picMkLst>
        </pc:picChg>
      </pc:sldChg>
      <pc:sldChg chg="addSp modSp add mod">
        <pc:chgData name="LEUNG Nicole" userId="8ed04819-1a1c-42ab-ae09-44d42575f3a6" providerId="ADAL" clId="{3E657728-002F-4D06-8545-52875357E7CC}" dt="2023-03-10T10:32:20.533" v="2688" actId="1076"/>
        <pc:sldMkLst>
          <pc:docMk/>
          <pc:sldMk cId="3602892782" sldId="294"/>
        </pc:sldMkLst>
        <pc:spChg chg="mod">
          <ac:chgData name="LEUNG Nicole" userId="8ed04819-1a1c-42ab-ae09-44d42575f3a6" providerId="ADAL" clId="{3E657728-002F-4D06-8545-52875357E7CC}" dt="2023-03-10T10:24:52.528" v="2484" actId="27636"/>
          <ac:spMkLst>
            <pc:docMk/>
            <pc:sldMk cId="3602892782" sldId="294"/>
            <ac:spMk id="3" creationId="{C4E4A81A-FF7F-43AE-905F-910C1DE44062}"/>
          </ac:spMkLst>
        </pc:spChg>
        <pc:picChg chg="add mod">
          <ac:chgData name="LEUNG Nicole" userId="8ed04819-1a1c-42ab-ae09-44d42575f3a6" providerId="ADAL" clId="{3E657728-002F-4D06-8545-52875357E7CC}" dt="2023-03-10T08:24:24.676" v="1658" actId="1076"/>
          <ac:picMkLst>
            <pc:docMk/>
            <pc:sldMk cId="3602892782" sldId="294"/>
            <ac:picMk id="5" creationId="{FF3EF965-F447-4CBD-8EF9-4FCF0664A430}"/>
          </ac:picMkLst>
        </pc:picChg>
        <pc:picChg chg="add mod">
          <ac:chgData name="LEUNG Nicole" userId="8ed04819-1a1c-42ab-ae09-44d42575f3a6" providerId="ADAL" clId="{3E657728-002F-4D06-8545-52875357E7CC}" dt="2023-03-10T10:32:20.533" v="2688" actId="1076"/>
          <ac:picMkLst>
            <pc:docMk/>
            <pc:sldMk cId="3602892782" sldId="294"/>
            <ac:picMk id="6" creationId="{47CC361E-5B8B-4C64-8101-26440ADBCDCC}"/>
          </ac:picMkLst>
        </pc:picChg>
      </pc:sldChg>
      <pc:sldChg chg="addSp delSp modSp add mod setBg">
        <pc:chgData name="LEUNG Nicole" userId="8ed04819-1a1c-42ab-ae09-44d42575f3a6" providerId="ADAL" clId="{3E657728-002F-4D06-8545-52875357E7CC}" dt="2023-03-20T09:29:54.991" v="5894" actId="1076"/>
        <pc:sldMkLst>
          <pc:docMk/>
          <pc:sldMk cId="1455654293" sldId="295"/>
        </pc:sldMkLst>
        <pc:spChg chg="mod">
          <ac:chgData name="LEUNG Nicole" userId="8ed04819-1a1c-42ab-ae09-44d42575f3a6" providerId="ADAL" clId="{3E657728-002F-4D06-8545-52875357E7CC}" dt="2023-03-14T03:06:53.974" v="3573" actId="1076"/>
          <ac:spMkLst>
            <pc:docMk/>
            <pc:sldMk cId="1455654293" sldId="295"/>
            <ac:spMk id="2" creationId="{EC523B02-5F95-4633-8AAA-EFDF6751F9AC}"/>
          </ac:spMkLst>
        </pc:spChg>
        <pc:spChg chg="mod">
          <ac:chgData name="LEUNG Nicole" userId="8ed04819-1a1c-42ab-ae09-44d42575f3a6" providerId="ADAL" clId="{3E657728-002F-4D06-8545-52875357E7CC}" dt="2023-03-20T09:29:54.991" v="5894" actId="1076"/>
          <ac:spMkLst>
            <pc:docMk/>
            <pc:sldMk cId="1455654293" sldId="295"/>
            <ac:spMk id="3" creationId="{C4E4A81A-FF7F-43AE-905F-910C1DE44062}"/>
          </ac:spMkLst>
        </pc:spChg>
        <pc:spChg chg="add">
          <ac:chgData name="LEUNG Nicole" userId="8ed04819-1a1c-42ab-ae09-44d42575f3a6" providerId="ADAL" clId="{3E657728-002F-4D06-8545-52875357E7CC}" dt="2023-03-10T08:24:42.351" v="1661" actId="26606"/>
          <ac:spMkLst>
            <pc:docMk/>
            <pc:sldMk cId="1455654293" sldId="295"/>
            <ac:spMk id="10" creationId="{1A95671B-3CC6-4792-9114-B74FAEA224E6}"/>
          </ac:spMkLst>
        </pc:spChg>
        <pc:picChg chg="add mod">
          <ac:chgData name="LEUNG Nicole" userId="8ed04819-1a1c-42ab-ae09-44d42575f3a6" providerId="ADAL" clId="{3E657728-002F-4D06-8545-52875357E7CC}" dt="2023-03-14T03:06:10.539" v="3564" actId="1076"/>
          <ac:picMkLst>
            <pc:docMk/>
            <pc:sldMk cId="1455654293" sldId="295"/>
            <ac:picMk id="5" creationId="{15C938E3-EC16-41DB-8A20-E6C1BB21F1D2}"/>
          </ac:picMkLst>
        </pc:picChg>
        <pc:picChg chg="add del mod">
          <ac:chgData name="LEUNG Nicole" userId="8ed04819-1a1c-42ab-ae09-44d42575f3a6" providerId="ADAL" clId="{3E657728-002F-4D06-8545-52875357E7CC}" dt="2023-03-14T03:06:31.304" v="3566" actId="478"/>
          <ac:picMkLst>
            <pc:docMk/>
            <pc:sldMk cId="1455654293" sldId="295"/>
            <ac:picMk id="6" creationId="{2F5A5B18-E678-4980-8BDB-6EF9FC2F29F3}"/>
          </ac:picMkLst>
        </pc:picChg>
        <pc:picChg chg="add del mod">
          <ac:chgData name="LEUNG Nicole" userId="8ed04819-1a1c-42ab-ae09-44d42575f3a6" providerId="ADAL" clId="{3E657728-002F-4D06-8545-52875357E7CC}" dt="2023-03-10T08:24:36.301" v="1659" actId="478"/>
          <ac:picMkLst>
            <pc:docMk/>
            <pc:sldMk cId="1455654293" sldId="295"/>
            <ac:picMk id="7" creationId="{4CCB8A3C-BB26-4840-85B7-794EAF8EA0A6}"/>
          </ac:picMkLst>
        </pc:picChg>
        <pc:picChg chg="add mod">
          <ac:chgData name="LEUNG Nicole" userId="8ed04819-1a1c-42ab-ae09-44d42575f3a6" providerId="ADAL" clId="{3E657728-002F-4D06-8545-52875357E7CC}" dt="2023-03-14T03:06:54.976" v="3574" actId="1076"/>
          <ac:picMkLst>
            <pc:docMk/>
            <pc:sldMk cId="1455654293" sldId="295"/>
            <ac:picMk id="8" creationId="{B6EDF51D-501E-455D-BA67-1A3BD08EB015}"/>
          </ac:picMkLst>
        </pc:picChg>
      </pc:sldChg>
      <pc:sldChg chg="addSp modSp add mod">
        <pc:chgData name="LEUNG Nicole" userId="8ed04819-1a1c-42ab-ae09-44d42575f3a6" providerId="ADAL" clId="{3E657728-002F-4D06-8545-52875357E7CC}" dt="2023-03-20T09:29:16.439" v="5881" actId="20577"/>
        <pc:sldMkLst>
          <pc:docMk/>
          <pc:sldMk cId="3145441901" sldId="296"/>
        </pc:sldMkLst>
        <pc:spChg chg="mod">
          <ac:chgData name="LEUNG Nicole" userId="8ed04819-1a1c-42ab-ae09-44d42575f3a6" providerId="ADAL" clId="{3E657728-002F-4D06-8545-52875357E7CC}" dt="2023-03-20T09:29:16.439" v="5881" actId="20577"/>
          <ac:spMkLst>
            <pc:docMk/>
            <pc:sldMk cId="3145441901" sldId="296"/>
            <ac:spMk id="3" creationId="{C4E4A81A-FF7F-43AE-905F-910C1DE44062}"/>
          </ac:spMkLst>
        </pc:spChg>
        <pc:picChg chg="add mod">
          <ac:chgData name="LEUNG Nicole" userId="8ed04819-1a1c-42ab-ae09-44d42575f3a6" providerId="ADAL" clId="{3E657728-002F-4D06-8545-52875357E7CC}" dt="2023-03-20T09:15:58.830" v="5752" actId="14100"/>
          <ac:picMkLst>
            <pc:docMk/>
            <pc:sldMk cId="3145441901" sldId="296"/>
            <ac:picMk id="5" creationId="{A1C26CA2-0287-45F1-99A4-5AA5EEC4DC5A}"/>
          </ac:picMkLst>
        </pc:picChg>
        <pc:picChg chg="add mod">
          <ac:chgData name="LEUNG Nicole" userId="8ed04819-1a1c-42ab-ae09-44d42575f3a6" providerId="ADAL" clId="{3E657728-002F-4D06-8545-52875357E7CC}" dt="2023-03-20T09:16:01.586" v="5753" actId="1076"/>
          <ac:picMkLst>
            <pc:docMk/>
            <pc:sldMk cId="3145441901" sldId="296"/>
            <ac:picMk id="7" creationId="{3E4D60EE-3F1E-45A7-9F75-077CF313EA91}"/>
          </ac:picMkLst>
        </pc:picChg>
      </pc:sldChg>
      <pc:sldChg chg="addSp delSp modSp add mod setBg">
        <pc:chgData name="LEUNG Nicole" userId="8ed04819-1a1c-42ab-ae09-44d42575f3a6" providerId="ADAL" clId="{3E657728-002F-4D06-8545-52875357E7CC}" dt="2023-03-20T09:28:51.870" v="5879" actId="1076"/>
        <pc:sldMkLst>
          <pc:docMk/>
          <pc:sldMk cId="851749145" sldId="297"/>
        </pc:sldMkLst>
        <pc:spChg chg="mod">
          <ac:chgData name="LEUNG Nicole" userId="8ed04819-1a1c-42ab-ae09-44d42575f3a6" providerId="ADAL" clId="{3E657728-002F-4D06-8545-52875357E7CC}" dt="2023-03-20T09:15:49.744" v="5750" actId="20577"/>
          <ac:spMkLst>
            <pc:docMk/>
            <pc:sldMk cId="851749145" sldId="297"/>
            <ac:spMk id="2" creationId="{EC523B02-5F95-4633-8AAA-EFDF6751F9AC}"/>
          </ac:spMkLst>
        </pc:spChg>
        <pc:spChg chg="mod ord">
          <ac:chgData name="LEUNG Nicole" userId="8ed04819-1a1c-42ab-ae09-44d42575f3a6" providerId="ADAL" clId="{3E657728-002F-4D06-8545-52875357E7CC}" dt="2023-03-20T09:15:54.952" v="5751" actId="14100"/>
          <ac:spMkLst>
            <pc:docMk/>
            <pc:sldMk cId="851749145" sldId="297"/>
            <ac:spMk id="3" creationId="{C4E4A81A-FF7F-43AE-905F-910C1DE44062}"/>
          </ac:spMkLst>
        </pc:spChg>
        <pc:spChg chg="add del">
          <ac:chgData name="LEUNG Nicole" userId="8ed04819-1a1c-42ab-ae09-44d42575f3a6" providerId="ADAL" clId="{3E657728-002F-4D06-8545-52875357E7CC}" dt="2023-03-14T02:45:38.319" v="3304" actId="26606"/>
          <ac:spMkLst>
            <pc:docMk/>
            <pc:sldMk cId="851749145" sldId="297"/>
            <ac:spMk id="10" creationId="{1A95671B-3CC6-4792-9114-B74FAEA224E6}"/>
          </ac:spMkLst>
        </pc:spChg>
        <pc:spChg chg="add del">
          <ac:chgData name="LEUNG Nicole" userId="8ed04819-1a1c-42ab-ae09-44d42575f3a6" providerId="ADAL" clId="{3E657728-002F-4D06-8545-52875357E7CC}" dt="2023-03-14T03:02:53.180" v="3536" actId="26606"/>
          <ac:spMkLst>
            <pc:docMk/>
            <pc:sldMk cId="851749145" sldId="297"/>
            <ac:spMk id="15" creationId="{AAAE94E3-A7DB-4868-B1E3-E49703488BBC}"/>
          </ac:spMkLst>
        </pc:spChg>
        <pc:spChg chg="add del">
          <ac:chgData name="LEUNG Nicole" userId="8ed04819-1a1c-42ab-ae09-44d42575f3a6" providerId="ADAL" clId="{3E657728-002F-4D06-8545-52875357E7CC}" dt="2023-03-14T03:02:53.180" v="3536" actId="26606"/>
          <ac:spMkLst>
            <pc:docMk/>
            <pc:sldMk cId="851749145" sldId="297"/>
            <ac:spMk id="21" creationId="{3873B707-463F-40B0-8227-E8CC6C67EB25}"/>
          </ac:spMkLst>
        </pc:spChg>
        <pc:spChg chg="add del">
          <ac:chgData name="LEUNG Nicole" userId="8ed04819-1a1c-42ab-ae09-44d42575f3a6" providerId="ADAL" clId="{3E657728-002F-4D06-8545-52875357E7CC}" dt="2023-03-14T03:02:53.180" v="3536" actId="26606"/>
          <ac:spMkLst>
            <pc:docMk/>
            <pc:sldMk cId="851749145" sldId="297"/>
            <ac:spMk id="23" creationId="{C13237C8-E62C-4F0D-A318-BD6FB6C2D138}"/>
          </ac:spMkLst>
        </pc:spChg>
        <pc:spChg chg="add del">
          <ac:chgData name="LEUNG Nicole" userId="8ed04819-1a1c-42ab-ae09-44d42575f3a6" providerId="ADAL" clId="{3E657728-002F-4D06-8545-52875357E7CC}" dt="2023-03-14T03:02:53.180" v="3536" actId="26606"/>
          <ac:spMkLst>
            <pc:docMk/>
            <pc:sldMk cId="851749145" sldId="297"/>
            <ac:spMk id="25" creationId="{19C9EAEA-39D0-4B0E-A0EB-51E7B26740B1}"/>
          </ac:spMkLst>
        </pc:spChg>
        <pc:spChg chg="add del">
          <ac:chgData name="LEUNG Nicole" userId="8ed04819-1a1c-42ab-ae09-44d42575f3a6" providerId="ADAL" clId="{3E657728-002F-4D06-8545-52875357E7CC}" dt="2023-03-14T03:02:53.180" v="3536" actId="26606"/>
          <ac:spMkLst>
            <pc:docMk/>
            <pc:sldMk cId="851749145" sldId="297"/>
            <ac:spMk id="27" creationId="{8CB5D2D7-DF65-4E86-BFBA-FFB9B5ACEB64}"/>
          </ac:spMkLst>
        </pc:spChg>
        <pc:spChg chg="add del">
          <ac:chgData name="LEUNG Nicole" userId="8ed04819-1a1c-42ab-ae09-44d42575f3a6" providerId="ADAL" clId="{3E657728-002F-4D06-8545-52875357E7CC}" dt="2023-03-14T03:02:32.675" v="3531" actId="26606"/>
          <ac:spMkLst>
            <pc:docMk/>
            <pc:sldMk cId="851749145" sldId="297"/>
            <ac:spMk id="32" creationId="{0D7B6173-1D58-48E2-83CF-37350F315F75}"/>
          </ac:spMkLst>
        </pc:spChg>
        <pc:spChg chg="add del">
          <ac:chgData name="LEUNG Nicole" userId="8ed04819-1a1c-42ab-ae09-44d42575f3a6" providerId="ADAL" clId="{3E657728-002F-4D06-8545-52875357E7CC}" dt="2023-03-14T03:02:32.675" v="3531" actId="26606"/>
          <ac:spMkLst>
            <pc:docMk/>
            <pc:sldMk cId="851749145" sldId="297"/>
            <ac:spMk id="34" creationId="{35D813D1-BA6B-40B4-A101-04BB89445561}"/>
          </ac:spMkLst>
        </pc:spChg>
        <pc:spChg chg="add del">
          <ac:chgData name="LEUNG Nicole" userId="8ed04819-1a1c-42ab-ae09-44d42575f3a6" providerId="ADAL" clId="{3E657728-002F-4D06-8545-52875357E7CC}" dt="2023-03-14T03:02:32.675" v="3531" actId="26606"/>
          <ac:spMkLst>
            <pc:docMk/>
            <pc:sldMk cId="851749145" sldId="297"/>
            <ac:spMk id="38" creationId="{21BDEC81-16A7-4451-B893-C15000083B77}"/>
          </ac:spMkLst>
        </pc:spChg>
        <pc:spChg chg="add del">
          <ac:chgData name="LEUNG Nicole" userId="8ed04819-1a1c-42ab-ae09-44d42575f3a6" providerId="ADAL" clId="{3E657728-002F-4D06-8545-52875357E7CC}" dt="2023-03-14T03:02:32.675" v="3531" actId="26606"/>
          <ac:spMkLst>
            <pc:docMk/>
            <pc:sldMk cId="851749145" sldId="297"/>
            <ac:spMk id="40" creationId="{AEA3DFA5-2D7B-4989-8ED7-8321EC114CF1}"/>
          </ac:spMkLst>
        </pc:spChg>
        <pc:spChg chg="add del">
          <ac:chgData name="LEUNG Nicole" userId="8ed04819-1a1c-42ab-ae09-44d42575f3a6" providerId="ADAL" clId="{3E657728-002F-4D06-8545-52875357E7CC}" dt="2023-03-14T03:02:42.689" v="3533" actId="26606"/>
          <ac:spMkLst>
            <pc:docMk/>
            <pc:sldMk cId="851749145" sldId="297"/>
            <ac:spMk id="42" creationId="{CEF6118E-44FB-4509-B4D9-129052E4C6EE}"/>
          </ac:spMkLst>
        </pc:spChg>
        <pc:spChg chg="add del">
          <ac:chgData name="LEUNG Nicole" userId="8ed04819-1a1c-42ab-ae09-44d42575f3a6" providerId="ADAL" clId="{3E657728-002F-4D06-8545-52875357E7CC}" dt="2023-03-14T03:02:53.180" v="3535" actId="26606"/>
          <ac:spMkLst>
            <pc:docMk/>
            <pc:sldMk cId="851749145" sldId="297"/>
            <ac:spMk id="44" creationId="{0D7B6173-1D58-48E2-83CF-37350F315F75}"/>
          </ac:spMkLst>
        </pc:spChg>
        <pc:spChg chg="add del">
          <ac:chgData name="LEUNG Nicole" userId="8ed04819-1a1c-42ab-ae09-44d42575f3a6" providerId="ADAL" clId="{3E657728-002F-4D06-8545-52875357E7CC}" dt="2023-03-14T03:02:53.180" v="3535" actId="26606"/>
          <ac:spMkLst>
            <pc:docMk/>
            <pc:sldMk cId="851749145" sldId="297"/>
            <ac:spMk id="45" creationId="{8B068B58-6F94-4AFF-A8A7-18573884D6CD}"/>
          </ac:spMkLst>
        </pc:spChg>
        <pc:spChg chg="add del">
          <ac:chgData name="LEUNG Nicole" userId="8ed04819-1a1c-42ab-ae09-44d42575f3a6" providerId="ADAL" clId="{3E657728-002F-4D06-8545-52875357E7CC}" dt="2023-03-14T03:02:53.180" v="3535" actId="26606"/>
          <ac:spMkLst>
            <pc:docMk/>
            <pc:sldMk cId="851749145" sldId="297"/>
            <ac:spMk id="47" creationId="{21BDEC81-16A7-4451-B893-C15000083B77}"/>
          </ac:spMkLst>
        </pc:spChg>
        <pc:spChg chg="add del">
          <ac:chgData name="LEUNG Nicole" userId="8ed04819-1a1c-42ab-ae09-44d42575f3a6" providerId="ADAL" clId="{3E657728-002F-4D06-8545-52875357E7CC}" dt="2023-03-14T03:02:53.180" v="3535" actId="26606"/>
          <ac:spMkLst>
            <pc:docMk/>
            <pc:sldMk cId="851749145" sldId="297"/>
            <ac:spMk id="48" creationId="{BE5B028C-7535-45E5-9D2C-32C50D0E0E43}"/>
          </ac:spMkLst>
        </pc:spChg>
        <pc:spChg chg="add">
          <ac:chgData name="LEUNG Nicole" userId="8ed04819-1a1c-42ab-ae09-44d42575f3a6" providerId="ADAL" clId="{3E657728-002F-4D06-8545-52875357E7CC}" dt="2023-03-14T03:02:53.180" v="3536" actId="26606"/>
          <ac:spMkLst>
            <pc:docMk/>
            <pc:sldMk cId="851749145" sldId="297"/>
            <ac:spMk id="50" creationId="{84DF55BE-B4AB-4BA1-BDE1-E9F7FB3F110A}"/>
          </ac:spMkLst>
        </pc:spChg>
        <pc:grpChg chg="add del">
          <ac:chgData name="LEUNG Nicole" userId="8ed04819-1a1c-42ab-ae09-44d42575f3a6" providerId="ADAL" clId="{3E657728-002F-4D06-8545-52875357E7CC}" dt="2023-03-14T03:02:53.180" v="3536" actId="26606"/>
          <ac:grpSpMkLst>
            <pc:docMk/>
            <pc:sldMk cId="851749145" sldId="297"/>
            <ac:grpSpMk id="17" creationId="{1DE889C7-FAD6-4397-98E2-05D503484459}"/>
          </ac:grpSpMkLst>
        </pc:grpChg>
        <pc:picChg chg="add mod ord">
          <ac:chgData name="LEUNG Nicole" userId="8ed04819-1a1c-42ab-ae09-44d42575f3a6" providerId="ADAL" clId="{3E657728-002F-4D06-8545-52875357E7CC}" dt="2023-03-20T09:28:36.292" v="5877" actId="14100"/>
          <ac:picMkLst>
            <pc:docMk/>
            <pc:sldMk cId="851749145" sldId="297"/>
            <ac:picMk id="5" creationId="{6D311F15-EAB3-450C-B9CD-D91F16765136}"/>
          </ac:picMkLst>
        </pc:picChg>
        <pc:picChg chg="add mod">
          <ac:chgData name="LEUNG Nicole" userId="8ed04819-1a1c-42ab-ae09-44d42575f3a6" providerId="ADAL" clId="{3E657728-002F-4D06-8545-52875357E7CC}" dt="2023-03-20T09:28:51.870" v="5879" actId="1076"/>
          <ac:picMkLst>
            <pc:docMk/>
            <pc:sldMk cId="851749145" sldId="297"/>
            <ac:picMk id="6" creationId="{B95EBAE5-4566-400E-8D78-C5A7247771AC}"/>
          </ac:picMkLst>
        </pc:picChg>
        <pc:picChg chg="add del">
          <ac:chgData name="LEUNG Nicole" userId="8ed04819-1a1c-42ab-ae09-44d42575f3a6" providerId="ADAL" clId="{3E657728-002F-4D06-8545-52875357E7CC}" dt="2023-03-14T03:02:32.675" v="3531" actId="26606"/>
          <ac:picMkLst>
            <pc:docMk/>
            <pc:sldMk cId="851749145" sldId="297"/>
            <ac:picMk id="36" creationId="{B0DAC8FB-A162-44E3-A606-C855A03A5B09}"/>
          </ac:picMkLst>
        </pc:picChg>
        <pc:picChg chg="add del">
          <ac:chgData name="LEUNG Nicole" userId="8ed04819-1a1c-42ab-ae09-44d42575f3a6" providerId="ADAL" clId="{3E657728-002F-4D06-8545-52875357E7CC}" dt="2023-03-14T03:02:53.180" v="3535" actId="26606"/>
          <ac:picMkLst>
            <pc:docMk/>
            <pc:sldMk cId="851749145" sldId="297"/>
            <ac:picMk id="46" creationId="{B0DAC8FB-A162-44E3-A606-C855A03A5B09}"/>
          </ac:picMkLst>
        </pc:picChg>
      </pc:sldChg>
      <pc:sldChg chg="addSp modSp add mod">
        <pc:chgData name="LEUNG Nicole" userId="8ed04819-1a1c-42ab-ae09-44d42575f3a6" providerId="ADAL" clId="{3E657728-002F-4D06-8545-52875357E7CC}" dt="2023-03-20T09:28:22.774" v="5874" actId="1076"/>
        <pc:sldMkLst>
          <pc:docMk/>
          <pc:sldMk cId="1017373201" sldId="298"/>
        </pc:sldMkLst>
        <pc:spChg chg="mod">
          <ac:chgData name="LEUNG Nicole" userId="8ed04819-1a1c-42ab-ae09-44d42575f3a6" providerId="ADAL" clId="{3E657728-002F-4D06-8545-52875357E7CC}" dt="2023-03-20T09:28:13.168" v="5872" actId="20577"/>
          <ac:spMkLst>
            <pc:docMk/>
            <pc:sldMk cId="1017373201" sldId="298"/>
            <ac:spMk id="2" creationId="{EC523B02-5F95-4633-8AAA-EFDF6751F9AC}"/>
          </ac:spMkLst>
        </pc:spChg>
        <pc:spChg chg="mod">
          <ac:chgData name="LEUNG Nicole" userId="8ed04819-1a1c-42ab-ae09-44d42575f3a6" providerId="ADAL" clId="{3E657728-002F-4D06-8545-52875357E7CC}" dt="2023-03-20T09:28:22.774" v="5874" actId="1076"/>
          <ac:spMkLst>
            <pc:docMk/>
            <pc:sldMk cId="1017373201" sldId="298"/>
            <ac:spMk id="3" creationId="{C4E4A81A-FF7F-43AE-905F-910C1DE44062}"/>
          </ac:spMkLst>
        </pc:spChg>
        <pc:picChg chg="add mod">
          <ac:chgData name="LEUNG Nicole" userId="8ed04819-1a1c-42ab-ae09-44d42575f3a6" providerId="ADAL" clId="{3E657728-002F-4D06-8545-52875357E7CC}" dt="2023-03-10T08:25:05.303" v="1663" actId="1076"/>
          <ac:picMkLst>
            <pc:docMk/>
            <pc:sldMk cId="1017373201" sldId="298"/>
            <ac:picMk id="5" creationId="{CF978665-ED7F-498E-B170-74074F690EE4}"/>
          </ac:picMkLst>
        </pc:picChg>
        <pc:picChg chg="add mod">
          <ac:chgData name="LEUNG Nicole" userId="8ed04819-1a1c-42ab-ae09-44d42575f3a6" providerId="ADAL" clId="{3E657728-002F-4D06-8545-52875357E7CC}" dt="2023-03-10T10:32:47.432" v="2693" actId="1076"/>
          <ac:picMkLst>
            <pc:docMk/>
            <pc:sldMk cId="1017373201" sldId="298"/>
            <ac:picMk id="7" creationId="{8BA78BF7-87C1-4158-8520-AAD7EB2C145F}"/>
          </ac:picMkLst>
        </pc:picChg>
      </pc:sldChg>
      <pc:sldChg chg="addSp modSp add mod">
        <pc:chgData name="LEUNG Nicole" userId="8ed04819-1a1c-42ab-ae09-44d42575f3a6" providerId="ADAL" clId="{3E657728-002F-4D06-8545-52875357E7CC}" dt="2023-03-20T08:05:44.179" v="4837" actId="20577"/>
        <pc:sldMkLst>
          <pc:docMk/>
          <pc:sldMk cId="2796572706" sldId="299"/>
        </pc:sldMkLst>
        <pc:spChg chg="mod">
          <ac:chgData name="LEUNG Nicole" userId="8ed04819-1a1c-42ab-ae09-44d42575f3a6" providerId="ADAL" clId="{3E657728-002F-4D06-8545-52875357E7CC}" dt="2023-03-10T08:20:30.758" v="1635" actId="20577"/>
          <ac:spMkLst>
            <pc:docMk/>
            <pc:sldMk cId="2796572706" sldId="299"/>
            <ac:spMk id="2" creationId="{EC523B02-5F95-4633-8AAA-EFDF6751F9AC}"/>
          </ac:spMkLst>
        </pc:spChg>
        <pc:spChg chg="mod">
          <ac:chgData name="LEUNG Nicole" userId="8ed04819-1a1c-42ab-ae09-44d42575f3a6" providerId="ADAL" clId="{3E657728-002F-4D06-8545-52875357E7CC}" dt="2023-03-20T08:05:44.179" v="4837" actId="20577"/>
          <ac:spMkLst>
            <pc:docMk/>
            <pc:sldMk cId="2796572706" sldId="299"/>
            <ac:spMk id="3" creationId="{C4E4A81A-FF7F-43AE-905F-910C1DE44062}"/>
          </ac:spMkLst>
        </pc:spChg>
        <pc:picChg chg="add mod">
          <ac:chgData name="LEUNG Nicole" userId="8ed04819-1a1c-42ab-ae09-44d42575f3a6" providerId="ADAL" clId="{3E657728-002F-4D06-8545-52875357E7CC}" dt="2023-03-10T08:25:13.499" v="1667" actId="1076"/>
          <ac:picMkLst>
            <pc:docMk/>
            <pc:sldMk cId="2796572706" sldId="299"/>
            <ac:picMk id="5" creationId="{79A4E094-2C35-46E0-805B-1975E62169F8}"/>
          </ac:picMkLst>
        </pc:picChg>
      </pc:sldChg>
      <pc:sldChg chg="addSp delSp modSp add mod setBg">
        <pc:chgData name="LEUNG Nicole" userId="8ed04819-1a1c-42ab-ae09-44d42575f3a6" providerId="ADAL" clId="{3E657728-002F-4D06-8545-52875357E7CC}" dt="2023-03-20T09:26:51.777" v="5766" actId="1076"/>
        <pc:sldMkLst>
          <pc:docMk/>
          <pc:sldMk cId="1343742741" sldId="300"/>
        </pc:sldMkLst>
        <pc:spChg chg="mod ord">
          <ac:chgData name="LEUNG Nicole" userId="8ed04819-1a1c-42ab-ae09-44d42575f3a6" providerId="ADAL" clId="{3E657728-002F-4D06-8545-52875357E7CC}" dt="2023-03-20T09:26:48.427" v="5765" actId="1076"/>
          <ac:spMkLst>
            <pc:docMk/>
            <pc:sldMk cId="1343742741" sldId="300"/>
            <ac:spMk id="2" creationId="{EC523B02-5F95-4633-8AAA-EFDF6751F9AC}"/>
          </ac:spMkLst>
        </pc:spChg>
        <pc:spChg chg="del mod ord">
          <ac:chgData name="LEUNG Nicole" userId="8ed04819-1a1c-42ab-ae09-44d42575f3a6" providerId="ADAL" clId="{3E657728-002F-4D06-8545-52875357E7CC}" dt="2023-03-20T04:02:02.697" v="4558" actId="21"/>
          <ac:spMkLst>
            <pc:docMk/>
            <pc:sldMk cId="1343742741" sldId="300"/>
            <ac:spMk id="3" creationId="{C4E4A81A-FF7F-43AE-905F-910C1DE44062}"/>
          </ac:spMkLst>
        </pc:spChg>
        <pc:spChg chg="add del">
          <ac:chgData name="LEUNG Nicole" userId="8ed04819-1a1c-42ab-ae09-44d42575f3a6" providerId="ADAL" clId="{3E657728-002F-4D06-8545-52875357E7CC}" dt="2023-03-14T02:43:23.538" v="3286" actId="26606"/>
          <ac:spMkLst>
            <pc:docMk/>
            <pc:sldMk cId="1343742741" sldId="300"/>
            <ac:spMk id="10" creationId="{1A95671B-3CC6-4792-9114-B74FAEA224E6}"/>
          </ac:spMkLst>
        </pc:spChg>
        <pc:spChg chg="add mod">
          <ac:chgData name="LEUNG Nicole" userId="8ed04819-1a1c-42ab-ae09-44d42575f3a6" providerId="ADAL" clId="{3E657728-002F-4D06-8545-52875357E7CC}" dt="2023-03-20T09:26:51.777" v="5766" actId="1076"/>
          <ac:spMkLst>
            <pc:docMk/>
            <pc:sldMk cId="1343742741" sldId="300"/>
            <ac:spMk id="12" creationId="{BA0395D4-DD9F-4206-88E4-0B5C7127FE91}"/>
          </ac:spMkLst>
        </pc:spChg>
        <pc:spChg chg="add del">
          <ac:chgData name="LEUNG Nicole" userId="8ed04819-1a1c-42ab-ae09-44d42575f3a6" providerId="ADAL" clId="{3E657728-002F-4D06-8545-52875357E7CC}" dt="2023-03-14T02:43:23.538" v="3286" actId="26606"/>
          <ac:spMkLst>
            <pc:docMk/>
            <pc:sldMk cId="1343742741" sldId="300"/>
            <ac:spMk id="15" creationId="{CEF6118E-44FB-4509-B4D9-129052E4C6EE}"/>
          </ac:spMkLst>
        </pc:spChg>
        <pc:spChg chg="add del mod">
          <ac:chgData name="LEUNG Nicole" userId="8ed04819-1a1c-42ab-ae09-44d42575f3a6" providerId="ADAL" clId="{3E657728-002F-4D06-8545-52875357E7CC}" dt="2023-03-20T06:33:07.030" v="4602" actId="478"/>
          <ac:spMkLst>
            <pc:docMk/>
            <pc:sldMk cId="1343742741" sldId="300"/>
            <ac:spMk id="21" creationId="{04D3782F-506A-4878-8D26-6C3508B384DE}"/>
          </ac:spMkLst>
        </pc:spChg>
        <pc:picChg chg="add del mod">
          <ac:chgData name="LEUNG Nicole" userId="8ed04819-1a1c-42ab-ae09-44d42575f3a6" providerId="ADAL" clId="{3E657728-002F-4D06-8545-52875357E7CC}" dt="2023-03-20T06:57:21.350" v="4622" actId="478"/>
          <ac:picMkLst>
            <pc:docMk/>
            <pc:sldMk cId="1343742741" sldId="300"/>
            <ac:picMk id="4" creationId="{88A30AF7-1E95-414F-A8BA-BB7577BDC359}"/>
          </ac:picMkLst>
        </pc:picChg>
        <pc:picChg chg="add del mod">
          <ac:chgData name="LEUNG Nicole" userId="8ed04819-1a1c-42ab-ae09-44d42575f3a6" providerId="ADAL" clId="{3E657728-002F-4D06-8545-52875357E7CC}" dt="2023-03-20T03:49:49.102" v="4503" actId="478"/>
          <ac:picMkLst>
            <pc:docMk/>
            <pc:sldMk cId="1343742741" sldId="300"/>
            <ac:picMk id="5" creationId="{996D4F2D-AA25-4B8D-9449-DC61FBFF4CE4}"/>
          </ac:picMkLst>
        </pc:picChg>
        <pc:picChg chg="add del mod">
          <ac:chgData name="LEUNG Nicole" userId="8ed04819-1a1c-42ab-ae09-44d42575f3a6" providerId="ADAL" clId="{3E657728-002F-4D06-8545-52875357E7CC}" dt="2023-03-20T03:47:58.998" v="4497" actId="478"/>
          <ac:picMkLst>
            <pc:docMk/>
            <pc:sldMk cId="1343742741" sldId="300"/>
            <ac:picMk id="6" creationId="{3573B5A2-A02E-4127-9AC8-8361F39A3110}"/>
          </ac:picMkLst>
        </pc:picChg>
        <pc:picChg chg="add del mod">
          <ac:chgData name="LEUNG Nicole" userId="8ed04819-1a1c-42ab-ae09-44d42575f3a6" providerId="ADAL" clId="{3E657728-002F-4D06-8545-52875357E7CC}" dt="2023-03-20T06:58:04.348" v="4626" actId="478"/>
          <ac:picMkLst>
            <pc:docMk/>
            <pc:sldMk cId="1343742741" sldId="300"/>
            <ac:picMk id="6" creationId="{8E0EE81C-8329-4D76-9388-8CD5593814C0}"/>
          </ac:picMkLst>
        </pc:picChg>
        <pc:picChg chg="add del mod">
          <ac:chgData name="LEUNG Nicole" userId="8ed04819-1a1c-42ab-ae09-44d42575f3a6" providerId="ADAL" clId="{3E657728-002F-4D06-8545-52875357E7CC}" dt="2023-03-20T03:48:33.425" v="4500" actId="478"/>
          <ac:picMkLst>
            <pc:docMk/>
            <pc:sldMk cId="1343742741" sldId="300"/>
            <ac:picMk id="7" creationId="{342A8EEE-9458-43F8-8457-1FD603D01DCB}"/>
          </ac:picMkLst>
        </pc:picChg>
        <pc:picChg chg="add del mod">
          <ac:chgData name="LEUNG Nicole" userId="8ed04819-1a1c-42ab-ae09-44d42575f3a6" providerId="ADAL" clId="{3E657728-002F-4D06-8545-52875357E7CC}" dt="2023-03-20T08:57:57.101" v="5396" actId="478"/>
          <ac:picMkLst>
            <pc:docMk/>
            <pc:sldMk cId="1343742741" sldId="300"/>
            <ac:picMk id="8" creationId="{BB930849-DBF1-4687-81A2-090CAB75BFE4}"/>
          </ac:picMkLst>
        </pc:picChg>
        <pc:picChg chg="add del mod">
          <ac:chgData name="LEUNG Nicole" userId="8ed04819-1a1c-42ab-ae09-44d42575f3a6" providerId="ADAL" clId="{3E657728-002F-4D06-8545-52875357E7CC}" dt="2023-03-20T03:51:04.086" v="4511" actId="478"/>
          <ac:picMkLst>
            <pc:docMk/>
            <pc:sldMk cId="1343742741" sldId="300"/>
            <ac:picMk id="9" creationId="{F8BA7EF2-9321-49B6-B218-31B928CEA472}"/>
          </ac:picMkLst>
        </pc:picChg>
        <pc:picChg chg="add del mod">
          <ac:chgData name="LEUNG Nicole" userId="8ed04819-1a1c-42ab-ae09-44d42575f3a6" providerId="ADAL" clId="{3E657728-002F-4D06-8545-52875357E7CC}" dt="2023-03-20T08:57:56.347" v="5395" actId="478"/>
          <ac:picMkLst>
            <pc:docMk/>
            <pc:sldMk cId="1343742741" sldId="300"/>
            <ac:picMk id="11" creationId="{316845A8-2D1D-4168-850D-A47C3C3C8D60}"/>
          </ac:picMkLst>
        </pc:picChg>
        <pc:picChg chg="add del mod">
          <ac:chgData name="LEUNG Nicole" userId="8ed04819-1a1c-42ab-ae09-44d42575f3a6" providerId="ADAL" clId="{3E657728-002F-4D06-8545-52875357E7CC}" dt="2023-03-20T03:49:55.231" v="4507" actId="478"/>
          <ac:picMkLst>
            <pc:docMk/>
            <pc:sldMk cId="1343742741" sldId="300"/>
            <ac:picMk id="12" creationId="{FFAEC73A-DCB4-4350-9F02-B8BA6454E8BE}"/>
          </ac:picMkLst>
        </pc:picChg>
        <pc:picChg chg="add del mod">
          <ac:chgData name="LEUNG Nicole" userId="8ed04819-1a1c-42ab-ae09-44d42575f3a6" providerId="ADAL" clId="{3E657728-002F-4D06-8545-52875357E7CC}" dt="2023-03-20T09:14:13.447" v="5662" actId="478"/>
          <ac:picMkLst>
            <pc:docMk/>
            <pc:sldMk cId="1343742741" sldId="300"/>
            <ac:picMk id="14" creationId="{98B32A45-59A5-45CC-A429-CA2FE0790237}"/>
          </ac:picMkLst>
        </pc:picChg>
        <pc:picChg chg="add del mod">
          <ac:chgData name="LEUNG Nicole" userId="8ed04819-1a1c-42ab-ae09-44d42575f3a6" providerId="ADAL" clId="{3E657728-002F-4D06-8545-52875357E7CC}" dt="2023-03-20T03:59:56.403" v="4541" actId="478"/>
          <ac:picMkLst>
            <pc:docMk/>
            <pc:sldMk cId="1343742741" sldId="300"/>
            <ac:picMk id="14" creationId="{A2F5FB23-527E-485F-95DE-1C2D6874F95F}"/>
          </ac:picMkLst>
        </pc:picChg>
        <pc:picChg chg="add del mod">
          <ac:chgData name="LEUNG Nicole" userId="8ed04819-1a1c-42ab-ae09-44d42575f3a6" providerId="ADAL" clId="{3E657728-002F-4D06-8545-52875357E7CC}" dt="2023-03-20T06:49:06.975" v="4618" actId="478"/>
          <ac:picMkLst>
            <pc:docMk/>
            <pc:sldMk cId="1343742741" sldId="300"/>
            <ac:picMk id="15" creationId="{A490345F-E6C4-4FC9-AE9C-8CE93BAA5BF7}"/>
          </ac:picMkLst>
        </pc:picChg>
        <pc:picChg chg="add mod">
          <ac:chgData name="LEUNG Nicole" userId="8ed04819-1a1c-42ab-ae09-44d42575f3a6" providerId="ADAL" clId="{3E657728-002F-4D06-8545-52875357E7CC}" dt="2023-03-20T09:01:11.917" v="5549" actId="1076"/>
          <ac:picMkLst>
            <pc:docMk/>
            <pc:sldMk cId="1343742741" sldId="300"/>
            <ac:picMk id="17" creationId="{D29E8FA9-9AF0-4CBD-8158-733113781A20}"/>
          </ac:picMkLst>
        </pc:picChg>
        <pc:picChg chg="add del mod">
          <ac:chgData name="LEUNG Nicole" userId="8ed04819-1a1c-42ab-ae09-44d42575f3a6" providerId="ADAL" clId="{3E657728-002F-4D06-8545-52875357E7CC}" dt="2023-03-20T04:01:00.599" v="4548" actId="478"/>
          <ac:picMkLst>
            <pc:docMk/>
            <pc:sldMk cId="1343742741" sldId="300"/>
            <ac:picMk id="17" creationId="{E3C1AEA0-E292-4E55-A9C4-92218C159BBD}"/>
          </ac:picMkLst>
        </pc:picChg>
        <pc:picChg chg="add del mod">
          <ac:chgData name="LEUNG Nicole" userId="8ed04819-1a1c-42ab-ae09-44d42575f3a6" providerId="ADAL" clId="{3E657728-002F-4D06-8545-52875357E7CC}" dt="2023-03-20T07:09:13.753" v="4636" actId="478"/>
          <ac:picMkLst>
            <pc:docMk/>
            <pc:sldMk cId="1343742741" sldId="300"/>
            <ac:picMk id="19" creationId="{7D89FF08-DA3A-4617-9C7B-75D3A5BC8A8F}"/>
          </ac:picMkLst>
        </pc:picChg>
        <pc:picChg chg="add mod">
          <ac:chgData name="LEUNG Nicole" userId="8ed04819-1a1c-42ab-ae09-44d42575f3a6" providerId="ADAL" clId="{3E657728-002F-4D06-8545-52875357E7CC}" dt="2023-03-20T09:14:36.131" v="5670" actId="1076"/>
          <ac:picMkLst>
            <pc:docMk/>
            <pc:sldMk cId="1343742741" sldId="300"/>
            <ac:picMk id="20" creationId="{CF080999-89D2-4835-BC6C-4BBE3BF7EA4C}"/>
          </ac:picMkLst>
        </pc:picChg>
      </pc:sldChg>
      <pc:sldChg chg="addSp delSp modSp new del mod setBg">
        <pc:chgData name="LEUNG Nicole" userId="8ed04819-1a1c-42ab-ae09-44d42575f3a6" providerId="ADAL" clId="{3E657728-002F-4D06-8545-52875357E7CC}" dt="2023-03-14T03:03:38.864" v="3544" actId="47"/>
        <pc:sldMkLst>
          <pc:docMk/>
          <pc:sldMk cId="814931747" sldId="301"/>
        </pc:sldMkLst>
        <pc:spChg chg="mod">
          <ac:chgData name="LEUNG Nicole" userId="8ed04819-1a1c-42ab-ae09-44d42575f3a6" providerId="ADAL" clId="{3E657728-002F-4D06-8545-52875357E7CC}" dt="2023-03-10T09:25:34.573" v="1716" actId="26606"/>
          <ac:spMkLst>
            <pc:docMk/>
            <pc:sldMk cId="814931747" sldId="301"/>
            <ac:spMk id="2" creationId="{A5895BB5-3DDB-4D63-9E33-C8CECE65926C}"/>
          </ac:spMkLst>
        </pc:spChg>
        <pc:spChg chg="mod">
          <ac:chgData name="LEUNG Nicole" userId="8ed04819-1a1c-42ab-ae09-44d42575f3a6" providerId="ADAL" clId="{3E657728-002F-4D06-8545-52875357E7CC}" dt="2023-03-10T09:25:34.573" v="1716" actId="26606"/>
          <ac:spMkLst>
            <pc:docMk/>
            <pc:sldMk cId="814931747" sldId="301"/>
            <ac:spMk id="3" creationId="{0DEAF592-3D5C-4182-BBE1-27122006A5BA}"/>
          </ac:spMkLst>
        </pc:spChg>
        <pc:spChg chg="add">
          <ac:chgData name="LEUNG Nicole" userId="8ed04819-1a1c-42ab-ae09-44d42575f3a6" providerId="ADAL" clId="{3E657728-002F-4D06-8545-52875357E7CC}" dt="2023-03-10T09:25:34.573" v="1716" actId="26606"/>
          <ac:spMkLst>
            <pc:docMk/>
            <pc:sldMk cId="814931747" sldId="301"/>
            <ac:spMk id="10" creationId="{1A95671B-3CC6-4792-9114-B74FAEA224E6}"/>
          </ac:spMkLst>
        </pc:spChg>
        <pc:picChg chg="add del mod">
          <ac:chgData name="LEUNG Nicole" userId="8ed04819-1a1c-42ab-ae09-44d42575f3a6" providerId="ADAL" clId="{3E657728-002F-4D06-8545-52875357E7CC}" dt="2023-03-13T04:12:33.717" v="3274" actId="21"/>
          <ac:picMkLst>
            <pc:docMk/>
            <pc:sldMk cId="814931747" sldId="301"/>
            <ac:picMk id="5" creationId="{732E58CF-8236-4B51-81D2-C681D3B9E3A4}"/>
          </ac:picMkLst>
        </pc:picChg>
      </pc:sldChg>
      <pc:sldChg chg="addSp delSp modSp new mod setBg">
        <pc:chgData name="LEUNG Nicole" userId="8ed04819-1a1c-42ab-ae09-44d42575f3a6" providerId="ADAL" clId="{3E657728-002F-4D06-8545-52875357E7CC}" dt="2023-03-20T09:07:56.295" v="5591" actId="14100"/>
        <pc:sldMkLst>
          <pc:docMk/>
          <pc:sldMk cId="2029018428" sldId="302"/>
        </pc:sldMkLst>
        <pc:spChg chg="mod">
          <ac:chgData name="LEUNG Nicole" userId="8ed04819-1a1c-42ab-ae09-44d42575f3a6" providerId="ADAL" clId="{3E657728-002F-4D06-8545-52875357E7CC}" dt="2023-03-20T08:49:41.323" v="5107" actId="20577"/>
          <ac:spMkLst>
            <pc:docMk/>
            <pc:sldMk cId="2029018428" sldId="302"/>
            <ac:spMk id="2" creationId="{BB5EC255-777A-418A-97F2-E827BE475559}"/>
          </ac:spMkLst>
        </pc:spChg>
        <pc:spChg chg="mod">
          <ac:chgData name="LEUNG Nicole" userId="8ed04819-1a1c-42ab-ae09-44d42575f3a6" providerId="ADAL" clId="{3E657728-002F-4D06-8545-52875357E7CC}" dt="2023-03-20T08:49:21.713" v="5063" actId="20577"/>
          <ac:spMkLst>
            <pc:docMk/>
            <pc:sldMk cId="2029018428" sldId="302"/>
            <ac:spMk id="3" creationId="{850FE13B-F6F1-4935-984A-91C3AA52697E}"/>
          </ac:spMkLst>
        </pc:spChg>
        <pc:spChg chg="add del mod">
          <ac:chgData name="LEUNG Nicole" userId="8ed04819-1a1c-42ab-ae09-44d42575f3a6" providerId="ADAL" clId="{3E657728-002F-4D06-8545-52875357E7CC}" dt="2023-03-20T08:46:56.927" v="4867" actId="478"/>
          <ac:spMkLst>
            <pc:docMk/>
            <pc:sldMk cId="2029018428" sldId="302"/>
            <ac:spMk id="4" creationId="{A77EDFC5-7AD5-4FE2-BDDA-A0E101546707}"/>
          </ac:spMkLst>
        </pc:spChg>
        <pc:spChg chg="add">
          <ac:chgData name="LEUNG Nicole" userId="8ed04819-1a1c-42ab-ae09-44d42575f3a6" providerId="ADAL" clId="{3E657728-002F-4D06-8545-52875357E7CC}" dt="2023-03-10T09:25:31.808" v="1715" actId="26606"/>
          <ac:spMkLst>
            <pc:docMk/>
            <pc:sldMk cId="2029018428" sldId="302"/>
            <ac:spMk id="10" creationId="{1A95671B-3CC6-4792-9114-B74FAEA224E6}"/>
          </ac:spMkLst>
        </pc:spChg>
        <pc:picChg chg="add del mod">
          <ac:chgData name="LEUNG Nicole" userId="8ed04819-1a1c-42ab-ae09-44d42575f3a6" providerId="ADAL" clId="{3E657728-002F-4D06-8545-52875357E7CC}" dt="2023-03-20T09:06:27.709" v="5588" actId="478"/>
          <ac:picMkLst>
            <pc:docMk/>
            <pc:sldMk cId="2029018428" sldId="302"/>
            <ac:picMk id="5" creationId="{87D60AB7-3841-4757-ACC5-6A9EEF7A4863}"/>
          </ac:picMkLst>
        </pc:picChg>
        <pc:picChg chg="add del mod">
          <ac:chgData name="LEUNG Nicole" userId="8ed04819-1a1c-42ab-ae09-44d42575f3a6" providerId="ADAL" clId="{3E657728-002F-4D06-8545-52875357E7CC}" dt="2023-03-20T03:50:35.696" v="4508" actId="478"/>
          <ac:picMkLst>
            <pc:docMk/>
            <pc:sldMk cId="2029018428" sldId="302"/>
            <ac:picMk id="7" creationId="{264BB54E-BBB6-4DAC-AF2A-A514482FF7BF}"/>
          </ac:picMkLst>
        </pc:picChg>
        <pc:picChg chg="add mod">
          <ac:chgData name="LEUNG Nicole" userId="8ed04819-1a1c-42ab-ae09-44d42575f3a6" providerId="ADAL" clId="{3E657728-002F-4D06-8545-52875357E7CC}" dt="2023-03-20T09:07:56.295" v="5591" actId="14100"/>
          <ac:picMkLst>
            <pc:docMk/>
            <pc:sldMk cId="2029018428" sldId="302"/>
            <ac:picMk id="7" creationId="{A8772CB6-83AC-464C-825D-DC0E6EFAF8B0}"/>
          </ac:picMkLst>
        </pc:picChg>
        <pc:picChg chg="add mod">
          <ac:chgData name="LEUNG Nicole" userId="8ed04819-1a1c-42ab-ae09-44d42575f3a6" providerId="ADAL" clId="{3E657728-002F-4D06-8545-52875357E7CC}" dt="2023-03-20T08:48:03.253" v="4969" actId="1076"/>
          <ac:picMkLst>
            <pc:docMk/>
            <pc:sldMk cId="2029018428" sldId="302"/>
            <ac:picMk id="8" creationId="{ABCAB96B-7833-4E92-A0B2-55C84B0EDF04}"/>
          </ac:picMkLst>
        </pc:picChg>
      </pc:sldChg>
      <pc:sldChg chg="addSp delSp modSp new mod setBg">
        <pc:chgData name="LEUNG Nicole" userId="8ed04819-1a1c-42ab-ae09-44d42575f3a6" providerId="ADAL" clId="{3E657728-002F-4D06-8545-52875357E7CC}" dt="2023-03-10T10:33:53.881" v="2699" actId="14100"/>
        <pc:sldMkLst>
          <pc:docMk/>
          <pc:sldMk cId="1724655501" sldId="303"/>
        </pc:sldMkLst>
        <pc:spChg chg="mod">
          <ac:chgData name="LEUNG Nicole" userId="8ed04819-1a1c-42ab-ae09-44d42575f3a6" providerId="ADAL" clId="{3E657728-002F-4D06-8545-52875357E7CC}" dt="2023-03-10T10:28:14.625" v="2646" actId="20577"/>
          <ac:spMkLst>
            <pc:docMk/>
            <pc:sldMk cId="1724655501" sldId="303"/>
            <ac:spMk id="2" creationId="{0E493E9A-D89A-4B58-BED0-B9FB3CD16737}"/>
          </ac:spMkLst>
        </pc:spChg>
        <pc:spChg chg="del">
          <ac:chgData name="LEUNG Nicole" userId="8ed04819-1a1c-42ab-ae09-44d42575f3a6" providerId="ADAL" clId="{3E657728-002F-4D06-8545-52875357E7CC}" dt="2023-03-10T10:10:40.507" v="1742"/>
          <ac:spMkLst>
            <pc:docMk/>
            <pc:sldMk cId="1724655501" sldId="303"/>
            <ac:spMk id="3" creationId="{6F797EC2-A4C1-4976-9B34-CE7E5CC48252}"/>
          </ac:spMkLst>
        </pc:spChg>
        <pc:spChg chg="add">
          <ac:chgData name="LEUNG Nicole" userId="8ed04819-1a1c-42ab-ae09-44d42575f3a6" providerId="ADAL" clId="{3E657728-002F-4D06-8545-52875357E7CC}" dt="2023-03-10T10:10:43.430" v="1743" actId="26606"/>
          <ac:spMkLst>
            <pc:docMk/>
            <pc:sldMk cId="1724655501" sldId="303"/>
            <ac:spMk id="9" creationId="{BACC6370-2D7E-4714-9D71-7542949D7D5D}"/>
          </ac:spMkLst>
        </pc:spChg>
        <pc:spChg chg="add">
          <ac:chgData name="LEUNG Nicole" userId="8ed04819-1a1c-42ab-ae09-44d42575f3a6" providerId="ADAL" clId="{3E657728-002F-4D06-8545-52875357E7CC}" dt="2023-03-10T10:10:43.430" v="1743" actId="26606"/>
          <ac:spMkLst>
            <pc:docMk/>
            <pc:sldMk cId="1724655501" sldId="303"/>
            <ac:spMk id="11" creationId="{F68B3F68-107C-434F-AA38-110D5EA91B85}"/>
          </ac:spMkLst>
        </pc:spChg>
        <pc:spChg chg="add">
          <ac:chgData name="LEUNG Nicole" userId="8ed04819-1a1c-42ab-ae09-44d42575f3a6" providerId="ADAL" clId="{3E657728-002F-4D06-8545-52875357E7CC}" dt="2023-03-10T10:10:43.430" v="1743" actId="26606"/>
          <ac:spMkLst>
            <pc:docMk/>
            <pc:sldMk cId="1724655501" sldId="303"/>
            <ac:spMk id="13" creationId="{AAD0DBB9-1A4B-4391-81D4-CB19F9AB918A}"/>
          </ac:spMkLst>
        </pc:spChg>
        <pc:spChg chg="add">
          <ac:chgData name="LEUNG Nicole" userId="8ed04819-1a1c-42ab-ae09-44d42575f3a6" providerId="ADAL" clId="{3E657728-002F-4D06-8545-52875357E7CC}" dt="2023-03-10T10:10:43.430" v="1743" actId="26606"/>
          <ac:spMkLst>
            <pc:docMk/>
            <pc:sldMk cId="1724655501" sldId="303"/>
            <ac:spMk id="15" creationId="{063BBA22-50EA-4C4D-BE05-F1CE4E63AA56}"/>
          </ac:spMkLst>
        </pc:spChg>
        <pc:graphicFrameChg chg="add mod modGraphic">
          <ac:chgData name="LEUNG Nicole" userId="8ed04819-1a1c-42ab-ae09-44d42575f3a6" providerId="ADAL" clId="{3E657728-002F-4D06-8545-52875357E7CC}" dt="2023-03-10T10:33:53.881" v="2699" actId="14100"/>
          <ac:graphicFrameMkLst>
            <pc:docMk/>
            <pc:sldMk cId="1724655501" sldId="303"/>
            <ac:graphicFrameMk id="4" creationId="{329D30CB-4423-42B7-9BF7-1D854680E175}"/>
          </ac:graphicFrameMkLst>
        </pc:graphicFrameChg>
      </pc:sldChg>
      <pc:sldChg chg="addSp delSp modSp new mod setBg">
        <pc:chgData name="LEUNG Nicole" userId="8ed04819-1a1c-42ab-ae09-44d42575f3a6" providerId="ADAL" clId="{3E657728-002F-4D06-8545-52875357E7CC}" dt="2023-03-10T10:34:19.953" v="2720" actId="20577"/>
        <pc:sldMkLst>
          <pc:docMk/>
          <pc:sldMk cId="2764509765" sldId="304"/>
        </pc:sldMkLst>
        <pc:spChg chg="mod">
          <ac:chgData name="LEUNG Nicole" userId="8ed04819-1a1c-42ab-ae09-44d42575f3a6" providerId="ADAL" clId="{3E657728-002F-4D06-8545-52875357E7CC}" dt="2023-03-10T10:34:19.953" v="2720" actId="20577"/>
          <ac:spMkLst>
            <pc:docMk/>
            <pc:sldMk cId="2764509765" sldId="304"/>
            <ac:spMk id="2" creationId="{5F9989A2-9262-4876-9527-98BF51143E65}"/>
          </ac:spMkLst>
        </pc:spChg>
        <pc:spChg chg="del mod">
          <ac:chgData name="LEUNG Nicole" userId="8ed04819-1a1c-42ab-ae09-44d42575f3a6" providerId="ADAL" clId="{3E657728-002F-4D06-8545-52875357E7CC}" dt="2023-03-10T09:57:54.412" v="1726" actId="478"/>
          <ac:spMkLst>
            <pc:docMk/>
            <pc:sldMk cId="2764509765" sldId="304"/>
            <ac:spMk id="3" creationId="{CE1D5960-4316-4206-B1B2-3062789F4F6F}"/>
          </ac:spMkLst>
        </pc:spChg>
        <pc:spChg chg="add del mod">
          <ac:chgData name="LEUNG Nicole" userId="8ed04819-1a1c-42ab-ae09-44d42575f3a6" providerId="ADAL" clId="{3E657728-002F-4D06-8545-52875357E7CC}" dt="2023-03-10T09:58:29.120" v="1730" actId="478"/>
          <ac:spMkLst>
            <pc:docMk/>
            <pc:sldMk cId="2764509765" sldId="304"/>
            <ac:spMk id="5" creationId="{572A1064-3C8D-44C9-BB7D-2A2FD1B22DA3}"/>
          </ac:spMkLst>
        </pc:spChg>
        <pc:spChg chg="add">
          <ac:chgData name="LEUNG Nicole" userId="8ed04819-1a1c-42ab-ae09-44d42575f3a6" providerId="ADAL" clId="{3E657728-002F-4D06-8545-52875357E7CC}" dt="2023-03-10T09:58:41.785" v="1732" actId="26606"/>
          <ac:spMkLst>
            <pc:docMk/>
            <pc:sldMk cId="2764509765" sldId="304"/>
            <ac:spMk id="11" creationId="{A8384FB5-9ADC-4DDC-881B-597D56F5B15D}"/>
          </ac:spMkLst>
        </pc:spChg>
        <pc:spChg chg="add">
          <ac:chgData name="LEUNG Nicole" userId="8ed04819-1a1c-42ab-ae09-44d42575f3a6" providerId="ADAL" clId="{3E657728-002F-4D06-8545-52875357E7CC}" dt="2023-03-10T09:58:41.785" v="1732" actId="26606"/>
          <ac:spMkLst>
            <pc:docMk/>
            <pc:sldMk cId="2764509765" sldId="304"/>
            <ac:spMk id="13" creationId="{1199E1B1-A8C0-4FE8-A5A8-1CB41D69F857}"/>
          </ac:spMkLst>
        </pc:spChg>
        <pc:spChg chg="add">
          <ac:chgData name="LEUNG Nicole" userId="8ed04819-1a1c-42ab-ae09-44d42575f3a6" providerId="ADAL" clId="{3E657728-002F-4D06-8545-52875357E7CC}" dt="2023-03-10T09:58:41.785" v="1732" actId="26606"/>
          <ac:spMkLst>
            <pc:docMk/>
            <pc:sldMk cId="2764509765" sldId="304"/>
            <ac:spMk id="15" creationId="{84A8DE83-DE75-4B41-9DB4-A7EC0B0DEC0B}"/>
          </ac:spMkLst>
        </pc:spChg>
        <pc:spChg chg="add">
          <ac:chgData name="LEUNG Nicole" userId="8ed04819-1a1c-42ab-ae09-44d42575f3a6" providerId="ADAL" clId="{3E657728-002F-4D06-8545-52875357E7CC}" dt="2023-03-10T09:58:41.785" v="1732" actId="26606"/>
          <ac:spMkLst>
            <pc:docMk/>
            <pc:sldMk cId="2764509765" sldId="304"/>
            <ac:spMk id="17" creationId="{A7009A0A-BEF5-4EAC-AF15-E4F9F002E239}"/>
          </ac:spMkLst>
        </pc:spChg>
        <pc:graphicFrameChg chg="add mod modGraphic">
          <ac:chgData name="LEUNG Nicole" userId="8ed04819-1a1c-42ab-ae09-44d42575f3a6" providerId="ADAL" clId="{3E657728-002F-4D06-8545-52875357E7CC}" dt="2023-03-10T10:33:34.783" v="2696" actId="2165"/>
          <ac:graphicFrameMkLst>
            <pc:docMk/>
            <pc:sldMk cId="2764509765" sldId="304"/>
            <ac:graphicFrameMk id="6" creationId="{0B6762C7-7226-42D8-A539-AA77B36A526E}"/>
          </ac:graphicFrameMkLst>
        </pc:graphicFrameChg>
      </pc:sldChg>
      <pc:sldChg chg="addSp modSp new mod">
        <pc:chgData name="LEUNG Nicole" userId="8ed04819-1a1c-42ab-ae09-44d42575f3a6" providerId="ADAL" clId="{3E657728-002F-4D06-8545-52875357E7CC}" dt="2023-03-13T03:07:33.839" v="2949" actId="20577"/>
        <pc:sldMkLst>
          <pc:docMk/>
          <pc:sldMk cId="834880465" sldId="305"/>
        </pc:sldMkLst>
        <pc:spChg chg="mod">
          <ac:chgData name="LEUNG Nicole" userId="8ed04819-1a1c-42ab-ae09-44d42575f3a6" providerId="ADAL" clId="{3E657728-002F-4D06-8545-52875357E7CC}" dt="2023-03-13T03:06:41.146" v="2869" actId="27636"/>
          <ac:spMkLst>
            <pc:docMk/>
            <pc:sldMk cId="834880465" sldId="305"/>
            <ac:spMk id="2" creationId="{F28DCAC4-C5AD-46C5-88F0-25E057BDAADC}"/>
          </ac:spMkLst>
        </pc:spChg>
        <pc:spChg chg="mod">
          <ac:chgData name="LEUNG Nicole" userId="8ed04819-1a1c-42ab-ae09-44d42575f3a6" providerId="ADAL" clId="{3E657728-002F-4D06-8545-52875357E7CC}" dt="2023-03-13T03:07:33.839" v="2949" actId="20577"/>
          <ac:spMkLst>
            <pc:docMk/>
            <pc:sldMk cId="834880465" sldId="305"/>
            <ac:spMk id="3" creationId="{93540CC1-6529-4F58-83CD-3B4C066F311F}"/>
          </ac:spMkLst>
        </pc:spChg>
        <pc:picChg chg="add mod">
          <ac:chgData name="LEUNG Nicole" userId="8ed04819-1a1c-42ab-ae09-44d42575f3a6" providerId="ADAL" clId="{3E657728-002F-4D06-8545-52875357E7CC}" dt="2023-03-13T03:06:19.183" v="2816" actId="1076"/>
          <ac:picMkLst>
            <pc:docMk/>
            <pc:sldMk cId="834880465" sldId="305"/>
            <ac:picMk id="4" creationId="{AE714F0D-D291-46FA-9B7F-3533DCC148D1}"/>
          </ac:picMkLst>
        </pc:picChg>
      </pc:sldChg>
      <pc:sldChg chg="addSp modSp new mod">
        <pc:chgData name="LEUNG Nicole" userId="8ed04819-1a1c-42ab-ae09-44d42575f3a6" providerId="ADAL" clId="{3E657728-002F-4D06-8545-52875357E7CC}" dt="2023-03-14T04:07:10.767" v="3671" actId="1076"/>
        <pc:sldMkLst>
          <pc:docMk/>
          <pc:sldMk cId="1660519983" sldId="306"/>
        </pc:sldMkLst>
        <pc:spChg chg="mod">
          <ac:chgData name="LEUNG Nicole" userId="8ed04819-1a1c-42ab-ae09-44d42575f3a6" providerId="ADAL" clId="{3E657728-002F-4D06-8545-52875357E7CC}" dt="2023-03-14T04:07:03.316" v="3667" actId="14100"/>
          <ac:spMkLst>
            <pc:docMk/>
            <pc:sldMk cId="1660519983" sldId="306"/>
            <ac:spMk id="2" creationId="{88DFCBBE-63C4-40F8-8A5F-C3EC9A1A01DB}"/>
          </ac:spMkLst>
        </pc:spChg>
        <pc:spChg chg="mod">
          <ac:chgData name="LEUNG Nicole" userId="8ed04819-1a1c-42ab-ae09-44d42575f3a6" providerId="ADAL" clId="{3E657728-002F-4D06-8545-52875357E7CC}" dt="2023-03-14T04:07:05.708" v="3668" actId="14100"/>
          <ac:spMkLst>
            <pc:docMk/>
            <pc:sldMk cId="1660519983" sldId="306"/>
            <ac:spMk id="3" creationId="{7A062BE0-41BD-4147-80E0-518376540F16}"/>
          </ac:spMkLst>
        </pc:spChg>
        <pc:spChg chg="add mod">
          <ac:chgData name="LEUNG Nicole" userId="8ed04819-1a1c-42ab-ae09-44d42575f3a6" providerId="ADAL" clId="{3E657728-002F-4D06-8545-52875357E7CC}" dt="2023-03-14T04:07:00.688" v="3666" actId="1076"/>
          <ac:spMkLst>
            <pc:docMk/>
            <pc:sldMk cId="1660519983" sldId="306"/>
            <ac:spMk id="5" creationId="{30F48C33-EF9F-4DB4-9008-BD315D3958B5}"/>
          </ac:spMkLst>
        </pc:spChg>
        <pc:picChg chg="add mod">
          <ac:chgData name="LEUNG Nicole" userId="8ed04819-1a1c-42ab-ae09-44d42575f3a6" providerId="ADAL" clId="{3E657728-002F-4D06-8545-52875357E7CC}" dt="2023-03-14T04:07:10.767" v="3671" actId="1076"/>
          <ac:picMkLst>
            <pc:docMk/>
            <pc:sldMk cId="1660519983" sldId="306"/>
            <ac:picMk id="6" creationId="{3AEB48AD-7108-49A7-8E06-6DBA39A38134}"/>
          </ac:picMkLst>
        </pc:picChg>
      </pc:sldChg>
      <pc:sldChg chg="addSp delSp modSp new mod setBg">
        <pc:chgData name="LEUNG Nicole" userId="8ed04819-1a1c-42ab-ae09-44d42575f3a6" providerId="ADAL" clId="{3E657728-002F-4D06-8545-52875357E7CC}" dt="2023-03-20T03:45:22.677" v="4496" actId="14100"/>
        <pc:sldMkLst>
          <pc:docMk/>
          <pc:sldMk cId="3281555556" sldId="307"/>
        </pc:sldMkLst>
        <pc:spChg chg="mod">
          <ac:chgData name="LEUNG Nicole" userId="8ed04819-1a1c-42ab-ae09-44d42575f3a6" providerId="ADAL" clId="{3E657728-002F-4D06-8545-52875357E7CC}" dt="2023-03-20T03:45:22.677" v="4496" actId="14100"/>
          <ac:spMkLst>
            <pc:docMk/>
            <pc:sldMk cId="3281555556" sldId="307"/>
            <ac:spMk id="2" creationId="{44E6EAFA-F187-4301-AF53-96466AF430C9}"/>
          </ac:spMkLst>
        </pc:spChg>
        <pc:spChg chg="mod">
          <ac:chgData name="LEUNG Nicole" userId="8ed04819-1a1c-42ab-ae09-44d42575f3a6" providerId="ADAL" clId="{3E657728-002F-4D06-8545-52875357E7CC}" dt="2023-03-20T01:46:23.241" v="4459" actId="255"/>
          <ac:spMkLst>
            <pc:docMk/>
            <pc:sldMk cId="3281555556" sldId="307"/>
            <ac:spMk id="3" creationId="{8DCBF708-59D3-496D-851E-63B5ADC75F12}"/>
          </ac:spMkLst>
        </pc:spChg>
        <pc:spChg chg="add del">
          <ac:chgData name="LEUNG Nicole" userId="8ed04819-1a1c-42ab-ae09-44d42575f3a6" providerId="ADAL" clId="{3E657728-002F-4D06-8545-52875357E7CC}" dt="2023-03-16T02:50:29.617" v="4379" actId="26606"/>
          <ac:spMkLst>
            <pc:docMk/>
            <pc:sldMk cId="3281555556" sldId="307"/>
            <ac:spMk id="8" creationId="{1BB867FF-FC45-48F7-8104-F89BE54909F1}"/>
          </ac:spMkLst>
        </pc:spChg>
        <pc:spChg chg="add del">
          <ac:chgData name="LEUNG Nicole" userId="8ed04819-1a1c-42ab-ae09-44d42575f3a6" providerId="ADAL" clId="{3E657728-002F-4D06-8545-52875357E7CC}" dt="2023-03-16T02:50:29.617" v="4379" actId="26606"/>
          <ac:spMkLst>
            <pc:docMk/>
            <pc:sldMk cId="3281555556" sldId="307"/>
            <ac:spMk id="10" creationId="{8BB56887-D0D5-4F0C-9E19-7247EB83C8B7}"/>
          </ac:spMkLst>
        </pc:spChg>
        <pc:spChg chg="add del">
          <ac:chgData name="LEUNG Nicole" userId="8ed04819-1a1c-42ab-ae09-44d42575f3a6" providerId="ADAL" clId="{3E657728-002F-4D06-8545-52875357E7CC}" dt="2023-03-16T02:50:29.617" v="4379" actId="26606"/>
          <ac:spMkLst>
            <pc:docMk/>
            <pc:sldMk cId="3281555556" sldId="307"/>
            <ac:spMk id="12" creationId="{081E4A58-353D-44AE-B2FC-2A74E2E400F7}"/>
          </ac:spMkLst>
        </pc:spChg>
        <pc:spChg chg="add">
          <ac:chgData name="LEUNG Nicole" userId="8ed04819-1a1c-42ab-ae09-44d42575f3a6" providerId="ADAL" clId="{3E657728-002F-4D06-8545-52875357E7CC}" dt="2023-03-16T02:50:29.639" v="4380" actId="26606"/>
          <ac:spMkLst>
            <pc:docMk/>
            <pc:sldMk cId="3281555556" sldId="307"/>
            <ac:spMk id="14" creationId="{100EDD19-6802-4EC3-95CE-CFFAB042CFD6}"/>
          </ac:spMkLst>
        </pc:spChg>
        <pc:spChg chg="add">
          <ac:chgData name="LEUNG Nicole" userId="8ed04819-1a1c-42ab-ae09-44d42575f3a6" providerId="ADAL" clId="{3E657728-002F-4D06-8545-52875357E7CC}" dt="2023-03-16T02:50:29.639" v="4380" actId="26606"/>
          <ac:spMkLst>
            <pc:docMk/>
            <pc:sldMk cId="3281555556" sldId="307"/>
            <ac:spMk id="15" creationId="{DB17E863-922E-4C26-BD64-E8FD41D28661}"/>
          </ac:spMkLst>
        </pc:spChg>
        <pc:graphicFrameChg chg="add del mod">
          <ac:chgData name="LEUNG Nicole" userId="8ed04819-1a1c-42ab-ae09-44d42575f3a6" providerId="ADAL" clId="{3E657728-002F-4D06-8545-52875357E7CC}" dt="2023-03-16T02:49:51.610" v="4334"/>
          <ac:graphicFrameMkLst>
            <pc:docMk/>
            <pc:sldMk cId="3281555556" sldId="307"/>
            <ac:graphicFrameMk id="4" creationId="{02953610-6893-4E7D-B902-F3C5C469BB17}"/>
          </ac:graphicFrameMkLst>
        </pc:graphicFrameChg>
      </pc:sldChg>
      <pc:sldChg chg="addSp delSp modSp new mod">
        <pc:chgData name="LEUNG Nicole" userId="8ed04819-1a1c-42ab-ae09-44d42575f3a6" providerId="ADAL" clId="{3E657728-002F-4D06-8545-52875357E7CC}" dt="2023-03-20T06:19:01.536" v="4596" actId="1076"/>
        <pc:sldMkLst>
          <pc:docMk/>
          <pc:sldMk cId="2696944007" sldId="308"/>
        </pc:sldMkLst>
        <pc:spChg chg="del">
          <ac:chgData name="LEUNG Nicole" userId="8ed04819-1a1c-42ab-ae09-44d42575f3a6" providerId="ADAL" clId="{3E657728-002F-4D06-8545-52875357E7CC}" dt="2023-03-20T02:02:50.152" v="4467" actId="478"/>
          <ac:spMkLst>
            <pc:docMk/>
            <pc:sldMk cId="2696944007" sldId="308"/>
            <ac:spMk id="2" creationId="{70758083-FC2B-464A-9772-5DB115C85EF7}"/>
          </ac:spMkLst>
        </pc:spChg>
        <pc:spChg chg="mod">
          <ac:chgData name="LEUNG Nicole" userId="8ed04819-1a1c-42ab-ae09-44d42575f3a6" providerId="ADAL" clId="{3E657728-002F-4D06-8545-52875357E7CC}" dt="2023-03-20T04:11:53.718" v="4593" actId="14100"/>
          <ac:spMkLst>
            <pc:docMk/>
            <pc:sldMk cId="2696944007" sldId="308"/>
            <ac:spMk id="3" creationId="{BBFE9126-C565-4E94-82E9-A88FDB40D813}"/>
          </ac:spMkLst>
        </pc:spChg>
        <pc:spChg chg="add mod">
          <ac:chgData name="LEUNG Nicole" userId="8ed04819-1a1c-42ab-ae09-44d42575f3a6" providerId="ADAL" clId="{3E657728-002F-4D06-8545-52875357E7CC}" dt="2023-03-20T06:19:01.536" v="4596" actId="1076"/>
          <ac:spMkLst>
            <pc:docMk/>
            <pc:sldMk cId="2696944007" sldId="308"/>
            <ac:spMk id="4" creationId="{579FCE5E-8E3A-4AC7-824D-AF7C0D0C7F6C}"/>
          </ac:spMkLst>
        </pc:spChg>
      </pc:sldChg>
      <pc:sldChg chg="addSp delSp modSp new mod">
        <pc:chgData name="LEUNG Nicole" userId="8ed04819-1a1c-42ab-ae09-44d42575f3a6" providerId="ADAL" clId="{3E657728-002F-4D06-8545-52875357E7CC}" dt="2023-03-20T09:27:14.983" v="5772" actId="14100"/>
        <pc:sldMkLst>
          <pc:docMk/>
          <pc:sldMk cId="1583066299" sldId="309"/>
        </pc:sldMkLst>
        <pc:spChg chg="mod">
          <ac:chgData name="LEUNG Nicole" userId="8ed04819-1a1c-42ab-ae09-44d42575f3a6" providerId="ADAL" clId="{3E657728-002F-4D06-8545-52875357E7CC}" dt="2023-03-20T08:50:56.771" v="5138" actId="20577"/>
          <ac:spMkLst>
            <pc:docMk/>
            <pc:sldMk cId="1583066299" sldId="309"/>
            <ac:spMk id="2" creationId="{B4E32D6D-1A3A-481F-BADE-19C45032D059}"/>
          </ac:spMkLst>
        </pc:spChg>
        <pc:spChg chg="del mod">
          <ac:chgData name="LEUNG Nicole" userId="8ed04819-1a1c-42ab-ae09-44d42575f3a6" providerId="ADAL" clId="{3E657728-002F-4D06-8545-52875357E7CC}" dt="2023-03-20T04:02:10.434" v="4560" actId="478"/>
          <ac:spMkLst>
            <pc:docMk/>
            <pc:sldMk cId="1583066299" sldId="309"/>
            <ac:spMk id="3" creationId="{30115C30-821F-4AE1-8B30-94BDF935B9B6}"/>
          </ac:spMkLst>
        </pc:spChg>
        <pc:spChg chg="add mod">
          <ac:chgData name="LEUNG Nicole" userId="8ed04819-1a1c-42ab-ae09-44d42575f3a6" providerId="ADAL" clId="{3E657728-002F-4D06-8545-52875357E7CC}" dt="2023-03-20T09:27:14.983" v="5772" actId="14100"/>
          <ac:spMkLst>
            <pc:docMk/>
            <pc:sldMk cId="1583066299" sldId="309"/>
            <ac:spMk id="8" creationId="{5E911CA0-FEB7-4EAE-8BB8-408AD4F6AD93}"/>
          </ac:spMkLst>
        </pc:spChg>
        <pc:picChg chg="add mod">
          <ac:chgData name="LEUNG Nicole" userId="8ed04819-1a1c-42ab-ae09-44d42575f3a6" providerId="ADAL" clId="{3E657728-002F-4D06-8545-52875357E7CC}" dt="2023-03-20T09:27:03.849" v="5768" actId="14100"/>
          <ac:picMkLst>
            <pc:docMk/>
            <pc:sldMk cId="1583066299" sldId="309"/>
            <ac:picMk id="5" creationId="{0DDEB8C4-E9BC-42AF-B971-04974E41A2DF}"/>
          </ac:picMkLst>
        </pc:picChg>
        <pc:picChg chg="add mod">
          <ac:chgData name="LEUNG Nicole" userId="8ed04819-1a1c-42ab-ae09-44d42575f3a6" providerId="ADAL" clId="{3E657728-002F-4D06-8545-52875357E7CC}" dt="2023-03-20T09:27:09.337" v="5771" actId="1076"/>
          <ac:picMkLst>
            <pc:docMk/>
            <pc:sldMk cId="1583066299" sldId="309"/>
            <ac:picMk id="7" creationId="{010E815B-7A28-46C7-A4F5-BCA1ADD02975}"/>
          </ac:picMkLst>
        </pc:picChg>
      </pc:sldChg>
      <pc:sldChg chg="addSp modSp new del mod">
        <pc:chgData name="LEUNG Nicole" userId="8ed04819-1a1c-42ab-ae09-44d42575f3a6" providerId="ADAL" clId="{3E657728-002F-4D06-8545-52875357E7CC}" dt="2023-03-20T06:44:21.053" v="4612" actId="2696"/>
        <pc:sldMkLst>
          <pc:docMk/>
          <pc:sldMk cId="1458089850" sldId="310"/>
        </pc:sldMkLst>
        <pc:picChg chg="add mod">
          <ac:chgData name="LEUNG Nicole" userId="8ed04819-1a1c-42ab-ae09-44d42575f3a6" providerId="ADAL" clId="{3E657728-002F-4D06-8545-52875357E7CC}" dt="2023-03-20T03:55:28.720" v="4519" actId="1076"/>
          <ac:picMkLst>
            <pc:docMk/>
            <pc:sldMk cId="1458089850" sldId="310"/>
            <ac:picMk id="4" creationId="{B4274347-6316-470B-83F0-0377B281EBA8}"/>
          </ac:picMkLst>
        </pc:picChg>
      </pc:sldChg>
      <pc:sldChg chg="modSp new mod">
        <pc:chgData name="LEUNG Nicole" userId="8ed04819-1a1c-42ab-ae09-44d42575f3a6" providerId="ADAL" clId="{3E657728-002F-4D06-8545-52875357E7CC}" dt="2023-03-20T07:28:57.701" v="4667" actId="5793"/>
        <pc:sldMkLst>
          <pc:docMk/>
          <pc:sldMk cId="4036466995" sldId="310"/>
        </pc:sldMkLst>
        <pc:spChg chg="mod">
          <ac:chgData name="LEUNG Nicole" userId="8ed04819-1a1c-42ab-ae09-44d42575f3a6" providerId="ADAL" clId="{3E657728-002F-4D06-8545-52875357E7CC}" dt="2023-03-20T07:28:57.701" v="4667" actId="5793"/>
          <ac:spMkLst>
            <pc:docMk/>
            <pc:sldMk cId="4036466995" sldId="310"/>
            <ac:spMk id="2" creationId="{3B2735B5-BCAC-421B-83C1-F5009A9D2294}"/>
          </ac:spMkLst>
        </pc:spChg>
      </pc:sldChg>
      <pc:sldChg chg="addSp delSp modSp new del mod">
        <pc:chgData name="LEUNG Nicole" userId="8ed04819-1a1c-42ab-ae09-44d42575f3a6" providerId="ADAL" clId="{3E657728-002F-4D06-8545-52875357E7CC}" dt="2023-03-20T06:32:47.709" v="4597" actId="2696"/>
        <pc:sldMkLst>
          <pc:docMk/>
          <pc:sldMk cId="636905792" sldId="311"/>
        </pc:sldMkLst>
        <pc:spChg chg="del">
          <ac:chgData name="LEUNG Nicole" userId="8ed04819-1a1c-42ab-ae09-44d42575f3a6" providerId="ADAL" clId="{3E657728-002F-4D06-8545-52875357E7CC}" dt="2023-03-20T03:56:33.566" v="4530" actId="478"/>
          <ac:spMkLst>
            <pc:docMk/>
            <pc:sldMk cId="636905792" sldId="311"/>
            <ac:spMk id="2" creationId="{E9EAFF61-06EE-4B12-A412-519C49EE45A2}"/>
          </ac:spMkLst>
        </pc:spChg>
        <pc:spChg chg="del mod">
          <ac:chgData name="LEUNG Nicole" userId="8ed04819-1a1c-42ab-ae09-44d42575f3a6" providerId="ADAL" clId="{3E657728-002F-4D06-8545-52875357E7CC}" dt="2023-03-20T03:56:30.642" v="4529" actId="478"/>
          <ac:spMkLst>
            <pc:docMk/>
            <pc:sldMk cId="636905792" sldId="311"/>
            <ac:spMk id="3" creationId="{F3979F60-A98C-401D-B982-7543FD26EA18}"/>
          </ac:spMkLst>
        </pc:spChg>
        <pc:picChg chg="add del mod">
          <ac:chgData name="LEUNG Nicole" userId="8ed04819-1a1c-42ab-ae09-44d42575f3a6" providerId="ADAL" clId="{3E657728-002F-4D06-8545-52875357E7CC}" dt="2023-03-20T03:57:19.436" v="4536" actId="21"/>
          <ac:picMkLst>
            <pc:docMk/>
            <pc:sldMk cId="636905792" sldId="311"/>
            <ac:picMk id="4" creationId="{2F192019-82B8-4E7C-BCEF-B2E7FCC68C6A}"/>
          </ac:picMkLst>
        </pc:picChg>
        <pc:picChg chg="add del mod">
          <ac:chgData name="LEUNG Nicole" userId="8ed04819-1a1c-42ab-ae09-44d42575f3a6" providerId="ADAL" clId="{3E657728-002F-4D06-8545-52875357E7CC}" dt="2023-03-20T03:56:41.286" v="4531" actId="478"/>
          <ac:picMkLst>
            <pc:docMk/>
            <pc:sldMk cId="636905792" sldId="311"/>
            <ac:picMk id="5" creationId="{5679FB24-5109-4227-AEFE-66890AD2AD27}"/>
          </ac:picMkLst>
        </pc:picChg>
        <pc:picChg chg="add del mod">
          <ac:chgData name="LEUNG Nicole" userId="8ed04819-1a1c-42ab-ae09-44d42575f3a6" providerId="ADAL" clId="{3E657728-002F-4D06-8545-52875357E7CC}" dt="2023-03-20T03:57:04.436" v="4534" actId="478"/>
          <ac:picMkLst>
            <pc:docMk/>
            <pc:sldMk cId="636905792" sldId="311"/>
            <ac:picMk id="6" creationId="{106EFA95-1331-4747-A1FF-DED3C241B12C}"/>
          </ac:picMkLst>
        </pc:picChg>
      </pc:sldChg>
      <pc:sldChg chg="addSp modSp new mod">
        <pc:chgData name="LEUNG Nicole" userId="8ed04819-1a1c-42ab-ae09-44d42575f3a6" providerId="ADAL" clId="{3E657728-002F-4D06-8545-52875357E7CC}" dt="2023-03-20T09:13:07.936" v="5659" actId="20577"/>
        <pc:sldMkLst>
          <pc:docMk/>
          <pc:sldMk cId="3937487968" sldId="311"/>
        </pc:sldMkLst>
        <pc:spChg chg="mod">
          <ac:chgData name="LEUNG Nicole" userId="8ed04819-1a1c-42ab-ae09-44d42575f3a6" providerId="ADAL" clId="{3E657728-002F-4D06-8545-52875357E7CC}" dt="2023-03-20T08:52:00.422" v="5181" actId="1076"/>
          <ac:spMkLst>
            <pc:docMk/>
            <pc:sldMk cId="3937487968" sldId="311"/>
            <ac:spMk id="2" creationId="{002C7281-0215-469F-BF2C-496CE15C0471}"/>
          </ac:spMkLst>
        </pc:spChg>
        <pc:spChg chg="mod">
          <ac:chgData name="LEUNG Nicole" userId="8ed04819-1a1c-42ab-ae09-44d42575f3a6" providerId="ADAL" clId="{3E657728-002F-4D06-8545-52875357E7CC}" dt="2023-03-20T09:13:07.936" v="5659" actId="20577"/>
          <ac:spMkLst>
            <pc:docMk/>
            <pc:sldMk cId="3937487968" sldId="311"/>
            <ac:spMk id="3" creationId="{1DC33D17-7259-4D64-AF40-41E27B5308F1}"/>
          </ac:spMkLst>
        </pc:spChg>
        <pc:picChg chg="add mod">
          <ac:chgData name="LEUNG Nicole" userId="8ed04819-1a1c-42ab-ae09-44d42575f3a6" providerId="ADAL" clId="{3E657728-002F-4D06-8545-52875357E7CC}" dt="2023-03-20T08:03:14.704" v="4819" actId="1076"/>
          <ac:picMkLst>
            <pc:docMk/>
            <pc:sldMk cId="3937487968" sldId="311"/>
            <ac:picMk id="5" creationId="{42EFECE5-BD27-4DFD-BE98-20968D435461}"/>
          </ac:picMkLst>
        </pc:picChg>
        <pc:picChg chg="add mod">
          <ac:chgData name="LEUNG Nicole" userId="8ed04819-1a1c-42ab-ae09-44d42575f3a6" providerId="ADAL" clId="{3E657728-002F-4D06-8545-52875357E7CC}" dt="2023-03-20T08:04:15.347" v="4821" actId="1076"/>
          <ac:picMkLst>
            <pc:docMk/>
            <pc:sldMk cId="3937487968" sldId="311"/>
            <ac:picMk id="7" creationId="{78138CE3-19CB-4631-BB16-9752C7EAE6E2}"/>
          </ac:picMkLst>
        </pc:picChg>
      </pc:sldChg>
      <pc:sldChg chg="addSp delSp modSp new mod">
        <pc:chgData name="LEUNG Nicole" userId="8ed04819-1a1c-42ab-ae09-44d42575f3a6" providerId="ADAL" clId="{3E657728-002F-4D06-8545-52875357E7CC}" dt="2023-03-20T09:10:43.491" v="5634" actId="21"/>
        <pc:sldMkLst>
          <pc:docMk/>
          <pc:sldMk cId="1724579227" sldId="312"/>
        </pc:sldMkLst>
        <pc:spChg chg="mod">
          <ac:chgData name="LEUNG Nicole" userId="8ed04819-1a1c-42ab-ae09-44d42575f3a6" providerId="ADAL" clId="{3E657728-002F-4D06-8545-52875357E7CC}" dt="2023-03-20T09:09:30.679" v="5599" actId="14100"/>
          <ac:spMkLst>
            <pc:docMk/>
            <pc:sldMk cId="1724579227" sldId="312"/>
            <ac:spMk id="2" creationId="{C01FC5AF-4BF8-4B56-A851-9C99AC4D630B}"/>
          </ac:spMkLst>
        </pc:spChg>
        <pc:spChg chg="mod">
          <ac:chgData name="LEUNG Nicole" userId="8ed04819-1a1c-42ab-ae09-44d42575f3a6" providerId="ADAL" clId="{3E657728-002F-4D06-8545-52875357E7CC}" dt="2023-03-20T09:10:03.280" v="5630" actId="20577"/>
          <ac:spMkLst>
            <pc:docMk/>
            <pc:sldMk cId="1724579227" sldId="312"/>
            <ac:spMk id="3" creationId="{AA078DC1-573A-42FE-AE15-89228F0CF84A}"/>
          </ac:spMkLst>
        </pc:spChg>
        <pc:picChg chg="add mod">
          <ac:chgData name="LEUNG Nicole" userId="8ed04819-1a1c-42ab-ae09-44d42575f3a6" providerId="ADAL" clId="{3E657728-002F-4D06-8545-52875357E7CC}" dt="2023-03-20T09:08:19.639" v="5596" actId="1076"/>
          <ac:picMkLst>
            <pc:docMk/>
            <pc:sldMk cId="1724579227" sldId="312"/>
            <ac:picMk id="5" creationId="{52509BCC-F558-4469-A901-56EB010F716C}"/>
          </ac:picMkLst>
        </pc:picChg>
        <pc:picChg chg="add mod">
          <ac:chgData name="LEUNG Nicole" userId="8ed04819-1a1c-42ab-ae09-44d42575f3a6" providerId="ADAL" clId="{3E657728-002F-4D06-8545-52875357E7CC}" dt="2023-03-20T09:08:26.630" v="5598" actId="1076"/>
          <ac:picMkLst>
            <pc:docMk/>
            <pc:sldMk cId="1724579227" sldId="312"/>
            <ac:picMk id="7" creationId="{1C18B887-2293-41A7-8E7F-E7D25F1DE81E}"/>
          </ac:picMkLst>
        </pc:picChg>
        <pc:picChg chg="add del mod">
          <ac:chgData name="LEUNG Nicole" userId="8ed04819-1a1c-42ab-ae09-44d42575f3a6" providerId="ADAL" clId="{3E657728-002F-4D06-8545-52875357E7CC}" dt="2023-03-20T09:10:43.491" v="5634" actId="21"/>
          <ac:picMkLst>
            <pc:docMk/>
            <pc:sldMk cId="1724579227" sldId="312"/>
            <ac:picMk id="8" creationId="{F8718BA6-7A2B-475A-9CB5-04E7BCBF5768}"/>
          </ac:picMkLst>
        </pc:picChg>
      </pc:sldChg>
      <pc:sldChg chg="addSp delSp modSp new mod">
        <pc:chgData name="LEUNG Nicole" userId="8ed04819-1a1c-42ab-ae09-44d42575f3a6" providerId="ADAL" clId="{3E657728-002F-4D06-8545-52875357E7CC}" dt="2023-03-20T09:11:29.729" v="5647" actId="1076"/>
        <pc:sldMkLst>
          <pc:docMk/>
          <pc:sldMk cId="379772369" sldId="313"/>
        </pc:sldMkLst>
        <pc:spChg chg="del mod">
          <ac:chgData name="LEUNG Nicole" userId="8ed04819-1a1c-42ab-ae09-44d42575f3a6" providerId="ADAL" clId="{3E657728-002F-4D06-8545-52875357E7CC}" dt="2023-03-20T09:10:53.288" v="5640" actId="478"/>
          <ac:spMkLst>
            <pc:docMk/>
            <pc:sldMk cId="379772369" sldId="313"/>
            <ac:spMk id="3" creationId="{49322366-9D8E-4C10-B2B3-FDADE0F4BEE9}"/>
          </ac:spMkLst>
        </pc:spChg>
        <pc:picChg chg="add mod">
          <ac:chgData name="LEUNG Nicole" userId="8ed04819-1a1c-42ab-ae09-44d42575f3a6" providerId="ADAL" clId="{3E657728-002F-4D06-8545-52875357E7CC}" dt="2023-03-20T09:11:29.729" v="5647" actId="1076"/>
          <ac:picMkLst>
            <pc:docMk/>
            <pc:sldMk cId="379772369" sldId="313"/>
            <ac:picMk id="4" creationId="{D4011FBD-D676-441B-9F66-BCAEDAD314EE}"/>
          </ac:picMkLst>
        </pc:picChg>
      </pc:sldChg>
      <pc:sldMasterChg chg="del delSldLayout">
        <pc:chgData name="LEUNG Nicole" userId="8ed04819-1a1c-42ab-ae09-44d42575f3a6" providerId="ADAL" clId="{3E657728-002F-4D06-8545-52875357E7CC}" dt="2023-03-09T05:03:30.576" v="0" actId="26606"/>
        <pc:sldMasterMkLst>
          <pc:docMk/>
          <pc:sldMasterMk cId="3191684431" sldId="2147483648"/>
        </pc:sldMasterMkLst>
        <pc:sldLayoutChg chg="del">
          <pc:chgData name="LEUNG Nicole" userId="8ed04819-1a1c-42ab-ae09-44d42575f3a6" providerId="ADAL" clId="{3E657728-002F-4D06-8545-52875357E7CC}" dt="2023-03-09T05:03:30.576" v="0" actId="26606"/>
          <pc:sldLayoutMkLst>
            <pc:docMk/>
            <pc:sldMasterMk cId="3191684431" sldId="2147483648"/>
            <pc:sldLayoutMk cId="591099510" sldId="2147483649"/>
          </pc:sldLayoutMkLst>
        </pc:sldLayoutChg>
        <pc:sldLayoutChg chg="del">
          <pc:chgData name="LEUNG Nicole" userId="8ed04819-1a1c-42ab-ae09-44d42575f3a6" providerId="ADAL" clId="{3E657728-002F-4D06-8545-52875357E7CC}" dt="2023-03-09T05:03:30.576" v="0" actId="26606"/>
          <pc:sldLayoutMkLst>
            <pc:docMk/>
            <pc:sldMasterMk cId="3191684431" sldId="2147483648"/>
            <pc:sldLayoutMk cId="3956437500" sldId="2147483650"/>
          </pc:sldLayoutMkLst>
        </pc:sldLayoutChg>
        <pc:sldLayoutChg chg="del">
          <pc:chgData name="LEUNG Nicole" userId="8ed04819-1a1c-42ab-ae09-44d42575f3a6" providerId="ADAL" clId="{3E657728-002F-4D06-8545-52875357E7CC}" dt="2023-03-09T05:03:30.576" v="0" actId="26606"/>
          <pc:sldLayoutMkLst>
            <pc:docMk/>
            <pc:sldMasterMk cId="3191684431" sldId="2147483648"/>
            <pc:sldLayoutMk cId="1652150165" sldId="2147483651"/>
          </pc:sldLayoutMkLst>
        </pc:sldLayoutChg>
        <pc:sldLayoutChg chg="del">
          <pc:chgData name="LEUNG Nicole" userId="8ed04819-1a1c-42ab-ae09-44d42575f3a6" providerId="ADAL" clId="{3E657728-002F-4D06-8545-52875357E7CC}" dt="2023-03-09T05:03:30.576" v="0" actId="26606"/>
          <pc:sldLayoutMkLst>
            <pc:docMk/>
            <pc:sldMasterMk cId="3191684431" sldId="2147483648"/>
            <pc:sldLayoutMk cId="4305285" sldId="2147483652"/>
          </pc:sldLayoutMkLst>
        </pc:sldLayoutChg>
        <pc:sldLayoutChg chg="del">
          <pc:chgData name="LEUNG Nicole" userId="8ed04819-1a1c-42ab-ae09-44d42575f3a6" providerId="ADAL" clId="{3E657728-002F-4D06-8545-52875357E7CC}" dt="2023-03-09T05:03:30.576" v="0" actId="26606"/>
          <pc:sldLayoutMkLst>
            <pc:docMk/>
            <pc:sldMasterMk cId="3191684431" sldId="2147483648"/>
            <pc:sldLayoutMk cId="2823197397" sldId="2147483653"/>
          </pc:sldLayoutMkLst>
        </pc:sldLayoutChg>
        <pc:sldLayoutChg chg="del">
          <pc:chgData name="LEUNG Nicole" userId="8ed04819-1a1c-42ab-ae09-44d42575f3a6" providerId="ADAL" clId="{3E657728-002F-4D06-8545-52875357E7CC}" dt="2023-03-09T05:03:30.576" v="0" actId="26606"/>
          <pc:sldLayoutMkLst>
            <pc:docMk/>
            <pc:sldMasterMk cId="3191684431" sldId="2147483648"/>
            <pc:sldLayoutMk cId="2726787920" sldId="2147483654"/>
          </pc:sldLayoutMkLst>
        </pc:sldLayoutChg>
        <pc:sldLayoutChg chg="del">
          <pc:chgData name="LEUNG Nicole" userId="8ed04819-1a1c-42ab-ae09-44d42575f3a6" providerId="ADAL" clId="{3E657728-002F-4D06-8545-52875357E7CC}" dt="2023-03-09T05:03:30.576" v="0" actId="26606"/>
          <pc:sldLayoutMkLst>
            <pc:docMk/>
            <pc:sldMasterMk cId="3191684431" sldId="2147483648"/>
            <pc:sldLayoutMk cId="1035967651" sldId="2147483655"/>
          </pc:sldLayoutMkLst>
        </pc:sldLayoutChg>
        <pc:sldLayoutChg chg="del">
          <pc:chgData name="LEUNG Nicole" userId="8ed04819-1a1c-42ab-ae09-44d42575f3a6" providerId="ADAL" clId="{3E657728-002F-4D06-8545-52875357E7CC}" dt="2023-03-09T05:03:30.576" v="0" actId="26606"/>
          <pc:sldLayoutMkLst>
            <pc:docMk/>
            <pc:sldMasterMk cId="3191684431" sldId="2147483648"/>
            <pc:sldLayoutMk cId="372297587" sldId="2147483656"/>
          </pc:sldLayoutMkLst>
        </pc:sldLayoutChg>
        <pc:sldLayoutChg chg="del">
          <pc:chgData name="LEUNG Nicole" userId="8ed04819-1a1c-42ab-ae09-44d42575f3a6" providerId="ADAL" clId="{3E657728-002F-4D06-8545-52875357E7CC}" dt="2023-03-09T05:03:30.576" v="0" actId="26606"/>
          <pc:sldLayoutMkLst>
            <pc:docMk/>
            <pc:sldMasterMk cId="3191684431" sldId="2147483648"/>
            <pc:sldLayoutMk cId="959629284" sldId="2147483657"/>
          </pc:sldLayoutMkLst>
        </pc:sldLayoutChg>
        <pc:sldLayoutChg chg="del">
          <pc:chgData name="LEUNG Nicole" userId="8ed04819-1a1c-42ab-ae09-44d42575f3a6" providerId="ADAL" clId="{3E657728-002F-4D06-8545-52875357E7CC}" dt="2023-03-09T05:03:30.576" v="0" actId="26606"/>
          <pc:sldLayoutMkLst>
            <pc:docMk/>
            <pc:sldMasterMk cId="3191684431" sldId="2147483648"/>
            <pc:sldLayoutMk cId="3559962862" sldId="2147483658"/>
          </pc:sldLayoutMkLst>
        </pc:sldLayoutChg>
        <pc:sldLayoutChg chg="del">
          <pc:chgData name="LEUNG Nicole" userId="8ed04819-1a1c-42ab-ae09-44d42575f3a6" providerId="ADAL" clId="{3E657728-002F-4D06-8545-52875357E7CC}" dt="2023-03-09T05:03:30.576" v="0" actId="26606"/>
          <pc:sldLayoutMkLst>
            <pc:docMk/>
            <pc:sldMasterMk cId="3191684431" sldId="2147483648"/>
            <pc:sldLayoutMk cId="1427659397" sldId="2147483659"/>
          </pc:sldLayoutMkLst>
        </pc:sldLayoutChg>
      </pc:sldMasterChg>
      <pc:sldMasterChg chg="add addSldLayout">
        <pc:chgData name="LEUNG Nicole" userId="8ed04819-1a1c-42ab-ae09-44d42575f3a6" providerId="ADAL" clId="{3E657728-002F-4D06-8545-52875357E7CC}" dt="2023-03-09T05:03:30.576" v="0" actId="26606"/>
        <pc:sldMasterMkLst>
          <pc:docMk/>
          <pc:sldMasterMk cId="3017669068" sldId="2147483699"/>
        </pc:sldMasterMkLst>
        <pc:sldLayoutChg chg="add">
          <pc:chgData name="LEUNG Nicole" userId="8ed04819-1a1c-42ab-ae09-44d42575f3a6" providerId="ADAL" clId="{3E657728-002F-4D06-8545-52875357E7CC}" dt="2023-03-09T05:03:30.576" v="0" actId="26606"/>
          <pc:sldLayoutMkLst>
            <pc:docMk/>
            <pc:sldMasterMk cId="3017669068" sldId="2147483699"/>
            <pc:sldLayoutMk cId="2455387262" sldId="2147483688"/>
          </pc:sldLayoutMkLst>
        </pc:sldLayoutChg>
        <pc:sldLayoutChg chg="add">
          <pc:chgData name="LEUNG Nicole" userId="8ed04819-1a1c-42ab-ae09-44d42575f3a6" providerId="ADAL" clId="{3E657728-002F-4D06-8545-52875357E7CC}" dt="2023-03-09T05:03:30.576" v="0" actId="26606"/>
          <pc:sldLayoutMkLst>
            <pc:docMk/>
            <pc:sldMasterMk cId="3017669068" sldId="2147483699"/>
            <pc:sldLayoutMk cId="2191325975" sldId="2147483689"/>
          </pc:sldLayoutMkLst>
        </pc:sldLayoutChg>
        <pc:sldLayoutChg chg="add">
          <pc:chgData name="LEUNG Nicole" userId="8ed04819-1a1c-42ab-ae09-44d42575f3a6" providerId="ADAL" clId="{3E657728-002F-4D06-8545-52875357E7CC}" dt="2023-03-09T05:03:30.576" v="0" actId="26606"/>
          <pc:sldLayoutMkLst>
            <pc:docMk/>
            <pc:sldMasterMk cId="3017669068" sldId="2147483699"/>
            <pc:sldLayoutMk cId="4164573306" sldId="2147483690"/>
          </pc:sldLayoutMkLst>
        </pc:sldLayoutChg>
        <pc:sldLayoutChg chg="add">
          <pc:chgData name="LEUNG Nicole" userId="8ed04819-1a1c-42ab-ae09-44d42575f3a6" providerId="ADAL" clId="{3E657728-002F-4D06-8545-52875357E7CC}" dt="2023-03-09T05:03:30.576" v="0" actId="26606"/>
          <pc:sldLayoutMkLst>
            <pc:docMk/>
            <pc:sldMasterMk cId="3017669068" sldId="2147483699"/>
            <pc:sldLayoutMk cId="820938698" sldId="2147483691"/>
          </pc:sldLayoutMkLst>
        </pc:sldLayoutChg>
        <pc:sldLayoutChg chg="add">
          <pc:chgData name="LEUNG Nicole" userId="8ed04819-1a1c-42ab-ae09-44d42575f3a6" providerId="ADAL" clId="{3E657728-002F-4D06-8545-52875357E7CC}" dt="2023-03-09T05:03:30.576" v="0" actId="26606"/>
          <pc:sldLayoutMkLst>
            <pc:docMk/>
            <pc:sldMasterMk cId="3017669068" sldId="2147483699"/>
            <pc:sldLayoutMk cId="329938245" sldId="2147483692"/>
          </pc:sldLayoutMkLst>
        </pc:sldLayoutChg>
        <pc:sldLayoutChg chg="add">
          <pc:chgData name="LEUNG Nicole" userId="8ed04819-1a1c-42ab-ae09-44d42575f3a6" providerId="ADAL" clId="{3E657728-002F-4D06-8545-52875357E7CC}" dt="2023-03-09T05:03:30.576" v="0" actId="26606"/>
          <pc:sldLayoutMkLst>
            <pc:docMk/>
            <pc:sldMasterMk cId="3017669068" sldId="2147483699"/>
            <pc:sldLayoutMk cId="1350634826" sldId="2147483693"/>
          </pc:sldLayoutMkLst>
        </pc:sldLayoutChg>
        <pc:sldLayoutChg chg="add">
          <pc:chgData name="LEUNG Nicole" userId="8ed04819-1a1c-42ab-ae09-44d42575f3a6" providerId="ADAL" clId="{3E657728-002F-4D06-8545-52875357E7CC}" dt="2023-03-09T05:03:30.576" v="0" actId="26606"/>
          <pc:sldLayoutMkLst>
            <pc:docMk/>
            <pc:sldMasterMk cId="3017669068" sldId="2147483699"/>
            <pc:sldLayoutMk cId="4148649859" sldId="2147483694"/>
          </pc:sldLayoutMkLst>
        </pc:sldLayoutChg>
        <pc:sldLayoutChg chg="add">
          <pc:chgData name="LEUNG Nicole" userId="8ed04819-1a1c-42ab-ae09-44d42575f3a6" providerId="ADAL" clId="{3E657728-002F-4D06-8545-52875357E7CC}" dt="2023-03-09T05:03:30.576" v="0" actId="26606"/>
          <pc:sldLayoutMkLst>
            <pc:docMk/>
            <pc:sldMasterMk cId="3017669068" sldId="2147483699"/>
            <pc:sldLayoutMk cId="4034632577" sldId="2147483695"/>
          </pc:sldLayoutMkLst>
        </pc:sldLayoutChg>
        <pc:sldLayoutChg chg="add">
          <pc:chgData name="LEUNG Nicole" userId="8ed04819-1a1c-42ab-ae09-44d42575f3a6" providerId="ADAL" clId="{3E657728-002F-4D06-8545-52875357E7CC}" dt="2023-03-09T05:03:30.576" v="0" actId="26606"/>
          <pc:sldLayoutMkLst>
            <pc:docMk/>
            <pc:sldMasterMk cId="3017669068" sldId="2147483699"/>
            <pc:sldLayoutMk cId="13626305" sldId="2147483696"/>
          </pc:sldLayoutMkLst>
        </pc:sldLayoutChg>
        <pc:sldLayoutChg chg="add">
          <pc:chgData name="LEUNG Nicole" userId="8ed04819-1a1c-42ab-ae09-44d42575f3a6" providerId="ADAL" clId="{3E657728-002F-4D06-8545-52875357E7CC}" dt="2023-03-09T05:03:30.576" v="0" actId="26606"/>
          <pc:sldLayoutMkLst>
            <pc:docMk/>
            <pc:sldMasterMk cId="3017669068" sldId="2147483699"/>
            <pc:sldLayoutMk cId="3800137861" sldId="2147483697"/>
          </pc:sldLayoutMkLst>
        </pc:sldLayoutChg>
        <pc:sldLayoutChg chg="add">
          <pc:chgData name="LEUNG Nicole" userId="8ed04819-1a1c-42ab-ae09-44d42575f3a6" providerId="ADAL" clId="{3E657728-002F-4D06-8545-52875357E7CC}" dt="2023-03-09T05:03:30.576" v="0" actId="26606"/>
          <pc:sldLayoutMkLst>
            <pc:docMk/>
            <pc:sldMasterMk cId="3017669068" sldId="2147483699"/>
            <pc:sldLayoutMk cId="1881450983" sldId="2147483698"/>
          </pc:sldLayoutMkLst>
        </pc:sldLayoutChg>
      </pc:sldMasterChg>
    </pc:docChg>
  </pc:docChgLst>
  <pc:docChgLst>
    <pc:chgData name="TSE Kin" userId="0225f25b-d90a-49aa-8f8a-7a0034099826" providerId="ADAL" clId="{B7374FB9-91D6-471D-9E28-7A0A55B93918}"/>
    <pc:docChg chg="custSel addSld delSld modSld sldOrd">
      <pc:chgData name="TSE Kin" userId="0225f25b-d90a-49aa-8f8a-7a0034099826" providerId="ADAL" clId="{B7374FB9-91D6-471D-9E28-7A0A55B93918}" dt="2023-03-28T06:31:28.026" v="426" actId="13822"/>
      <pc:docMkLst>
        <pc:docMk/>
      </pc:docMkLst>
      <pc:sldChg chg="modSp mod addCm modCm">
        <pc:chgData name="TSE Kin" userId="0225f25b-d90a-49aa-8f8a-7a0034099826" providerId="ADAL" clId="{B7374FB9-91D6-471D-9E28-7A0A55B93918}" dt="2023-03-24T10:16:44.693" v="332"/>
        <pc:sldMkLst>
          <pc:docMk/>
          <pc:sldMk cId="3330272683" sldId="262"/>
        </pc:sldMkLst>
        <pc:spChg chg="mod">
          <ac:chgData name="TSE Kin" userId="0225f25b-d90a-49aa-8f8a-7a0034099826" providerId="ADAL" clId="{B7374FB9-91D6-471D-9E28-7A0A55B93918}" dt="2023-03-24T10:15:52.817" v="329" actId="20577"/>
          <ac:spMkLst>
            <pc:docMk/>
            <pc:sldMk cId="3330272683" sldId="262"/>
            <ac:spMk id="2" creationId="{D6124752-D21F-4C37-8C89-5A6D49E7D613}"/>
          </ac:spMkLst>
        </pc:spChg>
      </pc:sldChg>
      <pc:sldChg chg="addCm modCm">
        <pc:chgData name="TSE Kin" userId="0225f25b-d90a-49aa-8f8a-7a0034099826" providerId="ADAL" clId="{B7374FB9-91D6-471D-9E28-7A0A55B93918}" dt="2023-03-24T10:05:20.763" v="270" actId="5900"/>
        <pc:sldMkLst>
          <pc:docMk/>
          <pc:sldMk cId="3442902861" sldId="266"/>
        </pc:sldMkLst>
      </pc:sldChg>
      <pc:sldChg chg="addCm modCm">
        <pc:chgData name="TSE Kin" userId="0225f25b-d90a-49aa-8f8a-7a0034099826" providerId="ADAL" clId="{B7374FB9-91D6-471D-9E28-7A0A55B93918}" dt="2023-03-24T10:13:25.950" v="282"/>
        <pc:sldMkLst>
          <pc:docMk/>
          <pc:sldMk cId="3223329462" sldId="269"/>
        </pc:sldMkLst>
      </pc:sldChg>
      <pc:sldChg chg="addSp modSp mod">
        <pc:chgData name="TSE Kin" userId="0225f25b-d90a-49aa-8f8a-7a0034099826" providerId="ADAL" clId="{B7374FB9-91D6-471D-9E28-7A0A55B93918}" dt="2023-03-28T06:31:28.026" v="426" actId="13822"/>
        <pc:sldMkLst>
          <pc:docMk/>
          <pc:sldMk cId="148509534" sldId="271"/>
        </pc:sldMkLst>
        <pc:spChg chg="add mod">
          <ac:chgData name="TSE Kin" userId="0225f25b-d90a-49aa-8f8a-7a0034099826" providerId="ADAL" clId="{B7374FB9-91D6-471D-9E28-7A0A55B93918}" dt="2023-03-28T06:31:28.026" v="426" actId="13822"/>
          <ac:spMkLst>
            <pc:docMk/>
            <pc:sldMk cId="148509534" sldId="271"/>
            <ac:spMk id="4" creationId="{8E3D1676-23E6-4E72-B18A-7D13DBAD6907}"/>
          </ac:spMkLst>
        </pc:spChg>
      </pc:sldChg>
      <pc:sldChg chg="modSp mod addCm modCm">
        <pc:chgData name="TSE Kin" userId="0225f25b-d90a-49aa-8f8a-7a0034099826" providerId="ADAL" clId="{B7374FB9-91D6-471D-9E28-7A0A55B93918}" dt="2023-03-24T10:25:08.332" v="335" actId="13926"/>
        <pc:sldMkLst>
          <pc:docMk/>
          <pc:sldMk cId="3717067589" sldId="275"/>
        </pc:sldMkLst>
        <pc:spChg chg="mod">
          <ac:chgData name="TSE Kin" userId="0225f25b-d90a-49aa-8f8a-7a0034099826" providerId="ADAL" clId="{B7374FB9-91D6-471D-9E28-7A0A55B93918}" dt="2023-03-24T10:25:08.332" v="335" actId="13926"/>
          <ac:spMkLst>
            <pc:docMk/>
            <pc:sldMk cId="3717067589" sldId="275"/>
            <ac:spMk id="3" creationId="{33D7F15E-045B-4D7A-B4FB-C49D27CAAB81}"/>
          </ac:spMkLst>
        </pc:spChg>
      </pc:sldChg>
      <pc:sldChg chg="modSp mod addCm modCm">
        <pc:chgData name="TSE Kin" userId="0225f25b-d90a-49aa-8f8a-7a0034099826" providerId="ADAL" clId="{B7374FB9-91D6-471D-9E28-7A0A55B93918}" dt="2023-03-24T10:49:43.099" v="368"/>
        <pc:sldMkLst>
          <pc:docMk/>
          <pc:sldMk cId="2849692965" sldId="281"/>
        </pc:sldMkLst>
        <pc:picChg chg="mod">
          <ac:chgData name="TSE Kin" userId="0225f25b-d90a-49aa-8f8a-7a0034099826" providerId="ADAL" clId="{B7374FB9-91D6-471D-9E28-7A0A55B93918}" dt="2023-03-24T09:59:27.009" v="246" actId="14100"/>
          <ac:picMkLst>
            <pc:docMk/>
            <pc:sldMk cId="2849692965" sldId="281"/>
            <ac:picMk id="4" creationId="{7239D268-D566-4448-A0B5-C4223FAAE021}"/>
          </ac:picMkLst>
        </pc:picChg>
        <pc:picChg chg="mod">
          <ac:chgData name="TSE Kin" userId="0225f25b-d90a-49aa-8f8a-7a0034099826" providerId="ADAL" clId="{B7374FB9-91D6-471D-9E28-7A0A55B93918}" dt="2023-03-24T10:28:26.603" v="342" actId="1076"/>
          <ac:picMkLst>
            <pc:docMk/>
            <pc:sldMk cId="2849692965" sldId="281"/>
            <ac:picMk id="5" creationId="{80A5A896-78E0-4FB9-8FCB-AEBA436DB3C4}"/>
          </ac:picMkLst>
        </pc:picChg>
        <pc:picChg chg="mod">
          <ac:chgData name="TSE Kin" userId="0225f25b-d90a-49aa-8f8a-7a0034099826" providerId="ADAL" clId="{B7374FB9-91D6-471D-9E28-7A0A55B93918}" dt="2023-03-24T09:57:06.204" v="243" actId="14100"/>
          <ac:picMkLst>
            <pc:docMk/>
            <pc:sldMk cId="2849692965" sldId="281"/>
            <ac:picMk id="7" creationId="{EE8CA801-F2FC-47F0-93F8-866B80116BE4}"/>
          </ac:picMkLst>
        </pc:picChg>
      </pc:sldChg>
      <pc:sldChg chg="addCm modCm">
        <pc:chgData name="TSE Kin" userId="0225f25b-d90a-49aa-8f8a-7a0034099826" providerId="ADAL" clId="{B7374FB9-91D6-471D-9E28-7A0A55B93918}" dt="2023-03-24T10:28:03.676" v="341"/>
        <pc:sldMkLst>
          <pc:docMk/>
          <pc:sldMk cId="4159790325" sldId="283"/>
        </pc:sldMkLst>
      </pc:sldChg>
      <pc:sldChg chg="addCm modCm">
        <pc:chgData name="TSE Kin" userId="0225f25b-d90a-49aa-8f8a-7a0034099826" providerId="ADAL" clId="{B7374FB9-91D6-471D-9E28-7A0A55B93918}" dt="2023-03-24T10:38:09.227" v="366"/>
        <pc:sldMkLst>
          <pc:docMk/>
          <pc:sldMk cId="1601178964" sldId="292"/>
        </pc:sldMkLst>
      </pc:sldChg>
      <pc:sldChg chg="modSp mod">
        <pc:chgData name="TSE Kin" userId="0225f25b-d90a-49aa-8f8a-7a0034099826" providerId="ADAL" clId="{B7374FB9-91D6-471D-9E28-7A0A55B93918}" dt="2023-03-24T09:58:52.400" v="245" actId="404"/>
        <pc:sldMkLst>
          <pc:docMk/>
          <pc:sldMk cId="1343742741" sldId="300"/>
        </pc:sldMkLst>
        <pc:spChg chg="mod">
          <ac:chgData name="TSE Kin" userId="0225f25b-d90a-49aa-8f8a-7a0034099826" providerId="ADAL" clId="{B7374FB9-91D6-471D-9E28-7A0A55B93918}" dt="2023-03-24T09:58:52.400" v="245" actId="404"/>
          <ac:spMkLst>
            <pc:docMk/>
            <pc:sldMk cId="1343742741" sldId="300"/>
            <ac:spMk id="2" creationId="{EC523B02-5F95-4633-8AAA-EFDF6751F9AC}"/>
          </ac:spMkLst>
        </pc:spChg>
      </pc:sldChg>
      <pc:sldChg chg="addCm delCm modCm">
        <pc:chgData name="TSE Kin" userId="0225f25b-d90a-49aa-8f8a-7a0034099826" providerId="ADAL" clId="{B7374FB9-91D6-471D-9E28-7A0A55B93918}" dt="2023-03-24T10:09:47.060" v="277" actId="1592"/>
        <pc:sldMkLst>
          <pc:docMk/>
          <pc:sldMk cId="3138354313" sldId="323"/>
        </pc:sldMkLst>
      </pc:sldChg>
      <pc:sldChg chg="addSp modSp new mod">
        <pc:chgData name="TSE Kin" userId="0225f25b-d90a-49aa-8f8a-7a0034099826" providerId="ADAL" clId="{B7374FB9-91D6-471D-9E28-7A0A55B93918}" dt="2023-03-24T10:03:00.596" v="265" actId="20577"/>
        <pc:sldMkLst>
          <pc:docMk/>
          <pc:sldMk cId="685052390" sldId="324"/>
        </pc:sldMkLst>
        <pc:spChg chg="mod">
          <ac:chgData name="TSE Kin" userId="0225f25b-d90a-49aa-8f8a-7a0034099826" providerId="ADAL" clId="{B7374FB9-91D6-471D-9E28-7A0A55B93918}" dt="2023-03-24T09:52:53.654" v="31" actId="20577"/>
          <ac:spMkLst>
            <pc:docMk/>
            <pc:sldMk cId="685052390" sldId="324"/>
            <ac:spMk id="2" creationId="{B0F0EE94-D3BE-42E4-AA41-6FD391F358B0}"/>
          </ac:spMkLst>
        </pc:spChg>
        <pc:spChg chg="add mod">
          <ac:chgData name="TSE Kin" userId="0225f25b-d90a-49aa-8f8a-7a0034099826" providerId="ADAL" clId="{B7374FB9-91D6-471D-9E28-7A0A55B93918}" dt="2023-03-24T09:55:40.051" v="242" actId="1076"/>
          <ac:spMkLst>
            <pc:docMk/>
            <pc:sldMk cId="685052390" sldId="324"/>
            <ac:spMk id="8" creationId="{ACACAFAB-4930-4CFE-AD1A-44985FAC3B14}"/>
          </ac:spMkLst>
        </pc:spChg>
        <pc:spChg chg="add mod">
          <ac:chgData name="TSE Kin" userId="0225f25b-d90a-49aa-8f8a-7a0034099826" providerId="ADAL" clId="{B7374FB9-91D6-471D-9E28-7A0A55B93918}" dt="2023-03-24T10:03:00.596" v="265" actId="20577"/>
          <ac:spMkLst>
            <pc:docMk/>
            <pc:sldMk cId="685052390" sldId="324"/>
            <ac:spMk id="15" creationId="{FE01B4FE-6411-477A-998F-2C14F0F7DD43}"/>
          </ac:spMkLst>
        </pc:spChg>
        <pc:picChg chg="add mod">
          <ac:chgData name="TSE Kin" userId="0225f25b-d90a-49aa-8f8a-7a0034099826" providerId="ADAL" clId="{B7374FB9-91D6-471D-9E28-7A0A55B93918}" dt="2023-03-24T09:51:14.281" v="3" actId="1076"/>
          <ac:picMkLst>
            <pc:docMk/>
            <pc:sldMk cId="685052390" sldId="324"/>
            <ac:picMk id="3" creationId="{9F83FB1F-6BD8-4C48-8818-02A6418D222B}"/>
          </ac:picMkLst>
        </pc:picChg>
        <pc:picChg chg="add mod">
          <ac:chgData name="TSE Kin" userId="0225f25b-d90a-49aa-8f8a-7a0034099826" providerId="ADAL" clId="{B7374FB9-91D6-471D-9E28-7A0A55B93918}" dt="2023-03-24T09:51:15.567" v="4" actId="571"/>
          <ac:picMkLst>
            <pc:docMk/>
            <pc:sldMk cId="685052390" sldId="324"/>
            <ac:picMk id="4" creationId="{3593EE09-63A8-47A5-812D-AFFE796AB757}"/>
          </ac:picMkLst>
        </pc:picChg>
        <pc:picChg chg="add mod">
          <ac:chgData name="TSE Kin" userId="0225f25b-d90a-49aa-8f8a-7a0034099826" providerId="ADAL" clId="{B7374FB9-91D6-471D-9E28-7A0A55B93918}" dt="2023-03-24T09:51:17.184" v="5" actId="571"/>
          <ac:picMkLst>
            <pc:docMk/>
            <pc:sldMk cId="685052390" sldId="324"/>
            <ac:picMk id="5" creationId="{714BE021-93C7-4C60-BD25-550C2F0AB1AD}"/>
          </ac:picMkLst>
        </pc:picChg>
        <pc:picChg chg="add mod">
          <ac:chgData name="TSE Kin" userId="0225f25b-d90a-49aa-8f8a-7a0034099826" providerId="ADAL" clId="{B7374FB9-91D6-471D-9E28-7A0A55B93918}" dt="2023-03-24T09:51:19.867" v="6" actId="571"/>
          <ac:picMkLst>
            <pc:docMk/>
            <pc:sldMk cId="685052390" sldId="324"/>
            <ac:picMk id="6" creationId="{E02C09AD-179E-463D-ABB4-5F3E636BE935}"/>
          </ac:picMkLst>
        </pc:picChg>
      </pc:sldChg>
      <pc:sldChg chg="modSp new mod ord">
        <pc:chgData name="TSE Kin" userId="0225f25b-d90a-49aa-8f8a-7a0034099826" providerId="ADAL" clId="{B7374FB9-91D6-471D-9E28-7A0A55B93918}" dt="2023-03-24T10:14:53.617" v="303" actId="113"/>
        <pc:sldMkLst>
          <pc:docMk/>
          <pc:sldMk cId="3210920882" sldId="325"/>
        </pc:sldMkLst>
        <pc:spChg chg="mod">
          <ac:chgData name="TSE Kin" userId="0225f25b-d90a-49aa-8f8a-7a0034099826" providerId="ADAL" clId="{B7374FB9-91D6-471D-9E28-7A0A55B93918}" dt="2023-03-24T10:14:53.617" v="303" actId="113"/>
          <ac:spMkLst>
            <pc:docMk/>
            <pc:sldMk cId="3210920882" sldId="325"/>
            <ac:spMk id="2" creationId="{AACC8460-FFAB-477E-AFF6-30A8B073C425}"/>
          </ac:spMkLst>
        </pc:spChg>
      </pc:sldChg>
      <pc:sldChg chg="modSp add mod ord">
        <pc:chgData name="TSE Kin" userId="0225f25b-d90a-49aa-8f8a-7a0034099826" providerId="ADAL" clId="{B7374FB9-91D6-471D-9E28-7A0A55B93918}" dt="2023-03-24T10:35:57.782" v="357" actId="20577"/>
        <pc:sldMkLst>
          <pc:docMk/>
          <pc:sldMk cId="2599792077" sldId="326"/>
        </pc:sldMkLst>
        <pc:spChg chg="mod">
          <ac:chgData name="TSE Kin" userId="0225f25b-d90a-49aa-8f8a-7a0034099826" providerId="ADAL" clId="{B7374FB9-91D6-471D-9E28-7A0A55B93918}" dt="2023-03-24T10:35:57.782" v="357" actId="20577"/>
          <ac:spMkLst>
            <pc:docMk/>
            <pc:sldMk cId="2599792077" sldId="326"/>
            <ac:spMk id="2" creationId="{AACC8460-FFAB-477E-AFF6-30A8B073C425}"/>
          </ac:spMkLst>
        </pc:spChg>
      </pc:sldChg>
      <pc:sldChg chg="modSp add mod ord">
        <pc:chgData name="TSE Kin" userId="0225f25b-d90a-49aa-8f8a-7a0034099826" providerId="ADAL" clId="{B7374FB9-91D6-471D-9E28-7A0A55B93918}" dt="2023-03-24T10:36:17.552" v="365"/>
        <pc:sldMkLst>
          <pc:docMk/>
          <pc:sldMk cId="4085462577" sldId="327"/>
        </pc:sldMkLst>
        <pc:spChg chg="mod">
          <ac:chgData name="TSE Kin" userId="0225f25b-d90a-49aa-8f8a-7a0034099826" providerId="ADAL" clId="{B7374FB9-91D6-471D-9E28-7A0A55B93918}" dt="2023-03-24T10:36:09.853" v="363" actId="20577"/>
          <ac:spMkLst>
            <pc:docMk/>
            <pc:sldMk cId="4085462577" sldId="327"/>
            <ac:spMk id="2" creationId="{AACC8460-FFAB-477E-AFF6-30A8B073C425}"/>
          </ac:spMkLst>
        </pc:spChg>
      </pc:sldChg>
      <pc:sldChg chg="new del">
        <pc:chgData name="TSE Kin" userId="0225f25b-d90a-49aa-8f8a-7a0034099826" providerId="ADAL" clId="{B7374FB9-91D6-471D-9E28-7A0A55B93918}" dt="2023-03-27T02:30:58.928" v="370" actId="47"/>
        <pc:sldMkLst>
          <pc:docMk/>
          <pc:sldMk cId="1936159422" sldId="328"/>
        </pc:sldMkLst>
      </pc:sldChg>
      <pc:sldChg chg="addSp modSp add del mod setBg">
        <pc:chgData name="TSE Kin" userId="0225f25b-d90a-49aa-8f8a-7a0034099826" providerId="ADAL" clId="{B7374FB9-91D6-471D-9E28-7A0A55B93918}" dt="2023-03-27T03:02:54.551" v="384" actId="47"/>
        <pc:sldMkLst>
          <pc:docMk/>
          <pc:sldMk cId="1971543399" sldId="328"/>
        </pc:sldMkLst>
        <pc:spChg chg="add mod">
          <ac:chgData name="TSE Kin" userId="0225f25b-d90a-49aa-8f8a-7a0034099826" providerId="ADAL" clId="{B7374FB9-91D6-471D-9E28-7A0A55B93918}" dt="2023-03-27T03:02:50.846" v="383" actId="20577"/>
          <ac:spMkLst>
            <pc:docMk/>
            <pc:sldMk cId="1971543399" sldId="328"/>
            <ac:spMk id="4" creationId="{2B4F2120-F72B-4B10-A30B-EFC6BF017500}"/>
          </ac:spMkLst>
        </pc:spChg>
      </pc:sldChg>
      <pc:sldChg chg="addSp modSp mod">
        <pc:chgData name="TSE Kin" userId="0225f25b-d90a-49aa-8f8a-7a0034099826" providerId="ADAL" clId="{B7374FB9-91D6-471D-9E28-7A0A55B93918}" dt="2023-03-27T07:11:22.444" v="422" actId="20577"/>
        <pc:sldMkLst>
          <pc:docMk/>
          <pc:sldMk cId="4051684265" sldId="328"/>
        </pc:sldMkLst>
        <pc:spChg chg="add mod">
          <ac:chgData name="TSE Kin" userId="0225f25b-d90a-49aa-8f8a-7a0034099826" providerId="ADAL" clId="{B7374FB9-91D6-471D-9E28-7A0A55B93918}" dt="2023-03-27T07:11:22.444" v="422" actId="20577"/>
          <ac:spMkLst>
            <pc:docMk/>
            <pc:sldMk cId="4051684265" sldId="328"/>
            <ac:spMk id="4" creationId="{C67326FF-12BC-4A15-ACB9-4AB3A01EAF3D}"/>
          </ac:spMkLst>
        </pc:spChg>
      </pc:sldChg>
      <pc:sldChg chg="addCm modCm">
        <pc:chgData name="TSE Kin" userId="0225f25b-d90a-49aa-8f8a-7a0034099826" providerId="ADAL" clId="{B7374FB9-91D6-471D-9E28-7A0A55B93918}" dt="2023-03-28T03:54:58.414" v="424"/>
        <pc:sldMkLst>
          <pc:docMk/>
          <pc:sldMk cId="3817614916" sldId="340"/>
        </pc:sldMkLst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03-24T18:04:36.064" idx="1">
    <p:pos x="7087" y="153"/>
    <p:text>Make it quarterly too in another slide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03-24T18:06:30.300" idx="2">
    <p:pos x="3713" y="103"/>
    <p:text>Make another one with the quarterly average (based on year)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03-24T18:09:55.427" idx="4">
    <p:pos x="10" y="10"/>
    <p:text>Add one with the counts too</p:text>
    <p:extLst>
      <p:ext uri="{C676402C-5697-4E1C-873F-D02D1690AC5C}">
        <p15:threadingInfo xmlns:p15="http://schemas.microsoft.com/office/powerpoint/2012/main" timeZoneBias="-480"/>
      </p:ext>
    </p:extLst>
  </p:cm>
  <p:cm authorId="1" dt="2023-03-24T18:12:50.368" idx="5">
    <p:pos x="106" y="106"/>
    <p:text>Indicate the pct changes (the exact #) before and after covid for Direct channel (and other channels too)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03-24T18:16:28.204" idx="6">
    <p:pos x="4537" y="181"/>
    <p:text>Use boxplot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03-24T18:20:07.983" idx="7">
    <p:pos x="10" y="10"/>
    <p:text>Create Boxplot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03-28T11:54:37.927" idx="15">
    <p:pos x="10" y="10"/>
    <p:text>Same color for the same channel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03-24T18:25:50.871" idx="8">
    <p:pos x="10" y="10"/>
    <p:text>Correct?</p:text>
    <p:extLst>
      <p:ext uri="{C676402C-5697-4E1C-873F-D02D1690AC5C}">
        <p15:threadingInfo xmlns:p15="http://schemas.microsoft.com/office/powerpoint/2012/main" timeZoneBias="-480"/>
      </p:ext>
    </p:extLst>
  </p:cm>
  <p:cm authorId="1" dt="2023-03-24T18:27:00.404" idx="9">
    <p:pos x="106" y="106"/>
    <p:text>How to see clearly?</p:text>
    <p:extLst>
      <p:ext uri="{C676402C-5697-4E1C-873F-D02D1690AC5C}">
        <p15:threadingInfo xmlns:p15="http://schemas.microsoft.com/office/powerpoint/2012/main" timeZoneBias="-480"/>
      </p:ext>
    </p:extLst>
  </p:cm>
  <p:cm authorId="1" dt="2023-03-24T18:27:48.653" idx="10">
    <p:pos x="202" y="202"/>
    <p:text>Line chart should be the same the the bar char (the info)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8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03-24T18:29:41.344" idx="11">
    <p:pos x="10" y="10"/>
    <p:text>If 0.1% for U, you can remove it</p:text>
    <p:extLst>
      <p:ext uri="{C676402C-5697-4E1C-873F-D02D1690AC5C}">
        <p15:threadingInfo xmlns:p15="http://schemas.microsoft.com/office/powerpoint/2012/main" timeZoneBias="-480"/>
      </p:ext>
    </p:extLst>
  </p:cm>
  <p:cm authorId="1" dt="2023-03-24T18:29:55.932" idx="12">
    <p:pos x="106" y="106"/>
    <p:text>rearrange the graphs</p:text>
    <p:extLst>
      <p:ext uri="{C676402C-5697-4E1C-873F-D02D1690AC5C}">
        <p15:threadingInfo xmlns:p15="http://schemas.microsoft.com/office/powerpoint/2012/main" timeZoneBias="-480"/>
      </p:ext>
    </p:extLst>
  </p:cm>
  <p:cm authorId="1" dt="2023-03-24T18:32:10.603" idx="13">
    <p:pos x="202" y="202"/>
    <p:text>Pie chart for channels</p:text>
    <p:extLst>
      <p:ext uri="{C676402C-5697-4E1C-873F-D02D1690AC5C}">
        <p15:threadingInfo xmlns:p15="http://schemas.microsoft.com/office/powerpoint/2012/main" timeZoneBias="-480"/>
      </p:ext>
    </p:extLst>
  </p:cm>
  <p:cm authorId="1" dt="2023-03-24T18:49:38.835" idx="14">
    <p:pos x="298" y="298"/>
    <p:text>Nan ?????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9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3-03-27T12:05:14.932" idx="2">
    <p:pos x="10" y="10"/>
    <p:text>cant use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10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3-03-27T12:07:26.049" idx="3">
    <p:pos x="10" y="10"/>
    <p:text>remove trace 0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1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3-03-27T12:14:37.188" idx="4">
    <p:pos x="10" y="10"/>
    <p:text>show when does claim effect fade out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1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3-03-27T11:39:12.888" idx="1">
    <p:pos x="10" y="10"/>
    <p:text>Add stacked % bar</p:text>
    <p:extLst>
      <p:ext uri="{C676402C-5697-4E1C-873F-D02D1690AC5C}">
        <p15:threadingInfo xmlns:p15="http://schemas.microsoft.com/office/powerpoint/2012/main" timeZoneBias="-4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8166DA-00B6-4747-95F8-88D75EE642E0}" type="datetimeFigureOut">
              <a:rPr lang="en-US" smtClean="0"/>
              <a:t>31/03/2023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8B4DAF-D1B8-4388-AE59-FC5D6E6C87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943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8B4DAF-D1B8-4388-AE59-FC5D6E6C870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3095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8B4DAF-D1B8-4388-AE59-FC5D6E6C8709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4140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4B7CE-874A-4D4F-8313-E0181FBCD3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4CFF90-B0F7-4592-ADC4-CF040F5E3B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36BC5-2905-4AC5-A421-AED220D9C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31/03/2023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7C0845-91EA-4EC4-9A47-10745A99C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455701-E625-4782-B7EC-781C0F220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648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E5C53-7ED7-4858-AF07-1C4951C00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230775-3274-431B-9FC3-F2FF34842C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932EA9-84F3-417E-8945-78E8D918A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31/03/2023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B4BD-B43D-468D-9639-0B9E3AEEF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B31F78-2E7E-4E2F-AAF5-0DC7EC8C7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35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02906-6A13-4095-A62E-9DB6E5BEC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CA71C7-ADA5-46FD-ACF4-E51BD9922B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75DBCC-B3F2-43C7-A4D0-1239A2D01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31/03/2023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A40307-AE11-42A8-95A0-D1E9E2449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ED250-A4BA-478D-A4B9-DFB697CFA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375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65216-E78C-4DF3-BC89-710FA963E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3799E-DACF-4872-A040-4EA1A4F110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E4EF4E-85BB-4F2C-A393-690623F20D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423815-1DE2-4C16-B6F0-46116771F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31/03/2023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366ADA-98EB-47F4-9D95-ABDFF0031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78E8AD-B223-485E-8E38-1606261AD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962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5FEE4-EBE6-4946-89B8-1ED8DF2D0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092BE5-4955-45AE-997F-BB3EDBA490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74BB60-D265-4C3B-957E-FA53469173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8F3867-31E1-4E97-8FF0-29CC35281A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6A4970-5752-4F3A-8C94-20BC070AA9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17F66A-4E14-4D8C-8064-E40C3BED0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31/03/2023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727171-534F-4B59-AFFA-BDA8D1641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BFEFE2-C3A8-4DDE-A32F-75C1012C7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223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AF72E-2F79-4C89-8144-B7BCDE529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D306C1-2014-48A0-80CE-D2E5094BE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31/03/2023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E697E9-133F-4F17-8E5D-B9E41D989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CBC448-D839-4278-A492-AB2FFFB59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550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99E7C4-1BC4-4A2A-AC54-AB4A51D11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31/03/2023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E12153-543D-486A-A090-5CD01F12F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A9CA95-AA66-4156-BAE6-0F42AD89F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015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78BC9-6C00-4F71-8A19-80642CABE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FAC64-CE8B-4272-9136-2E2FE70E8F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5643C1-BC02-42F0-B3B6-21E87549D8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B5C08C-3979-4410-BB4A-C97D0BF8C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31/03/2023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9580AA-20B5-4B7C-84E0-82043209E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C4B448-C274-4026-B52D-31361FFD5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865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965B5-1E12-4D9D-BDB3-2E46C4D72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13244E-B0C1-4B0D-99ED-CA49584064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E35107-9928-4103-96AA-FFFDDB6A04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15C58D-D8AB-4F31-81DF-E0D8198C7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31/03/2023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923494-C365-4A1B-BBDC-447C2C11B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1CF7D3-8D8D-4258-8A52-23E8DF54D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452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5DC97-5859-4455-9EA0-6C2FBB31D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EA41BA-E37D-44D8-B774-73EC80C608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D10DE-34F8-4361-A7A7-B41003D04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31/03/2023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A348E-49AF-49FB-9658-1C7852F86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254E8-4821-41C5-842D-466ECEE7A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011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962035-3701-4F37-8683-0BF582C3C8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0126C2-3F4F-49CA-A017-D731695812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6E1903-4240-424B-B3E1-B84CFB3F3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31/03/2023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B9BC38-F2D8-4C46-BB72-2BB2F5F46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7ABCC2-E22D-43C3-8587-C31120D31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983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71D5B4-4C22-4F33-AA5E-F2E6AFEC0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216BED-762D-4012-B512-ECA83FDD48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DFBCAE-58DD-463A-92F1-A0A8CC0324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31/03/2023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96F2F3-C3EC-4C92-870E-8D97E6A104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F3D83C-E559-4157-A22C-2CF876FBEB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761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comments" Target="../comments/comment5.xml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comments" Target="../comments/comment8.xml"/><Relationship Id="rId4" Type="http://schemas.openxmlformats.org/officeDocument/2006/relationships/image" Target="../media/image3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0.xml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1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4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8">
            <a:extLst>
              <a:ext uri="{FF2B5EF4-FFF2-40B4-BE49-F238E27FC236}">
                <a16:creationId xmlns:a16="http://schemas.microsoft.com/office/drawing/2014/main" id="{06DA9DF9-31F7-4056-B42E-878CC9241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6DFD87-74D9-478B-B7FE-8FBC975665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8" y="643467"/>
            <a:ext cx="4620584" cy="4567137"/>
          </a:xfrm>
        </p:spPr>
        <p:txBody>
          <a:bodyPr>
            <a:normAutofit/>
          </a:bodyPr>
          <a:lstStyle/>
          <a:p>
            <a:pPr algn="l"/>
            <a:r>
              <a:rPr lang="en-US" sz="4400"/>
              <a:t>GI (travel) X-Sell EDA - KEY</a:t>
            </a:r>
          </a:p>
        </p:txBody>
      </p:sp>
      <p:pic>
        <p:nvPicPr>
          <p:cNvPr id="4" name="Picture 3" descr="An abstract genetic concept">
            <a:extLst>
              <a:ext uri="{FF2B5EF4-FFF2-40B4-BE49-F238E27FC236}">
                <a16:creationId xmlns:a16="http://schemas.microsoft.com/office/drawing/2014/main" id="{FCCA31B0-8BFE-5A57-D056-524DED98BE3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487" r="3567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093437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735B5-BCAC-421B-83C1-F5009A9D2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discovery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279423-2A7B-42E7-9AAD-819A01DEF5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783" y="1825625"/>
            <a:ext cx="11779857" cy="4932984"/>
          </a:xfrm>
        </p:spPr>
        <p:txBody>
          <a:bodyPr>
            <a:normAutofit/>
          </a:bodyPr>
          <a:lstStyle/>
          <a:p>
            <a:r>
              <a:rPr lang="en-US" sz="2800"/>
              <a:t>AXA Direct has an increasing coverage % during covid, yet HSBC still has the highest number of clients who bought new policies during Covid.</a:t>
            </a:r>
          </a:p>
          <a:p>
            <a:r>
              <a:rPr lang="en-US" altLang="zh-CN" sz="2800"/>
              <a:t>Life Agents </a:t>
            </a:r>
            <a:r>
              <a:rPr lang="en-US" altLang="zh-CN"/>
              <a:t>shared % </a:t>
            </a:r>
            <a:r>
              <a:rPr lang="en-US" altLang="zh-CN" sz="2800"/>
              <a:t>has reached the top at 2020, during the covid 19, </a:t>
            </a:r>
            <a:r>
              <a:rPr lang="en-US" altLang="zh-CN" sz="2800">
                <a:highlight>
                  <a:srgbClr val="FFFF00"/>
                </a:highlight>
              </a:rPr>
              <a:t>Life Agents have more impact on customers during covid.</a:t>
            </a:r>
          </a:p>
          <a:p>
            <a:r>
              <a:rPr lang="en-US" sz="2800"/>
              <a:t>The travel duration for single trip is </a:t>
            </a:r>
            <a:r>
              <a:rPr lang="en-US"/>
              <a:t>higher </a:t>
            </a:r>
            <a:r>
              <a:rPr lang="en-US" sz="2800"/>
              <a:t>during covid.</a:t>
            </a:r>
          </a:p>
          <a:p>
            <a:r>
              <a:rPr lang="en-US"/>
              <a:t>T</a:t>
            </a:r>
            <a:r>
              <a:rPr lang="en-US" b="0">
                <a:effectLst/>
              </a:rPr>
              <a:t>he age</a:t>
            </a:r>
            <a:r>
              <a:rPr lang="en-US"/>
              <a:t> </a:t>
            </a:r>
            <a:r>
              <a:rPr lang="en-US" b="0">
                <a:effectLst/>
              </a:rPr>
              <a:t>group with the most number for each channel for each year </a:t>
            </a:r>
            <a:r>
              <a:rPr lang="en-US"/>
              <a:t>increased during covid, that means the </a:t>
            </a:r>
            <a:r>
              <a:rPr lang="en-US">
                <a:highlight>
                  <a:srgbClr val="FFFF00"/>
                </a:highlight>
              </a:rPr>
              <a:t>Age of people going to travel gets older during Covid.</a:t>
            </a:r>
          </a:p>
          <a:p>
            <a:r>
              <a:rPr lang="en-US">
                <a:solidFill>
                  <a:srgbClr val="C00000"/>
                </a:solidFill>
                <a:highlight>
                  <a:srgbClr val="FFFF00"/>
                </a:highlight>
              </a:rPr>
              <a:t>Female always tends to buy travel insurance then Male in any case. </a:t>
            </a:r>
            <a:r>
              <a:rPr lang="en-US">
                <a:solidFill>
                  <a:srgbClr val="C00000"/>
                </a:solidFill>
              </a:rPr>
              <a:t>Females are always more aware of insurance then Male.</a:t>
            </a:r>
          </a:p>
          <a:p>
            <a:endParaRPr lang="en-US"/>
          </a:p>
          <a:p>
            <a:endParaRPr lang="en-US" sz="2800"/>
          </a:p>
          <a:p>
            <a:endParaRPr lang="en-US" sz="2800"/>
          </a:p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B53DCA-AE4C-48A3-84D0-9B67B5AABD45}"/>
              </a:ext>
            </a:extLst>
          </p:cNvPr>
          <p:cNvSpPr txBox="1"/>
          <p:nvPr/>
        </p:nvSpPr>
        <p:spPr>
          <a:xfrm>
            <a:off x="9199813" y="188497"/>
            <a:ext cx="248427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Notes:</a:t>
            </a:r>
          </a:p>
          <a:p>
            <a:r>
              <a:rPr lang="en-US" sz="1200"/>
              <a:t>Time Range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Pre-Covid:    Jan 2017 - Feb 2020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Covid:           Mar 2020 – Jun 2022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Post-Covid    Jun 2022 - Now</a:t>
            </a:r>
          </a:p>
          <a:p>
            <a:r>
              <a:rPr lang="en-US" sz="1200"/>
              <a:t> </a:t>
            </a:r>
          </a:p>
          <a:p>
            <a:r>
              <a:rPr lang="en-US" sz="1200"/>
              <a:t>Channel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Other: Citi and JLT</a:t>
            </a:r>
          </a:p>
        </p:txBody>
      </p:sp>
    </p:spTree>
    <p:extLst>
      <p:ext uri="{BB962C8B-B14F-4D97-AF65-F5344CB8AC3E}">
        <p14:creationId xmlns:p14="http://schemas.microsoft.com/office/powerpoint/2010/main" val="33908117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F9936-5C66-4D34-A98D-6A0722AE50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97992"/>
            <a:ext cx="12192000" cy="5765486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C00000"/>
                </a:solidFill>
                <a:highlight>
                  <a:srgbClr val="FFFF00"/>
                </a:highlight>
              </a:rPr>
              <a:t>Percentage of customers who buy LH after claimed in travel is significantly higher than not claimed in travel. </a:t>
            </a:r>
            <a:r>
              <a:rPr lang="en-US" sz="2400">
                <a:solidFill>
                  <a:srgbClr val="C00000"/>
                </a:solidFill>
              </a:rPr>
              <a:t>Except for HSBC, maybe due to lack of agent/claim experience?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>
                <a:highlight>
                  <a:srgbClr val="FFFF00"/>
                </a:highlight>
              </a:rPr>
              <a:t>Number of claim drops a lot after covid, but the claim rate increased.</a:t>
            </a:r>
            <a:r>
              <a:rPr lang="en-US" sz="2400"/>
              <a:t> More accident during covid?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Among those travel customers, </a:t>
            </a:r>
            <a:r>
              <a:rPr lang="en-US" sz="2400">
                <a:highlight>
                  <a:srgbClr val="FFFF00"/>
                </a:highlight>
              </a:rPr>
              <a:t>83% haven’t bought any LH products</a:t>
            </a:r>
            <a:r>
              <a:rPr lang="en-US" sz="2400"/>
              <a:t>.</a:t>
            </a:r>
          </a:p>
          <a:p>
            <a:r>
              <a:rPr lang="en-US" sz="2400"/>
              <a:t>Generally, </a:t>
            </a:r>
            <a:r>
              <a:rPr lang="en-US" sz="2400">
                <a:highlight>
                  <a:srgbClr val="FFFF00"/>
                </a:highlight>
              </a:rPr>
              <a:t>more clients are buying L&amp;H through the year according to submit year of LH application</a:t>
            </a:r>
            <a:r>
              <a:rPr lang="en-US" sz="2400"/>
              <a:t>, except for 2018 has a slight drop.</a:t>
            </a:r>
          </a:p>
          <a:p>
            <a:r>
              <a:rPr lang="en-US" sz="2400">
                <a:solidFill>
                  <a:srgbClr val="C00000"/>
                </a:solidFill>
              </a:rPr>
              <a:t>Since around 2012, the Age group of first-time-buying-LH has most increased in the age group of 17-30, </a:t>
            </a:r>
            <a:r>
              <a:rPr lang="en-US" sz="2400">
                <a:solidFill>
                  <a:srgbClr val="C00000"/>
                </a:solidFill>
                <a:highlight>
                  <a:srgbClr val="FFFF00"/>
                </a:highlight>
              </a:rPr>
              <a:t>more young people are gaining more awareness on LH insurance products.</a:t>
            </a:r>
          </a:p>
          <a:p>
            <a:r>
              <a:rPr lang="en-US" sz="2400">
                <a:highlight>
                  <a:srgbClr val="FFFF00"/>
                </a:highlight>
              </a:rPr>
              <a:t>Most people first buy L&amp;H product at the age 18,22-26,29-30</a:t>
            </a:r>
          </a:p>
          <a:p>
            <a:r>
              <a:rPr lang="en-US" sz="2400"/>
              <a:t>The average annual premium of traditional life(pink) has increased drastically from 2018.</a:t>
            </a:r>
          </a:p>
          <a:p>
            <a:r>
              <a:rPr lang="en-US" sz="2400"/>
              <a:t>Medical(red) increased while critical illness(blue) decreased. Seems </a:t>
            </a:r>
            <a:r>
              <a:rPr lang="en-US" sz="2400">
                <a:highlight>
                  <a:srgbClr val="FFFF00"/>
                </a:highlight>
              </a:rPr>
              <a:t>more ppl are buying medical instead of CI.</a:t>
            </a:r>
          </a:p>
          <a:p>
            <a:r>
              <a:rPr lang="en-US" sz="2400"/>
              <a:t>The number of policy of medical product is the largest while traditional life is the most profitable product compare both Total .</a:t>
            </a:r>
          </a:p>
          <a:p>
            <a:r>
              <a:rPr lang="en-US" sz="2400"/>
              <a:t>Age group of 51-60 has pay more premium in average in 2020, and return to previous level afterwards.</a:t>
            </a:r>
          </a:p>
        </p:txBody>
      </p:sp>
    </p:spTree>
    <p:extLst>
      <p:ext uri="{BB962C8B-B14F-4D97-AF65-F5344CB8AC3E}">
        <p14:creationId xmlns:p14="http://schemas.microsoft.com/office/powerpoint/2010/main" val="3217505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0EE94-D3BE-42E4-AA41-6FD391F35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6009"/>
          </a:xfrm>
        </p:spPr>
        <p:txBody>
          <a:bodyPr/>
          <a:lstStyle/>
          <a:p>
            <a:r>
              <a:rPr lang="en-US"/>
              <a:t>Data Sources in detail</a:t>
            </a:r>
          </a:p>
        </p:txBody>
      </p:sp>
      <p:pic>
        <p:nvPicPr>
          <p:cNvPr id="5" name="Graphic 4" descr="Database">
            <a:extLst>
              <a:ext uri="{FF2B5EF4-FFF2-40B4-BE49-F238E27FC236}">
                <a16:creationId xmlns:a16="http://schemas.microsoft.com/office/drawing/2014/main" id="{714BE021-93C7-4C60-BD25-550C2F0AB1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65285" y="1160391"/>
            <a:ext cx="1178039" cy="1178039"/>
          </a:xfrm>
          <a:prstGeom prst="rect">
            <a:avLst/>
          </a:prstGeom>
        </p:spPr>
      </p:pic>
      <p:pic>
        <p:nvPicPr>
          <p:cNvPr id="6" name="Graphic 5" descr="Database">
            <a:extLst>
              <a:ext uri="{FF2B5EF4-FFF2-40B4-BE49-F238E27FC236}">
                <a16:creationId xmlns:a16="http://schemas.microsoft.com/office/drawing/2014/main" id="{E02C09AD-179E-463D-ABB4-5F3E636BE9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95820" y="5862993"/>
            <a:ext cx="1162922" cy="116292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C923572-75D1-4013-BD55-03F47BADD876}"/>
              </a:ext>
            </a:extLst>
          </p:cNvPr>
          <p:cNvSpPr txBox="1"/>
          <p:nvPr/>
        </p:nvSpPr>
        <p:spPr>
          <a:xfrm>
            <a:off x="2690154" y="2226236"/>
            <a:ext cx="347416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/>
              <a:t>Client data:</a:t>
            </a:r>
          </a:p>
          <a:p>
            <a:r>
              <a:rPr lang="en-US" sz="1500"/>
              <a:t>min START_DATE:  1900-01-01</a:t>
            </a:r>
          </a:p>
          <a:p>
            <a:r>
              <a:rPr lang="en-US" sz="1500"/>
              <a:t>Shape of </a:t>
            </a:r>
            <a:r>
              <a:rPr lang="en-US" sz="1500" err="1"/>
              <a:t>client_data_df</a:t>
            </a:r>
            <a:r>
              <a:rPr lang="en-US" sz="1500"/>
              <a:t>:  (6139950, 11)</a:t>
            </a:r>
          </a:p>
          <a:p>
            <a:r>
              <a:rPr lang="en-US" sz="1500"/>
              <a:t>Number of unique client:  6139950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ACAFAB-4930-4CFE-AD1A-44985FAC3B14}"/>
              </a:ext>
            </a:extLst>
          </p:cNvPr>
          <p:cNvSpPr txBox="1"/>
          <p:nvPr/>
        </p:nvSpPr>
        <p:spPr>
          <a:xfrm>
            <a:off x="8417976" y="438697"/>
            <a:ext cx="360470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Info should have:</a:t>
            </a:r>
          </a:p>
          <a:p>
            <a:endParaRPr lang="en-US" sz="1200"/>
          </a:p>
          <a:p>
            <a:r>
              <a:rPr lang="en-US" sz="1200"/>
              <a:t>Data Sources</a:t>
            </a:r>
          </a:p>
          <a:p>
            <a:pPr marL="285750" indent="-285750">
              <a:buFontTx/>
              <a:buChar char="-"/>
            </a:pPr>
            <a:r>
              <a:rPr lang="en-US" sz="1200"/>
              <a:t>Description</a:t>
            </a:r>
          </a:p>
          <a:p>
            <a:pPr marL="285750" indent="-285750">
              <a:buFontTx/>
              <a:buChar char="-"/>
            </a:pPr>
            <a:r>
              <a:rPr lang="en-US" sz="1200"/>
              <a:t>Range</a:t>
            </a:r>
          </a:p>
          <a:p>
            <a:pPr marL="285750" indent="-285750">
              <a:buFontTx/>
              <a:buChar char="-"/>
            </a:pPr>
            <a:r>
              <a:rPr lang="en-US" sz="1200"/>
              <a:t># of Rows &amp; columns</a:t>
            </a:r>
          </a:p>
          <a:p>
            <a:r>
              <a:rPr lang="en-US" sz="1200"/>
              <a:t>Consolidated dataset(s)</a:t>
            </a:r>
          </a:p>
          <a:p>
            <a:pPr marL="285750" indent="-285750">
              <a:buFontTx/>
              <a:buChar char="-"/>
            </a:pPr>
            <a:r>
              <a:rPr lang="en-US" sz="1200"/>
              <a:t>Merging methods (e.g. on what?)</a:t>
            </a:r>
          </a:p>
          <a:p>
            <a:pPr marL="285750" indent="-285750">
              <a:buFontTx/>
              <a:buChar char="-"/>
            </a:pPr>
            <a:r>
              <a:rPr lang="en-US" sz="1200"/>
              <a:t>Use for…</a:t>
            </a:r>
          </a:p>
          <a:p>
            <a:pPr marL="285750" indent="-285750">
              <a:buFontTx/>
              <a:buChar char="-"/>
            </a:pPr>
            <a:r>
              <a:rPr lang="en-US" sz="1200"/>
              <a:t>Etc.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610A0A-A807-4235-8BB1-F0CB168CB21A}"/>
              </a:ext>
            </a:extLst>
          </p:cNvPr>
          <p:cNvSpPr txBox="1"/>
          <p:nvPr/>
        </p:nvSpPr>
        <p:spPr>
          <a:xfrm>
            <a:off x="-15625" y="4131557"/>
            <a:ext cx="194485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err="1"/>
              <a:t>useful_base_df.merge</a:t>
            </a:r>
            <a:r>
              <a:rPr lang="en-US" sz="1400"/>
              <a:t>(</a:t>
            </a:r>
            <a:r>
              <a:rPr lang="en-US" sz="1400" err="1"/>
              <a:t>useful_client_data_df</a:t>
            </a:r>
            <a:r>
              <a:rPr lang="en-US" sz="1400"/>
              <a:t>, </a:t>
            </a:r>
            <a:r>
              <a:rPr lang="en-US" sz="1400" err="1"/>
              <a:t>left_on</a:t>
            </a:r>
            <a:r>
              <a:rPr lang="en-US" sz="1400"/>
              <a:t>="COWNNUM", </a:t>
            </a:r>
            <a:r>
              <a:rPr lang="en-US" sz="1400" err="1"/>
              <a:t>right_on</a:t>
            </a:r>
            <a:r>
              <a:rPr lang="en-US" sz="1400"/>
              <a:t>='CLNTNUM' ,how="left")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8ACEB0-0BC7-4E30-A153-38F9EA57121C}"/>
              </a:ext>
            </a:extLst>
          </p:cNvPr>
          <p:cNvSpPr txBox="1"/>
          <p:nvPr/>
        </p:nvSpPr>
        <p:spPr>
          <a:xfrm>
            <a:off x="-21017" y="2226236"/>
            <a:ext cx="2413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err="1"/>
              <a:t>Basestat</a:t>
            </a:r>
            <a:r>
              <a:rPr lang="en-US" sz="1200"/>
              <a:t>:</a:t>
            </a:r>
          </a:p>
          <a:p>
            <a:r>
              <a:rPr lang="en-US" sz="1200"/>
              <a:t>min OCCDATE:  1998-01-01 max OCCDATE:  2023-05-22 min CCDATE:  1999-05-01 </a:t>
            </a:r>
          </a:p>
          <a:p>
            <a:r>
              <a:rPr lang="en-US" sz="1200"/>
              <a:t>max CCDATE:  2023-12-23</a:t>
            </a:r>
          </a:p>
          <a:p>
            <a:r>
              <a:rPr lang="en-US" sz="1200"/>
              <a:t>Shape of </a:t>
            </a:r>
            <a:r>
              <a:rPr lang="en-US" sz="1200" err="1"/>
              <a:t>base_df</a:t>
            </a:r>
            <a:r>
              <a:rPr lang="en-US" sz="1200"/>
              <a:t>:  (5257817, 116)</a:t>
            </a:r>
          </a:p>
          <a:p>
            <a:r>
              <a:rPr lang="en-US" sz="1200"/>
              <a:t>Number of unique client:  1503225</a:t>
            </a:r>
          </a:p>
        </p:txBody>
      </p:sp>
      <p:pic>
        <p:nvPicPr>
          <p:cNvPr id="11" name="Graphic 10" descr="Database">
            <a:extLst>
              <a:ext uri="{FF2B5EF4-FFF2-40B4-BE49-F238E27FC236}">
                <a16:creationId xmlns:a16="http://schemas.microsoft.com/office/drawing/2014/main" id="{FD5C0C17-4E61-490B-8288-D4424E1F33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2285" y="1121134"/>
            <a:ext cx="1256555" cy="1256555"/>
          </a:xfrm>
          <a:prstGeom prst="rect">
            <a:avLst/>
          </a:prstGeom>
        </p:spPr>
      </p:pic>
      <p:pic>
        <p:nvPicPr>
          <p:cNvPr id="13" name="Graphic 12" descr="Database">
            <a:extLst>
              <a:ext uri="{FF2B5EF4-FFF2-40B4-BE49-F238E27FC236}">
                <a16:creationId xmlns:a16="http://schemas.microsoft.com/office/drawing/2014/main" id="{BC052B5A-861C-4229-8BCE-1EA21AC9A2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80991" y="4269895"/>
            <a:ext cx="1178040" cy="117804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B06C150-EBE6-483B-B164-9DADAA66B82A}"/>
              </a:ext>
            </a:extLst>
          </p:cNvPr>
          <p:cNvSpPr txBox="1"/>
          <p:nvPr/>
        </p:nvSpPr>
        <p:spPr>
          <a:xfrm>
            <a:off x="3493214" y="3429000"/>
            <a:ext cx="1256555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err="1"/>
              <a:t>Clambase</a:t>
            </a:r>
            <a:r>
              <a:rPr lang="en-US" sz="1500"/>
              <a:t>:</a:t>
            </a:r>
          </a:p>
          <a:p>
            <a:r>
              <a:rPr lang="en-US" sz="1500"/>
              <a:t>min DATREP:  1998-12-08</a:t>
            </a:r>
          </a:p>
          <a:p>
            <a:r>
              <a:rPr lang="en-US" sz="1500"/>
              <a:t>max DATREP:  2023-02-23</a:t>
            </a:r>
          </a:p>
          <a:p>
            <a:r>
              <a:rPr lang="en-US" sz="1500"/>
              <a:t>Shape of </a:t>
            </a:r>
            <a:r>
              <a:rPr lang="en-US" sz="1500" err="1"/>
              <a:t>clambase_df</a:t>
            </a:r>
            <a:r>
              <a:rPr lang="en-US" sz="1500"/>
              <a:t>:  (237406, 364)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01B4FE-6411-477A-998F-2C14F0F7DD43}"/>
              </a:ext>
            </a:extLst>
          </p:cNvPr>
          <p:cNvSpPr txBox="1"/>
          <p:nvPr/>
        </p:nvSpPr>
        <p:spPr>
          <a:xfrm>
            <a:off x="10839181" y="5279579"/>
            <a:ext cx="1468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err="1"/>
              <a:t>Base_LH_df</a:t>
            </a:r>
            <a:endParaRPr lang="en-US"/>
          </a:p>
        </p:txBody>
      </p:sp>
      <p:sp>
        <p:nvSpPr>
          <p:cNvPr id="24" name="Left Brace 23">
            <a:extLst>
              <a:ext uri="{FF2B5EF4-FFF2-40B4-BE49-F238E27FC236}">
                <a16:creationId xmlns:a16="http://schemas.microsoft.com/office/drawing/2014/main" id="{5AB93E4E-E4F3-45EF-B769-F80A40A3D317}"/>
              </a:ext>
            </a:extLst>
          </p:cNvPr>
          <p:cNvSpPr/>
          <p:nvPr/>
        </p:nvSpPr>
        <p:spPr>
          <a:xfrm rot="16200000">
            <a:off x="2124233" y="2745506"/>
            <a:ext cx="535500" cy="2266950"/>
          </a:xfrm>
          <a:prstGeom prst="leftBrace">
            <a:avLst>
              <a:gd name="adj1" fmla="val 8333"/>
              <a:gd name="adj2" fmla="val 4959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Graphic 24" descr="Database">
            <a:extLst>
              <a:ext uri="{FF2B5EF4-FFF2-40B4-BE49-F238E27FC236}">
                <a16:creationId xmlns:a16="http://schemas.microsoft.com/office/drawing/2014/main" id="{7FB1C738-5C43-48C6-AF12-E64712FDCE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01574" y="4191380"/>
            <a:ext cx="1256555" cy="125655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818922C5-BB94-4905-B298-6AE31E0E1A7F}"/>
              </a:ext>
            </a:extLst>
          </p:cNvPr>
          <p:cNvSpPr txBox="1"/>
          <p:nvPr/>
        </p:nvSpPr>
        <p:spPr>
          <a:xfrm>
            <a:off x="6096000" y="5288340"/>
            <a:ext cx="146862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LH_DATA:</a:t>
            </a:r>
          </a:p>
          <a:p>
            <a:r>
              <a:rPr lang="en-US" sz="1200"/>
              <a:t>min submit date: 2002-01-02 00:00:00</a:t>
            </a:r>
          </a:p>
          <a:p>
            <a:r>
              <a:rPr lang="en-US" sz="1200"/>
              <a:t>max submit date: 2023-03-16 00:00:00</a:t>
            </a:r>
          </a:p>
          <a:p>
            <a:r>
              <a:rPr lang="en-US" sz="1200" err="1"/>
              <a:t>useful_LH</a:t>
            </a:r>
            <a:r>
              <a:rPr lang="en-US" sz="1200"/>
              <a:t> shape: (1941148, 15)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1D27924-AF5D-4649-B780-A5D4918CA5C0}"/>
              </a:ext>
            </a:extLst>
          </p:cNvPr>
          <p:cNvSpPr txBox="1"/>
          <p:nvPr/>
        </p:nvSpPr>
        <p:spPr>
          <a:xfrm>
            <a:off x="560851" y="5994169"/>
            <a:ext cx="2793453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err="1"/>
              <a:t>Useful_BCC</a:t>
            </a:r>
            <a:r>
              <a:rPr lang="en-US" sz="1300"/>
              <a:t>=</a:t>
            </a:r>
          </a:p>
          <a:p>
            <a:r>
              <a:rPr lang="en-US" sz="1300" err="1"/>
              <a:t>pd.merge</a:t>
            </a:r>
            <a:r>
              <a:rPr lang="en-US" sz="1300"/>
              <a:t>(</a:t>
            </a:r>
            <a:r>
              <a:rPr lang="en-US" sz="1300" err="1"/>
              <a:t>useful_base_w_client_df</a:t>
            </a:r>
            <a:r>
              <a:rPr lang="en-US" sz="1300"/>
              <a:t>, </a:t>
            </a:r>
            <a:r>
              <a:rPr lang="en-US" sz="1300" err="1"/>
              <a:t>useful_clambase_drop_not_in_usefulbase</a:t>
            </a:r>
            <a:r>
              <a:rPr lang="en-US" sz="1300"/>
              <a:t>, on=['</a:t>
            </a:r>
            <a:r>
              <a:rPr lang="en-US" sz="1300" err="1"/>
              <a:t>contrnb</a:t>
            </a:r>
            <a:r>
              <a:rPr lang="en-US" sz="1300"/>
              <a:t>'], how='left')</a:t>
            </a:r>
          </a:p>
        </p:txBody>
      </p:sp>
      <p:sp>
        <p:nvSpPr>
          <p:cNvPr id="30" name="Left Brace 29">
            <a:extLst>
              <a:ext uri="{FF2B5EF4-FFF2-40B4-BE49-F238E27FC236}">
                <a16:creationId xmlns:a16="http://schemas.microsoft.com/office/drawing/2014/main" id="{A99FE39C-236C-4D51-8C3D-5233222958F0}"/>
              </a:ext>
            </a:extLst>
          </p:cNvPr>
          <p:cNvSpPr/>
          <p:nvPr/>
        </p:nvSpPr>
        <p:spPr>
          <a:xfrm rot="16200000">
            <a:off x="3383393" y="4598521"/>
            <a:ext cx="535500" cy="2266950"/>
          </a:xfrm>
          <a:prstGeom prst="leftBrace">
            <a:avLst>
              <a:gd name="adj1" fmla="val 8333"/>
              <a:gd name="adj2" fmla="val 4959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Graphic 30" descr="Database">
            <a:extLst>
              <a:ext uri="{FF2B5EF4-FFF2-40B4-BE49-F238E27FC236}">
                <a16:creationId xmlns:a16="http://schemas.microsoft.com/office/drawing/2014/main" id="{4E4690F8-7D4F-4CA7-A1A4-91EE49E599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73626" y="5894211"/>
            <a:ext cx="1178040" cy="1178040"/>
          </a:xfrm>
          <a:prstGeom prst="rect">
            <a:avLst/>
          </a:prstGeom>
        </p:spPr>
      </p:pic>
      <p:sp>
        <p:nvSpPr>
          <p:cNvPr id="32" name="Plus Sign 31">
            <a:extLst>
              <a:ext uri="{FF2B5EF4-FFF2-40B4-BE49-F238E27FC236}">
                <a16:creationId xmlns:a16="http://schemas.microsoft.com/office/drawing/2014/main" id="{A8B24CE1-1381-4D59-A4C4-3AD4D3968F47}"/>
              </a:ext>
            </a:extLst>
          </p:cNvPr>
          <p:cNvSpPr/>
          <p:nvPr/>
        </p:nvSpPr>
        <p:spPr>
          <a:xfrm>
            <a:off x="4205908" y="6107714"/>
            <a:ext cx="889912" cy="750286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5CF35FAB-F10C-47EA-8B85-33301370A547}"/>
              </a:ext>
            </a:extLst>
          </p:cNvPr>
          <p:cNvSpPr/>
          <p:nvPr/>
        </p:nvSpPr>
        <p:spPr>
          <a:xfrm>
            <a:off x="7441849" y="4767371"/>
            <a:ext cx="3682847" cy="2425577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err="1"/>
              <a:t>Base_LH_df</a:t>
            </a:r>
            <a:endParaRPr lang="en-US" sz="1200"/>
          </a:p>
          <a:p>
            <a:pPr algn="ctr"/>
            <a:r>
              <a:rPr lang="en-US" sz="1200" b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pd.merge</a:t>
            </a:r>
            <a:r>
              <a:rPr lang="en-US" sz="1200" b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F_usefull_BCC</a:t>
            </a:r>
            <a:r>
              <a:rPr lang="en-US" sz="1200" b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useful_LH</a:t>
            </a:r>
            <a:r>
              <a:rPr lang="en-US" sz="1200" b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, how="left", </a:t>
            </a:r>
            <a:r>
              <a:rPr lang="en-US" sz="1200" b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left_on</a:t>
            </a:r>
            <a:r>
              <a:rPr lang="en-US" sz="1200" b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en-US" sz="1200" b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modified_SECUITYNO</a:t>
            </a:r>
            <a:r>
              <a:rPr lang="en-US" sz="1200" b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", </a:t>
            </a:r>
            <a:r>
              <a:rPr lang="en-US" sz="1200" b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right_on</a:t>
            </a:r>
            <a:r>
              <a:rPr lang="en-US" sz="1200" b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en-US" sz="1200" b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modified_owner_id</a:t>
            </a:r>
            <a:r>
              <a:rPr lang="en-US" sz="1200" b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")</a:t>
            </a:r>
          </a:p>
          <a:p>
            <a:pPr algn="ctr"/>
            <a:endParaRPr lang="en-US" sz="1200">
              <a:solidFill>
                <a:schemeClr val="tx1"/>
              </a:solidFill>
            </a:endParaRPr>
          </a:p>
        </p:txBody>
      </p:sp>
      <p:pic>
        <p:nvPicPr>
          <p:cNvPr id="34" name="Graphic 33" descr="Database">
            <a:extLst>
              <a:ext uri="{FF2B5EF4-FFF2-40B4-BE49-F238E27FC236}">
                <a16:creationId xmlns:a16="http://schemas.microsoft.com/office/drawing/2014/main" id="{01164368-3CD4-4688-B754-E7302AEB64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20133" y="5679961"/>
            <a:ext cx="1178039" cy="1178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0523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BEA2C-9D3F-451F-B2CF-5E072A61E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Conditions for potential LH customers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2268B-A687-4F1D-8190-3F35F31E4B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Has_Claim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'2020-01-01’ &amp;</a:t>
            </a:r>
            <a:endParaRPr lang="en-US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sex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 </a:t>
            </a:r>
            <a:r>
              <a:rPr lang="en-US">
                <a:solidFill>
                  <a:srgbClr val="CE9178"/>
                </a:solidFill>
                <a:latin typeface="Consolas" panose="020B0609020204030204" pitchFamily="49" charset="0"/>
              </a:rPr>
              <a:t>“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F” &amp;</a:t>
            </a:r>
            <a:endParaRPr lang="en-US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b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has_bought_LH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&amp;</a:t>
            </a:r>
          </a:p>
          <a:p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age_gp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 ==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"2. Age 17 - 30"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or</a:t>
            </a:r>
          </a:p>
          <a:p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age_gp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 ==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"3. Age 31 - 40“</a:t>
            </a:r>
          </a:p>
          <a:p>
            <a:r>
              <a:rPr lang="en-US">
                <a:solidFill>
                  <a:srgbClr val="CE9178"/>
                </a:solidFill>
                <a:latin typeface="Consolas" panose="020B0609020204030204" pitchFamily="49" charset="0"/>
              </a:rPr>
              <a:t>For the above condition:</a:t>
            </a:r>
          </a:p>
          <a:p>
            <a:r>
              <a:rPr lang="en-US" b="0" i="0">
                <a:effectLst/>
                <a:latin typeface="Consolas" panose="020B0609020204030204" pitchFamily="49" charset="0"/>
              </a:rPr>
              <a:t>2374 unique </a:t>
            </a:r>
            <a:r>
              <a:rPr lang="en-US">
                <a:latin typeface="Consolas" panose="020B0609020204030204" pitchFamily="49" charset="0"/>
              </a:rPr>
              <a:t>travel </a:t>
            </a:r>
            <a:r>
              <a:rPr lang="en-US" b="0" i="0">
                <a:effectLst/>
                <a:latin typeface="Consolas" panose="020B0609020204030204" pitchFamily="49" charset="0"/>
              </a:rPr>
              <a:t>customers can be potential LH customers.</a:t>
            </a:r>
            <a:b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5570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C8460-FFAB-477E-AFF6-30A8B073C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Based on Channels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CE27D8-94F5-45F3-BE64-5F3355A7A8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9208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24752-D21F-4C37-8C89-5A6D49E7D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4948" y="434340"/>
            <a:ext cx="4607052" cy="1106424"/>
          </a:xfrm>
        </p:spPr>
        <p:txBody>
          <a:bodyPr>
            <a:normAutofit fontScale="90000"/>
          </a:bodyPr>
          <a:lstStyle/>
          <a:p>
            <a:r>
              <a:rPr lang="en-US" sz="2900"/>
              <a:t>Number of new policies(contract number) at that year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2FC5A-B29F-4C58-940E-4D925D707B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7575" y="1820091"/>
            <a:ext cx="4607052" cy="4780733"/>
          </a:xfrm>
        </p:spPr>
        <p:txBody>
          <a:bodyPr>
            <a:normAutofit lnSpcReduction="10000"/>
          </a:bodyPr>
          <a:lstStyle/>
          <a:p>
            <a:r>
              <a:rPr lang="en-US" sz="2000"/>
              <a:t>There is a huge drop in 2020 due to covid.</a:t>
            </a:r>
          </a:p>
          <a:p>
            <a:endParaRPr lang="en-US" sz="2000"/>
          </a:p>
          <a:p>
            <a:r>
              <a:rPr lang="en-US" sz="2000"/>
              <a:t>AXA Direct(Blue) has an increasing coverage % during 2021-2022, yet HSBC still has the highest number of clients who bought new policies between 2020-2022.</a:t>
            </a:r>
          </a:p>
          <a:p>
            <a:endParaRPr lang="en-US" sz="1400"/>
          </a:p>
          <a:p>
            <a:endParaRPr lang="en-US" sz="1400"/>
          </a:p>
          <a:p>
            <a:endParaRPr lang="en-US" sz="1400"/>
          </a:p>
          <a:p>
            <a:endParaRPr lang="en-US" sz="1400"/>
          </a:p>
          <a:p>
            <a:endParaRPr lang="en-US" sz="1400"/>
          </a:p>
          <a:p>
            <a:endParaRPr lang="en-US" sz="1400"/>
          </a:p>
          <a:p>
            <a:r>
              <a:rPr lang="en-US" sz="1400">
                <a:solidFill>
                  <a:srgbClr val="FF0000"/>
                </a:solidFill>
                <a:highlight>
                  <a:srgbClr val="FFFF00"/>
                </a:highlight>
              </a:rPr>
              <a:t>Remark : Check use the most updated data.</a:t>
            </a:r>
          </a:p>
          <a:p>
            <a:r>
              <a:rPr lang="en-US" sz="1400">
                <a:solidFill>
                  <a:srgbClr val="FF0000"/>
                </a:solidFill>
                <a:highlight>
                  <a:srgbClr val="FFFF00"/>
                </a:highlight>
              </a:rPr>
              <a:t>Already checked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EC32FC-078A-48E5-96F1-5E913CA7A096}"/>
              </a:ext>
            </a:extLst>
          </p:cNvPr>
          <p:cNvSpPr txBox="1"/>
          <p:nvPr/>
        </p:nvSpPr>
        <p:spPr>
          <a:xfrm>
            <a:off x="6339287" y="6139159"/>
            <a:ext cx="1114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/>
              <a:t>Notes: </a:t>
            </a:r>
          </a:p>
          <a:p>
            <a:r>
              <a:rPr lang="en-US" sz="800"/>
              <a:t>Channel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/>
              <a:t>Other: Citi and JLT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F239AC-498C-4F57-8529-63C10EC5F7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25" y="484634"/>
            <a:ext cx="6915150" cy="31718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B8A69E8-CEEC-4BF7-AD67-4CFCB59591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75" y="3656459"/>
            <a:ext cx="6705600" cy="3171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9028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D382307-32E6-460A-8790-29FB25CD29C7}"/>
              </a:ext>
            </a:extLst>
          </p:cNvPr>
          <p:cNvSpPr/>
          <p:nvPr/>
        </p:nvSpPr>
        <p:spPr>
          <a:xfrm>
            <a:off x="8755174" y="2306608"/>
            <a:ext cx="3205018" cy="68349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Additional Modified slides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E47D5DB-580C-4A04-83CA-DF713714EB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57563"/>
            <a:ext cx="6705600" cy="3171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2139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32E72F45-88B7-48EF-8899-109509120516}"/>
              </a:ext>
            </a:extLst>
          </p:cNvPr>
          <p:cNvSpPr txBox="1">
            <a:spLocks/>
          </p:cNvSpPr>
          <p:nvPr/>
        </p:nvSpPr>
        <p:spPr>
          <a:xfrm>
            <a:off x="7584948" y="434340"/>
            <a:ext cx="4607052" cy="11064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900"/>
              <a:t>Number of new policies bought at different period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0B225A2-6DD1-4C47-BD87-0059102335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7575" y="1820091"/>
            <a:ext cx="4607052" cy="4780733"/>
          </a:xfrm>
        </p:spPr>
        <p:txBody>
          <a:bodyPr>
            <a:normAutofit/>
          </a:bodyPr>
          <a:lstStyle/>
          <a:p>
            <a:r>
              <a:rPr lang="en-US" sz="1800"/>
              <a:t>There is a huge drop during Covid</a:t>
            </a:r>
          </a:p>
          <a:p>
            <a:endParaRPr lang="en-US" sz="1800"/>
          </a:p>
          <a:p>
            <a:r>
              <a:rPr lang="en-US" sz="1800"/>
              <a:t>AXA Direct has an increasing coverage % during covid, yet HSBC still has the highest number of clients who bought new policies during Covid.</a:t>
            </a:r>
          </a:p>
          <a:p>
            <a:endParaRPr lang="en-US" sz="14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001105-1374-432C-8FDD-D954D89771F9}"/>
              </a:ext>
            </a:extLst>
          </p:cNvPr>
          <p:cNvSpPr txBox="1"/>
          <p:nvPr/>
        </p:nvSpPr>
        <p:spPr>
          <a:xfrm>
            <a:off x="7584947" y="3948647"/>
            <a:ext cx="291733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Notes:</a:t>
            </a:r>
          </a:p>
          <a:p>
            <a:r>
              <a:rPr lang="en-US" sz="1200"/>
              <a:t>Time Range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Pre-Covid:    Jan 2017 - Feb 2020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Covid:           Mar 2020 – Jun 2022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Post-Covid    Jun 2022 - Now</a:t>
            </a:r>
          </a:p>
          <a:p>
            <a:r>
              <a:rPr lang="en-US" sz="1200"/>
              <a:t> </a:t>
            </a:r>
          </a:p>
          <a:p>
            <a:r>
              <a:rPr lang="en-US" sz="1200"/>
              <a:t>Channel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/>
              <a:t>Other: Citi and JLT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7AD99B5-8F17-4373-90C1-4AFEE51401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4775" y="369888"/>
            <a:ext cx="6915150" cy="31718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697BC1F-C270-4B22-A6C9-3DCDD49888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" y="3604160"/>
            <a:ext cx="6705600" cy="3171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1789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D37A0B0-4E50-42AF-8108-912C5D3A09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" y="2930742"/>
            <a:ext cx="12020550" cy="3171825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DC5E63F-ED25-4732-B364-5A0DB1B47116}"/>
              </a:ext>
            </a:extLst>
          </p:cNvPr>
          <p:cNvSpPr/>
          <p:nvPr/>
        </p:nvSpPr>
        <p:spPr>
          <a:xfrm>
            <a:off x="8148782" y="1007198"/>
            <a:ext cx="3205018" cy="68349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Additional Modified slides</a:t>
            </a:r>
          </a:p>
        </p:txBody>
      </p:sp>
    </p:spTree>
    <p:extLst>
      <p:ext uri="{BB962C8B-B14F-4D97-AF65-F5344CB8AC3E}">
        <p14:creationId xmlns:p14="http://schemas.microsoft.com/office/powerpoint/2010/main" val="41773047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2D01027-C164-42F7-8BEA-7D60843494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" y="528486"/>
            <a:ext cx="12020550" cy="3171825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88ED61B-BFD5-408F-9584-EA14267C9EF8}"/>
              </a:ext>
            </a:extLst>
          </p:cNvPr>
          <p:cNvSpPr/>
          <p:nvPr/>
        </p:nvSpPr>
        <p:spPr>
          <a:xfrm>
            <a:off x="8129532" y="0"/>
            <a:ext cx="3205018" cy="68349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Additional Modified slides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9473CB5-78D4-44CA-9A05-EB6467B59B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" y="3545306"/>
            <a:ext cx="12020550" cy="3171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9220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F15152-2C0C-4230-8C26-EE79745FAF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7003" y="3545974"/>
            <a:ext cx="12192000" cy="3161944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48B13D0-6CBE-4360-BDD5-D11037B19CF9}"/>
              </a:ext>
            </a:extLst>
          </p:cNvPr>
          <p:cNvSpPr/>
          <p:nvPr/>
        </p:nvSpPr>
        <p:spPr>
          <a:xfrm>
            <a:off x="8148782" y="1007198"/>
            <a:ext cx="3205018" cy="68349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Additional Modified slides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CEBB5A-382C-48A1-A362-96EE731A4B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3" y="245293"/>
            <a:ext cx="7315199" cy="3460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0023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2FC5A-B29F-4C58-940E-4D925D707B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6263" y="2368296"/>
            <a:ext cx="4607052" cy="3502152"/>
          </a:xfrm>
        </p:spPr>
        <p:txBody>
          <a:bodyPr>
            <a:normAutofit/>
          </a:bodyPr>
          <a:lstStyle/>
          <a:p>
            <a:r>
              <a:rPr lang="en-US" sz="1800"/>
              <a:t>HSBC has</a:t>
            </a:r>
            <a:r>
              <a:rPr lang="zh-CN" altLang="en-US" sz="1800"/>
              <a:t> </a:t>
            </a:r>
            <a:r>
              <a:rPr lang="en-US" altLang="zh-CN" sz="1800"/>
              <a:t>decreased</a:t>
            </a:r>
            <a:r>
              <a:rPr lang="zh-CN" altLang="en-US" sz="1800"/>
              <a:t> </a:t>
            </a:r>
            <a:r>
              <a:rPr lang="en-US" altLang="zh-CN" sz="1800"/>
              <a:t>it’s % coverage</a:t>
            </a:r>
          </a:p>
          <a:p>
            <a:r>
              <a:rPr lang="en-US" altLang="zh-CN" sz="1800"/>
              <a:t>Direct sells has increased its % coverage </a:t>
            </a:r>
          </a:p>
          <a:p>
            <a:r>
              <a:rPr lang="en-US" altLang="zh-CN" sz="1800"/>
              <a:t>Broker’s percentage has</a:t>
            </a:r>
            <a:r>
              <a:rPr lang="zh-CN" altLang="en-US" sz="1800"/>
              <a:t> </a:t>
            </a:r>
            <a:r>
              <a:rPr lang="en-US" altLang="zh-CN" sz="1800"/>
              <a:t>no significant change</a:t>
            </a:r>
          </a:p>
          <a:p>
            <a:r>
              <a:rPr lang="en-US" altLang="zh-CN" sz="1800"/>
              <a:t>Life Agents has reached the top at 2020, during the covid 19</a:t>
            </a:r>
          </a:p>
          <a:p>
            <a:r>
              <a:rPr lang="en-US" altLang="zh-CN" sz="1800"/>
              <a:t>Life Agents have more impact on customers during covid</a:t>
            </a:r>
            <a:endParaRPr lang="en-US" sz="180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3861B73-95BF-4669-8FF5-2BBE57D09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4482" y="836385"/>
            <a:ext cx="4606925" cy="1106488"/>
          </a:xfrm>
        </p:spPr>
        <p:txBody>
          <a:bodyPr>
            <a:normAutofit/>
          </a:bodyPr>
          <a:lstStyle/>
          <a:p>
            <a:r>
              <a:rPr lang="en-US" sz="2900"/>
              <a:t>New Policies by channel per year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FCB9BE-470B-4C5A-AFC1-D994A3D784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63" y="257175"/>
            <a:ext cx="6705600" cy="31718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0CBAF88-14CA-4CDA-B13C-777E7C833B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63" y="3686175"/>
            <a:ext cx="6705600" cy="3171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3294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B91270-73AC-4DE4-BD3E-A4D06FFAAC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630" y="149040"/>
            <a:ext cx="6705600" cy="31718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081D0B5-DCE0-4339-89B0-693435AAA7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630" y="3320865"/>
            <a:ext cx="6705600" cy="3171825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2942D70-8DC4-4123-8886-A9A19585D2B0}"/>
              </a:ext>
            </a:extLst>
          </p:cNvPr>
          <p:cNvSpPr/>
          <p:nvPr/>
        </p:nvSpPr>
        <p:spPr>
          <a:xfrm>
            <a:off x="8148782" y="1007198"/>
            <a:ext cx="3205018" cy="68349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Additional Modified slides</a:t>
            </a:r>
          </a:p>
        </p:txBody>
      </p:sp>
    </p:spTree>
    <p:extLst>
      <p:ext uri="{BB962C8B-B14F-4D97-AF65-F5344CB8AC3E}">
        <p14:creationId xmlns:p14="http://schemas.microsoft.com/office/powerpoint/2010/main" val="30085685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D433F08-4168-407A-9984-7AD5B60441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" y="0"/>
            <a:ext cx="7414054" cy="3429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385936-414D-4CD3-87C3-322F7081F5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25" y="3429001"/>
            <a:ext cx="7461994" cy="342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3543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C8460-FFAB-477E-AFF6-30A8B073C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Based on products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CE27D8-94F5-45F3-BE64-5F3355A7A8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7920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24752-D21F-4C37-8C89-5A6D49E7D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3215" y="978408"/>
            <a:ext cx="4607052" cy="1106424"/>
          </a:xfrm>
        </p:spPr>
        <p:txBody>
          <a:bodyPr>
            <a:normAutofit/>
          </a:bodyPr>
          <a:lstStyle/>
          <a:p>
            <a:r>
              <a:rPr lang="en-US" sz="2900"/>
              <a:t>Travel Duration for Single Trip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2FC5A-B29F-4C58-940E-4D925D707B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3215" y="2372650"/>
            <a:ext cx="4607052" cy="3502152"/>
          </a:xfrm>
        </p:spPr>
        <p:txBody>
          <a:bodyPr>
            <a:normAutofit/>
          </a:bodyPr>
          <a:lstStyle/>
          <a:p>
            <a:r>
              <a:rPr lang="en-US" sz="1800"/>
              <a:t>The travel duration for single trip is the highest during covid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C5E102-79A3-4F70-98F0-320FA675A3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350" y="257175"/>
            <a:ext cx="5829300" cy="31718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134503-1FA0-4564-B306-B785C791FD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00" y="3686175"/>
            <a:ext cx="5772150" cy="3171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2726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6AA7075-6E85-4823-BBF1-E2792B252A0B}"/>
              </a:ext>
            </a:extLst>
          </p:cNvPr>
          <p:cNvSpPr/>
          <p:nvPr/>
        </p:nvSpPr>
        <p:spPr>
          <a:xfrm>
            <a:off x="8986982" y="160175"/>
            <a:ext cx="3205018" cy="68349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Additional Modified slides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BB05F4-9B0D-42A4-AAF2-B9148F87FB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3665"/>
            <a:ext cx="12192000" cy="403509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D495F12-9668-4BB1-94BE-085E806F21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43998"/>
            <a:ext cx="12192000" cy="4035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7956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C9B5533-E273-4894-BD98-15C20F57FA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89796"/>
            <a:ext cx="12192000" cy="396662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8583A3D-E8AD-42AF-8EC4-39E5911B1170}"/>
              </a:ext>
            </a:extLst>
          </p:cNvPr>
          <p:cNvSpPr/>
          <p:nvPr/>
        </p:nvSpPr>
        <p:spPr>
          <a:xfrm>
            <a:off x="8986982" y="160175"/>
            <a:ext cx="3205018" cy="68349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Additional Modified slides</a:t>
            </a:r>
          </a:p>
        </p:txBody>
      </p:sp>
    </p:spTree>
    <p:extLst>
      <p:ext uri="{BB962C8B-B14F-4D97-AF65-F5344CB8AC3E}">
        <p14:creationId xmlns:p14="http://schemas.microsoft.com/office/powerpoint/2010/main" val="28231898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C8460-FFAB-477E-AFF6-30A8B073C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Based on 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CE27D8-94F5-45F3-BE64-5F3355A7A8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4625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13557-26C6-4DE5-8056-31DE97D97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4896" y="365125"/>
            <a:ext cx="5098376" cy="1006475"/>
          </a:xfrm>
        </p:spPr>
        <p:txBody>
          <a:bodyPr>
            <a:normAutofit fontScale="90000"/>
          </a:bodyPr>
          <a:lstStyle/>
          <a:p>
            <a:r>
              <a:rPr lang="en-US"/>
              <a:t>Age Distribution At the year of buying travel</a:t>
            </a:r>
            <a:br>
              <a:rPr lang="en-US"/>
            </a:b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7DCFD8-EE9F-412D-95FA-C460B28FF8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04" y="122721"/>
            <a:ext cx="7013145" cy="35507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C625D91-5548-47C6-A3B0-00336E7864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233" y="3720661"/>
            <a:ext cx="7013144" cy="324733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D07311F-AE2E-43BA-A80E-67FB67398EEF}"/>
              </a:ext>
            </a:extLst>
          </p:cNvPr>
          <p:cNvSpPr txBox="1"/>
          <p:nvPr/>
        </p:nvSpPr>
        <p:spPr>
          <a:xfrm>
            <a:off x="7364896" y="1485923"/>
            <a:ext cx="44726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6A9955"/>
                </a:solidFill>
                <a:latin typeface="Consolas" panose="020B0609020204030204" pitchFamily="49" charset="0"/>
              </a:rPr>
              <a:t>T</a:t>
            </a:r>
            <a:r>
              <a:rPr lang="en-US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he most popular </a:t>
            </a:r>
            <a:r>
              <a:rPr lang="en-US" b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age_gp</a:t>
            </a:r>
            <a:r>
              <a:rPr lang="en-US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for each channel for each year</a:t>
            </a:r>
            <a:endParaRPr lang="en-US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D7F15E-045B-4D7A-B4FB-C49D27CAAB81}"/>
              </a:ext>
            </a:extLst>
          </p:cNvPr>
          <p:cNvSpPr txBox="1"/>
          <p:nvPr/>
        </p:nvSpPr>
        <p:spPr>
          <a:xfrm>
            <a:off x="7438629" y="5156563"/>
            <a:ext cx="488826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highlight>
                  <a:srgbClr val="FFFF00"/>
                </a:highlight>
              </a:rPr>
              <a:t>The age group tends to get older , that means the </a:t>
            </a:r>
          </a:p>
          <a:p>
            <a:r>
              <a:rPr lang="en-US">
                <a:highlight>
                  <a:srgbClr val="FFFF00"/>
                </a:highlight>
              </a:rPr>
              <a:t>Age of people going to travel gets older during </a:t>
            </a:r>
          </a:p>
          <a:p>
            <a:r>
              <a:rPr lang="en-US">
                <a:highlight>
                  <a:srgbClr val="FFFF00"/>
                </a:highlight>
              </a:rPr>
              <a:t>Covid.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D9D06BD-044B-4F71-B6BC-14D3B2D892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4895" y="2257261"/>
            <a:ext cx="4472607" cy="258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0675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0CFA0D4-00AD-49AB-B6DD-C6E6C42EEC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00"/>
            <a:ext cx="12192000" cy="40359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93C875-3909-4BD1-8AF0-DD324F7BC1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" y="4096844"/>
            <a:ext cx="12192000" cy="4035972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0DE995A-7B98-4302-9C3F-CD796EB54B27}"/>
              </a:ext>
            </a:extLst>
          </p:cNvPr>
          <p:cNvSpPr/>
          <p:nvPr/>
        </p:nvSpPr>
        <p:spPr>
          <a:xfrm>
            <a:off x="9545782" y="-474825"/>
            <a:ext cx="3205018" cy="68349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Additional Modified slides</a:t>
            </a:r>
          </a:p>
        </p:txBody>
      </p:sp>
    </p:spTree>
    <p:extLst>
      <p:ext uri="{BB962C8B-B14F-4D97-AF65-F5344CB8AC3E}">
        <p14:creationId xmlns:p14="http://schemas.microsoft.com/office/powerpoint/2010/main" val="2747342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A8C9C0-8AFD-4B99-9547-FA940C986E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96" y="0"/>
            <a:ext cx="12192000" cy="41012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83448FA-47BE-4992-B381-E2290FC660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96" y="4101244"/>
            <a:ext cx="12192000" cy="4016794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97D2667-6440-4655-93A1-9BDB80A4E6E5}"/>
              </a:ext>
            </a:extLst>
          </p:cNvPr>
          <p:cNvSpPr/>
          <p:nvPr/>
        </p:nvSpPr>
        <p:spPr>
          <a:xfrm>
            <a:off x="8986982" y="0"/>
            <a:ext cx="3205018" cy="68349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Additional Modified slides</a:t>
            </a:r>
          </a:p>
        </p:txBody>
      </p:sp>
    </p:spTree>
    <p:extLst>
      <p:ext uri="{BB962C8B-B14F-4D97-AF65-F5344CB8AC3E}">
        <p14:creationId xmlns:p14="http://schemas.microsoft.com/office/powerpoint/2010/main" val="38176149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9B812-38EB-43A9-861B-E84234C0D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9219" y="386897"/>
            <a:ext cx="4285180" cy="1325563"/>
          </a:xfrm>
        </p:spPr>
        <p:txBody>
          <a:bodyPr/>
          <a:lstStyle/>
          <a:p>
            <a:r>
              <a:rPr lang="en-US"/>
              <a:t>Age group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4BA60-024E-4F66-AC74-E5CC6ADC6B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3534" y="1825625"/>
            <a:ext cx="4285180" cy="2027918"/>
          </a:xfrm>
        </p:spPr>
        <p:txBody>
          <a:bodyPr>
            <a:normAutofit/>
          </a:bodyPr>
          <a:lstStyle/>
          <a:p>
            <a:r>
              <a:rPr lang="en-US"/>
              <a:t>During Covid, the green bar (31-40) decreased.</a:t>
            </a:r>
          </a:p>
          <a:p>
            <a:r>
              <a:rPr lang="en-US"/>
              <a:t>While the red(41-50)and purple(51-60) increased.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EB559E-CB5D-4B80-B48B-54A453329A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61191"/>
            <a:ext cx="7743534" cy="28843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A529496-14EB-4AE3-8F03-54BE3BBA74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612" y="257175"/>
            <a:ext cx="5819775" cy="3171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7903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EFB74E2-841D-4205-A280-1D444B3E98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-249240"/>
            <a:ext cx="8077200" cy="44021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B77B50F-D9BA-4EEC-B301-573B755277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87" y="4178300"/>
            <a:ext cx="8582025" cy="3352800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E1F91EA-6721-4003-A5C7-EBCB0ACD83AE}"/>
              </a:ext>
            </a:extLst>
          </p:cNvPr>
          <p:cNvSpPr/>
          <p:nvPr/>
        </p:nvSpPr>
        <p:spPr>
          <a:xfrm>
            <a:off x="8986982" y="160175"/>
            <a:ext cx="3205018" cy="68349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Additional Modified slides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2594EB5-2401-4098-8317-151F18F94C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6212" y="1843087"/>
            <a:ext cx="5819775" cy="3171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5989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20">
            <a:extLst>
              <a:ext uri="{FF2B5EF4-FFF2-40B4-BE49-F238E27FC236}">
                <a16:creationId xmlns:a16="http://schemas.microsoft.com/office/drawing/2014/main" id="{26FF42C2-EA15-4154-B242-E98E88CED9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5" name="Rectangle 22">
            <a:extLst>
              <a:ext uri="{FF2B5EF4-FFF2-40B4-BE49-F238E27FC236}">
                <a16:creationId xmlns:a16="http://schemas.microsoft.com/office/drawing/2014/main" id="{D79DE9F7-28C4-4856-BA57-D696E124C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575" y="633619"/>
            <a:ext cx="4927413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9A210E-360A-47E9-A993-8A1FDECC8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978408"/>
            <a:ext cx="4056530" cy="110642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/>
              <a:t>Gender</a:t>
            </a:r>
          </a:p>
        </p:txBody>
      </p:sp>
      <p:sp>
        <p:nvSpPr>
          <p:cNvPr id="46" name="Rectangle 24">
            <a:extLst>
              <a:ext uri="{FF2B5EF4-FFF2-40B4-BE49-F238E27FC236}">
                <a16:creationId xmlns:a16="http://schemas.microsoft.com/office/drawing/2014/main" id="{E1F9ED9C-121B-44C6-A308-5824769C40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567" y="117043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Rectangle 26">
            <a:extLst>
              <a:ext uri="{FF2B5EF4-FFF2-40B4-BE49-F238E27FC236}">
                <a16:creationId xmlns:a16="http://schemas.microsoft.com/office/drawing/2014/main" id="{4A5F8185-F27B-4E99-A06C-007336FE3F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7459" y="2121408"/>
            <a:ext cx="395865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AC9597-6B07-4672-A8E2-ACED71D96A42}"/>
              </a:ext>
            </a:extLst>
          </p:cNvPr>
          <p:cNvSpPr txBox="1"/>
          <p:nvPr/>
        </p:nvSpPr>
        <p:spPr>
          <a:xfrm>
            <a:off x="838199" y="3483864"/>
            <a:ext cx="4056530" cy="23042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R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b="0" i="0" u="none" strike="noStrike" baseline="0"/>
              <a:t>Overall Gender Percentage:</a:t>
            </a:r>
          </a:p>
          <a:p>
            <a:pPr marR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b="0" i="0" u="none" strike="noStrike" baseline="0"/>
          </a:p>
          <a:p>
            <a:pPr marR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0" i="0" u="none" strike="noStrike" baseline="0"/>
              <a:t>F	321073		47%	</a:t>
            </a:r>
          </a:p>
          <a:p>
            <a:pPr marR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0" i="0" u="none" strike="noStrike" baseline="0"/>
              <a:t>M	251182		36%	</a:t>
            </a:r>
          </a:p>
          <a:p>
            <a:pPr marR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0" i="0" u="none" strike="noStrike" baseline="0"/>
              <a:t>Nan	115156		17%	</a:t>
            </a:r>
          </a:p>
          <a:p>
            <a:pPr marR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0" i="0" u="none" strike="noStrike" baseline="0"/>
              <a:t>U	980		0.1%	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A5A896-78E0-4FB9-8FCB-AEBA436DB3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0763" y="67625"/>
            <a:ext cx="5550692" cy="292799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239D268-D566-4448-A0B5-C4223FAAE0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0414" y="1170432"/>
            <a:ext cx="4341518" cy="2286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E8CA801-F2FC-47F0-93F8-866B80116B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5946" y="3429000"/>
            <a:ext cx="6500472" cy="3429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692BA82-60E2-4967-972B-99C61A2DB1FC}"/>
              </a:ext>
            </a:extLst>
          </p:cNvPr>
          <p:cNvSpPr txBox="1"/>
          <p:nvPr/>
        </p:nvSpPr>
        <p:spPr>
          <a:xfrm>
            <a:off x="558902" y="2727805"/>
            <a:ext cx="50813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Female always tends to buy travel insurance then Male</a:t>
            </a:r>
          </a:p>
        </p:txBody>
      </p:sp>
    </p:spTree>
    <p:extLst>
      <p:ext uri="{BB962C8B-B14F-4D97-AF65-F5344CB8AC3E}">
        <p14:creationId xmlns:p14="http://schemas.microsoft.com/office/powerpoint/2010/main" val="28496929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7FDCC08-279E-4D33-8196-420D44D23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0963"/>
            <a:ext cx="12192000" cy="2126074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1302919-9F2E-4926-8B9D-EB6B36C2C84D}"/>
              </a:ext>
            </a:extLst>
          </p:cNvPr>
          <p:cNvSpPr/>
          <p:nvPr/>
        </p:nvSpPr>
        <p:spPr>
          <a:xfrm>
            <a:off x="9113982" y="3587474"/>
            <a:ext cx="3205018" cy="68349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Additional Modified slides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25BEE8-4A13-4383-9420-20836482A0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63" y="2987675"/>
            <a:ext cx="3322638" cy="231600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2FCE676-1089-4634-A467-37E0673165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4401" y="2987675"/>
            <a:ext cx="3205018" cy="222389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54BE514-4D0B-4E3D-AE78-A00E945E46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476875"/>
            <a:ext cx="3293330" cy="212607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3A92E60-D9CF-44EE-89CA-C1EFC6C458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3330" y="5211565"/>
            <a:ext cx="3846513" cy="250966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1A556CC-6544-4A87-9AE6-438805FB39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08143" y="5178619"/>
            <a:ext cx="3705957" cy="2589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3466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48EFC-037C-4D62-BA8D-09FD14A86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65125"/>
            <a:ext cx="5257800" cy="1699981"/>
          </a:xfrm>
        </p:spPr>
        <p:txBody>
          <a:bodyPr>
            <a:normAutofit fontScale="90000"/>
          </a:bodyPr>
          <a:lstStyle/>
          <a:p>
            <a:r>
              <a:rPr lang="en-US"/>
              <a:t>Lapsed/</a:t>
            </a:r>
            <a:r>
              <a:rPr lang="en-US" err="1"/>
              <a:t>Inforce</a:t>
            </a:r>
            <a:r>
              <a:rPr lang="en-US"/>
              <a:t> Count and Ratio for Annual Plan (need to check)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53481-D0F7-4989-AE93-2EC86E926A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657831"/>
            <a:ext cx="5820076" cy="2135064"/>
          </a:xfrm>
        </p:spPr>
        <p:txBody>
          <a:bodyPr>
            <a:normAutofit lnSpcReduction="10000"/>
          </a:bodyPr>
          <a:lstStyle/>
          <a:p>
            <a:r>
              <a:rPr lang="en-US"/>
              <a:t>The </a:t>
            </a:r>
            <a:r>
              <a:rPr lang="en-US" err="1"/>
              <a:t>inforce</a:t>
            </a:r>
            <a:r>
              <a:rPr lang="en-US"/>
              <a:t> ratio get’s higher then lapsed ratio in 2017 and 2023</a:t>
            </a:r>
          </a:p>
          <a:p>
            <a:r>
              <a:rPr lang="en-US"/>
              <a:t>The </a:t>
            </a:r>
            <a:r>
              <a:rPr lang="en-US" err="1"/>
              <a:t>inforce</a:t>
            </a:r>
            <a:r>
              <a:rPr lang="en-US"/>
              <a:t> rate drop drastically from 2020 then gradually increased after 2021.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B89F66-48E2-4291-B991-55E17AF995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7650"/>
            <a:ext cx="5953125" cy="31813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346D190-0508-44DF-B71A-4892DE43BF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7730" y="3687263"/>
            <a:ext cx="2257740" cy="2581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1279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9FB79-BD8B-40B3-9C9A-C89EF3809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Average policies per client in 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E239D-3960-4ACF-8C4B-FDABB5E45F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188A1D-31D7-4244-B882-F334310805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981" y="1825625"/>
            <a:ext cx="11878037" cy="3719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4695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Chart, line chart&#10;&#10;Description automatically generated">
            <a:extLst>
              <a:ext uri="{FF2B5EF4-FFF2-40B4-BE49-F238E27FC236}">
                <a16:creationId xmlns:a16="http://schemas.microsoft.com/office/drawing/2014/main" id="{20881464-6419-4FB8-97D2-F5843AB2C2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2920" y="2599350"/>
            <a:ext cx="10646862" cy="3329812"/>
          </a:xfr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93A98B5-EEDD-4C89-92DF-9FB01693CAB0}"/>
              </a:ext>
            </a:extLst>
          </p:cNvPr>
          <p:cNvSpPr/>
          <p:nvPr/>
        </p:nvSpPr>
        <p:spPr>
          <a:xfrm>
            <a:off x="8746350" y="1276706"/>
            <a:ext cx="3205018" cy="68349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Additional Modified slides</a:t>
            </a:r>
          </a:p>
        </p:txBody>
      </p:sp>
    </p:spTree>
    <p:extLst>
      <p:ext uri="{BB962C8B-B14F-4D97-AF65-F5344CB8AC3E}">
        <p14:creationId xmlns:p14="http://schemas.microsoft.com/office/powerpoint/2010/main" val="12396914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24752-D21F-4C37-8C89-5A6D49E7D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2148" y="241527"/>
            <a:ext cx="4607052" cy="1106424"/>
          </a:xfrm>
        </p:spPr>
        <p:txBody>
          <a:bodyPr>
            <a:normAutofit/>
          </a:bodyPr>
          <a:lstStyle/>
          <a:p>
            <a:r>
              <a:rPr lang="en-US" sz="2900"/>
              <a:t>Claim LH effect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F5FB87-8925-4D39-AA93-0DA03D9C8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75" y="241527"/>
            <a:ext cx="5657850" cy="34575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FDB1482-D936-4C7D-819E-E30B132A47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275" y="3429000"/>
            <a:ext cx="5657850" cy="34575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DA9B211-5337-4408-8A2D-37760443C6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6749" y="3469537"/>
            <a:ext cx="5657850" cy="34575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FDF8BAA-5517-44E5-A349-459CB9334C39}"/>
              </a:ext>
            </a:extLst>
          </p:cNvPr>
          <p:cNvSpPr txBox="1"/>
          <p:nvPr/>
        </p:nvSpPr>
        <p:spPr>
          <a:xfrm>
            <a:off x="9444443" y="368203"/>
            <a:ext cx="43325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Blue= (T&amp;~C&amp;M)/(T&amp;~C)</a:t>
            </a:r>
          </a:p>
          <a:p>
            <a:r>
              <a:rPr lang="en-US"/>
              <a:t>Blue=D/C</a:t>
            </a:r>
          </a:p>
          <a:p>
            <a:r>
              <a:rPr lang="en-US"/>
              <a:t>Orange=(T&amp;C&amp;M)/(T&amp;C)</a:t>
            </a:r>
          </a:p>
          <a:p>
            <a:r>
              <a:rPr lang="en-US"/>
              <a:t>Orange=B/A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4FAAA6-14F0-4BE8-8AB8-3516A7979DCB}"/>
              </a:ext>
            </a:extLst>
          </p:cNvPr>
          <p:cNvSpPr txBox="1"/>
          <p:nvPr/>
        </p:nvSpPr>
        <p:spPr>
          <a:xfrm>
            <a:off x="6692148" y="1480456"/>
            <a:ext cx="51324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Ratio of customers who buy LH after claimed in travel is significantly higher than not claimed in travel.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Except for HSBC, maybe due to lack of agent?</a:t>
            </a:r>
          </a:p>
        </p:txBody>
      </p: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8E3D1676-23E6-4E72-B18A-7D13DBAD6907}"/>
              </a:ext>
            </a:extLst>
          </p:cNvPr>
          <p:cNvSpPr/>
          <p:nvPr/>
        </p:nvSpPr>
        <p:spPr>
          <a:xfrm>
            <a:off x="6040301" y="85868"/>
            <a:ext cx="564670" cy="564670"/>
          </a:xfrm>
          <a:prstGeom prst="star5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095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24752-D21F-4C37-8C89-5A6D49E7D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3215" y="978408"/>
            <a:ext cx="4607052" cy="1106424"/>
          </a:xfrm>
        </p:spPr>
        <p:txBody>
          <a:bodyPr>
            <a:normAutofit/>
          </a:bodyPr>
          <a:lstStyle/>
          <a:p>
            <a:r>
              <a:rPr lang="en-US" sz="2900"/>
              <a:t>HSBC vs Life Agent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2FC5A-B29F-4C58-940E-4D925D707B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6263" y="2368296"/>
            <a:ext cx="4607052" cy="3502152"/>
          </a:xfrm>
        </p:spPr>
        <p:txBody>
          <a:bodyPr>
            <a:normAutofit/>
          </a:bodyPr>
          <a:lstStyle/>
          <a:p>
            <a:endParaRPr lang="en-US" sz="18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76A8198-097E-4C51-A953-C6CFEC1EA7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378424" cy="33655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3ACBCB4-91C8-4F83-A5CA-9CC202B99F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26" y="3365499"/>
            <a:ext cx="6362398" cy="3373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8879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9989A2-9262-4876-9527-98BF51143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Frequency for travel customers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B6762C7-7226-42D8-A539-AA77B36A52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1708569"/>
              </p:ext>
            </p:extLst>
          </p:nvPr>
        </p:nvGraphicFramePr>
        <p:xfrm>
          <a:off x="432225" y="2290024"/>
          <a:ext cx="11327551" cy="33864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6891">
                  <a:extLst>
                    <a:ext uri="{9D8B030D-6E8A-4147-A177-3AD203B41FA5}">
                      <a16:colId xmlns:a16="http://schemas.microsoft.com/office/drawing/2014/main" val="591638334"/>
                    </a:ext>
                  </a:extLst>
                </a:gridCol>
                <a:gridCol w="1510423">
                  <a:extLst>
                    <a:ext uri="{9D8B030D-6E8A-4147-A177-3AD203B41FA5}">
                      <a16:colId xmlns:a16="http://schemas.microsoft.com/office/drawing/2014/main" val="1486963237"/>
                    </a:ext>
                  </a:extLst>
                </a:gridCol>
                <a:gridCol w="2035580">
                  <a:extLst>
                    <a:ext uri="{9D8B030D-6E8A-4147-A177-3AD203B41FA5}">
                      <a16:colId xmlns:a16="http://schemas.microsoft.com/office/drawing/2014/main" val="1180043753"/>
                    </a:ext>
                  </a:extLst>
                </a:gridCol>
                <a:gridCol w="1815556">
                  <a:extLst>
                    <a:ext uri="{9D8B030D-6E8A-4147-A177-3AD203B41FA5}">
                      <a16:colId xmlns:a16="http://schemas.microsoft.com/office/drawing/2014/main" val="1524824946"/>
                    </a:ext>
                  </a:extLst>
                </a:gridCol>
                <a:gridCol w="2489101">
                  <a:extLst>
                    <a:ext uri="{9D8B030D-6E8A-4147-A177-3AD203B41FA5}">
                      <a16:colId xmlns:a16="http://schemas.microsoft.com/office/drawing/2014/main" val="390505457"/>
                    </a:ext>
                  </a:extLst>
                </a:gridCol>
              </a:tblGrid>
              <a:tr h="548748">
                <a:tc>
                  <a:txBody>
                    <a:bodyPr/>
                    <a:lstStyle/>
                    <a:p>
                      <a:pPr algn="l" fontAlgn="b"/>
                      <a:r>
                        <a:rPr lang="en-US" sz="2200" u="none" strike="noStrike">
                          <a:effectLst/>
                        </a:rPr>
                        <a:t> 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640" marR="18640" marT="74558" marB="74558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200" u="none" strike="noStrike">
                          <a:effectLst/>
                        </a:rPr>
                        <a:t> 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640" marR="18640" marT="1864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200" u="none" strike="noStrike">
                          <a:effectLst/>
                        </a:rPr>
                        <a:t>1. PreCovid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640" marR="18640" marT="1864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200" u="none" strike="noStrike">
                          <a:effectLst/>
                        </a:rPr>
                        <a:t>2.Covid 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640" marR="18640" marT="1864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200" u="none" strike="noStrike">
                          <a:effectLst/>
                        </a:rPr>
                        <a:t>3.PostCovid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640" marR="18640" marT="18640" marB="0" anchor="b"/>
                </a:tc>
                <a:extLst>
                  <a:ext uri="{0D108BD9-81ED-4DB2-BD59-A6C34878D82A}">
                    <a16:rowId xmlns:a16="http://schemas.microsoft.com/office/drawing/2014/main" val="337351270"/>
                  </a:ext>
                </a:extLst>
              </a:tr>
              <a:tr h="746327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u="none" strike="noStrike">
                          <a:effectLst/>
                        </a:rPr>
                        <a:t>Bought at least 1 time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l" fontAlgn="b"/>
                      <a:r>
                        <a:rPr lang="en-US" sz="2200" u="none" strike="noStrike" err="1">
                          <a:effectLst/>
                        </a:rPr>
                        <a:t>Number_unique_contrnb</a:t>
                      </a:r>
                      <a:r>
                        <a:rPr lang="en-US" sz="2200" u="none" strike="noStrike">
                          <a:effectLst/>
                        </a:rPr>
                        <a:t>&gt;=1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640" marR="18640" marT="1864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200" u="none" strike="noStrike">
                          <a:effectLst/>
                        </a:rPr>
                        <a:t>Single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640" marR="18640" marT="186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u="none" strike="noStrike">
                          <a:effectLst/>
                        </a:rPr>
                        <a:t>471338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640" marR="18640" marT="186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u="none" strike="noStrike">
                          <a:effectLst/>
                        </a:rPr>
                        <a:t>30565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640" marR="18640" marT="186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u="none" strike="noStrike">
                          <a:effectLst/>
                        </a:rPr>
                        <a:t>3743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640" marR="18640" marT="18640" marB="0" anchor="b"/>
                </a:tc>
                <a:extLst>
                  <a:ext uri="{0D108BD9-81ED-4DB2-BD59-A6C34878D82A}">
                    <a16:rowId xmlns:a16="http://schemas.microsoft.com/office/drawing/2014/main" val="993861172"/>
                  </a:ext>
                </a:extLst>
              </a:tr>
              <a:tr h="418271">
                <a:tc>
                  <a:txBody>
                    <a:bodyPr/>
                    <a:lstStyle/>
                    <a:p>
                      <a:pPr algn="l" fontAlgn="b"/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640" marR="18640" marT="1864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200" u="none" strike="noStrike">
                          <a:effectLst/>
                        </a:rPr>
                        <a:t>Annual    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640" marR="18640" marT="186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u="none" strike="noStrike">
                          <a:effectLst/>
                        </a:rPr>
                        <a:t>53907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640" marR="18640" marT="186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u="none" strike="noStrike">
                          <a:effectLst/>
                        </a:rPr>
                        <a:t>11282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640" marR="18640" marT="186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u="none" strike="noStrike">
                          <a:effectLst/>
                        </a:rPr>
                        <a:t>1076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640" marR="18640" marT="18640" marB="0" anchor="b"/>
                </a:tc>
                <a:extLst>
                  <a:ext uri="{0D108BD9-81ED-4DB2-BD59-A6C34878D82A}">
                    <a16:rowId xmlns:a16="http://schemas.microsoft.com/office/drawing/2014/main" val="4288160604"/>
                  </a:ext>
                </a:extLst>
              </a:tr>
              <a:tr h="418271">
                <a:tc>
                  <a:txBody>
                    <a:bodyPr/>
                    <a:lstStyle/>
                    <a:p>
                      <a:pPr algn="l" fontAlgn="b"/>
                      <a:r>
                        <a:rPr lang="en-US" sz="2200" u="none" strike="noStrike">
                          <a:effectLst/>
                        </a:rPr>
                        <a:t>Bought  at least 2 time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640" marR="18640" marT="1864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200" u="none" strike="noStrike">
                          <a:effectLst/>
                        </a:rPr>
                        <a:t>Single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640" marR="18640" marT="186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u="none" strike="noStrike">
                          <a:effectLst/>
                        </a:rPr>
                        <a:t>237906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640" marR="18640" marT="186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u="none" strike="noStrike">
                          <a:effectLst/>
                        </a:rPr>
                        <a:t>3398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640" marR="18640" marT="186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u="none" strike="noStrike">
                          <a:effectLst/>
                        </a:rPr>
                        <a:t>261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640" marR="18640" marT="18640" marB="0" anchor="b"/>
                </a:tc>
                <a:extLst>
                  <a:ext uri="{0D108BD9-81ED-4DB2-BD59-A6C34878D82A}">
                    <a16:rowId xmlns:a16="http://schemas.microsoft.com/office/drawing/2014/main" val="2931021255"/>
                  </a:ext>
                </a:extLst>
              </a:tr>
              <a:tr h="418271">
                <a:tc>
                  <a:txBody>
                    <a:bodyPr/>
                    <a:lstStyle/>
                    <a:p>
                      <a:pPr algn="l" fontAlgn="b"/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640" marR="18640" marT="1864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200" u="none" strike="noStrike">
                          <a:effectLst/>
                        </a:rPr>
                        <a:t>Annual    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640" marR="18640" marT="186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u="none" strike="noStrike">
                          <a:effectLst/>
                        </a:rPr>
                        <a:t>8662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640" marR="18640" marT="186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u="none" strike="noStrike">
                          <a:effectLst/>
                        </a:rPr>
                        <a:t>828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640" marR="18640" marT="186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u="none" strike="noStrike">
                          <a:effectLst/>
                        </a:rPr>
                        <a:t>38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640" marR="18640" marT="18640" marB="0" anchor="b"/>
                </a:tc>
                <a:extLst>
                  <a:ext uri="{0D108BD9-81ED-4DB2-BD59-A6C34878D82A}">
                    <a16:rowId xmlns:a16="http://schemas.microsoft.com/office/drawing/2014/main" val="1332735369"/>
                  </a:ext>
                </a:extLst>
              </a:tr>
              <a:tr h="418271">
                <a:tc>
                  <a:txBody>
                    <a:bodyPr/>
                    <a:lstStyle/>
                    <a:p>
                      <a:pPr algn="l" fontAlgn="b"/>
                      <a:r>
                        <a:rPr lang="en-US" sz="2200" u="none" strike="noStrike">
                          <a:effectLst/>
                        </a:rPr>
                        <a:t>bought &gt;=3 time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640" marR="18640" marT="1864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200" u="none" strike="noStrike">
                          <a:effectLst/>
                        </a:rPr>
                        <a:t>Single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640" marR="18640" marT="186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u="none" strike="noStrike">
                          <a:effectLst/>
                        </a:rPr>
                        <a:t>151874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640" marR="18640" marT="186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u="none" strike="noStrike">
                          <a:effectLst/>
                        </a:rPr>
                        <a:t>620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640" marR="18640" marT="186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u="none" strike="noStrike">
                          <a:effectLst/>
                        </a:rPr>
                        <a:t>38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640" marR="18640" marT="18640" marB="0" anchor="b"/>
                </a:tc>
                <a:extLst>
                  <a:ext uri="{0D108BD9-81ED-4DB2-BD59-A6C34878D82A}">
                    <a16:rowId xmlns:a16="http://schemas.microsoft.com/office/drawing/2014/main" val="16205676"/>
                  </a:ext>
                </a:extLst>
              </a:tr>
              <a:tr h="418271">
                <a:tc>
                  <a:txBody>
                    <a:bodyPr/>
                    <a:lstStyle/>
                    <a:p>
                      <a:pPr algn="l" fontAlgn="b"/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640" marR="18640" marT="1864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200" u="none" strike="noStrike">
                          <a:effectLst/>
                        </a:rPr>
                        <a:t>Annual        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640" marR="18640" marT="186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1348</a:t>
                      </a:r>
                    </a:p>
                  </a:txBody>
                  <a:tcPr marL="18640" marR="18640" marT="186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u="none" strike="noStrike">
                          <a:effectLst/>
                        </a:rPr>
                        <a:t>99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640" marR="18640" marT="1864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u="none" strike="noStrike">
                          <a:effectLst/>
                        </a:rPr>
                        <a:t>5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640" marR="18640" marT="18640" marB="0" anchor="b"/>
                </a:tc>
                <a:extLst>
                  <a:ext uri="{0D108BD9-81ED-4DB2-BD59-A6C34878D82A}">
                    <a16:rowId xmlns:a16="http://schemas.microsoft.com/office/drawing/2014/main" val="23389920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45097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23B02-5F95-4633-8AAA-EFDF6751F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7909" y="2023110"/>
            <a:ext cx="2469624" cy="28460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b="1">
                <a:effectLst/>
              </a:rPr>
              <a:t>With LH</a:t>
            </a:r>
            <a:br>
              <a:rPr lang="en-US" sz="3700" b="1">
                <a:effectLst/>
              </a:rPr>
            </a:br>
            <a:r>
              <a:rPr lang="en-US" sz="3700" b="1">
                <a:effectLst/>
              </a:rPr>
              <a:t>Gender Ratio</a:t>
            </a:r>
            <a:br>
              <a:rPr lang="en-US" sz="3700" b="0">
                <a:effectLst/>
              </a:rPr>
            </a:br>
            <a:endParaRPr lang="en-US" sz="37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4A81A-FF7F-43AE-905F-910C1DE440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15526" y="4616984"/>
            <a:ext cx="2622007" cy="1178298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buNone/>
            </a:pPr>
            <a:r>
              <a:rPr lang="en-US" sz="2500"/>
              <a:t>Females(blue) are always more aware of insurance then Male.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A4E094-2C35-46E0-805B-1975E6216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862" y="1122293"/>
            <a:ext cx="3703320" cy="20460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E044CB9-4522-40F5-8767-3697A9C38D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4454" y="1168584"/>
            <a:ext cx="3703320" cy="19535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065AC14-10BD-401A-A1D5-4D20279A4A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436" y="3841781"/>
            <a:ext cx="3703320" cy="19535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A95CE92-D262-4898-87DA-51FC2D84BC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4454" y="3841782"/>
            <a:ext cx="3703320" cy="1953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0547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F2797-9A88-4DC8-A740-847E5C61C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Claim rate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3E2393-659D-447A-8DB8-76508D89D6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542" y="1829618"/>
            <a:ext cx="7711943" cy="4273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56151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F2D8885-2879-4021-AD25-3AE9A80968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7951"/>
            <a:ext cx="5817632" cy="37661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76CF9F8-6084-48D4-BA3C-4D1C0346C9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4037" y="3429000"/>
            <a:ext cx="6638420" cy="35369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7FF54D0-84C9-4483-AE8F-198B5CF485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87009" y="3766117"/>
            <a:ext cx="5924550" cy="31718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7A1868A-B8CD-4FC7-9EB6-7A0CD4210F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7541" y="1"/>
            <a:ext cx="6281485" cy="3362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1601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3A6E2F8-D542-45A6-830D-1BFD1DA2F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00" y="104776"/>
            <a:ext cx="4363692" cy="23627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F07CFD-DA67-44B3-9388-695B3D5652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8" y="2386898"/>
            <a:ext cx="4363693" cy="23627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8B27B97-2012-40EF-AFF2-8BE74590E5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0231" y="104776"/>
            <a:ext cx="4417983" cy="23921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59BF4F0-F592-438C-8D21-A1904B8908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2791" y="2417860"/>
            <a:ext cx="4625423" cy="246442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57EC2E-D10C-4115-A6AF-5B5EE6482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861" y="4913247"/>
            <a:ext cx="9809922" cy="1881385"/>
          </a:xfrm>
        </p:spPr>
        <p:txBody>
          <a:bodyPr>
            <a:normAutofit lnSpcReduction="10000"/>
          </a:bodyPr>
          <a:lstStyle/>
          <a:p>
            <a:r>
              <a:rPr lang="en-US"/>
              <a:t>Claim rate of single trip overcomes that of annual trip in 2021.</a:t>
            </a:r>
          </a:p>
          <a:p>
            <a:r>
              <a:rPr lang="en-US"/>
              <a:t>Claim rate of Annual trip is the highest in 2022.</a:t>
            </a:r>
          </a:p>
          <a:p>
            <a:r>
              <a:rPr lang="en-US"/>
              <a:t>Overall claim rate is higher during Covid despite the drop in total claim number.</a:t>
            </a:r>
          </a:p>
        </p:txBody>
      </p:sp>
    </p:spTree>
    <p:extLst>
      <p:ext uri="{BB962C8B-B14F-4D97-AF65-F5344CB8AC3E}">
        <p14:creationId xmlns:p14="http://schemas.microsoft.com/office/powerpoint/2010/main" val="7553914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0" name="Rectangle 99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Freeform: Shape 101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2467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0F2189-DD66-4CB6-B965-78BFE9445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Unique Client Count of bought LH or not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96A0D97-381C-44E5-A277-977F62E1C1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7973597"/>
              </p:ext>
            </p:extLst>
          </p:nvPr>
        </p:nvGraphicFramePr>
        <p:xfrm>
          <a:off x="5262068" y="513144"/>
          <a:ext cx="5721618" cy="2763456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906513">
                  <a:extLst>
                    <a:ext uri="{9D8B030D-6E8A-4147-A177-3AD203B41FA5}">
                      <a16:colId xmlns:a16="http://schemas.microsoft.com/office/drawing/2014/main" val="924507528"/>
                    </a:ext>
                  </a:extLst>
                </a:gridCol>
                <a:gridCol w="1581475">
                  <a:extLst>
                    <a:ext uri="{9D8B030D-6E8A-4147-A177-3AD203B41FA5}">
                      <a16:colId xmlns:a16="http://schemas.microsoft.com/office/drawing/2014/main" val="851505094"/>
                    </a:ext>
                  </a:extLst>
                </a:gridCol>
                <a:gridCol w="1233630">
                  <a:extLst>
                    <a:ext uri="{9D8B030D-6E8A-4147-A177-3AD203B41FA5}">
                      <a16:colId xmlns:a16="http://schemas.microsoft.com/office/drawing/2014/main" val="1137505722"/>
                    </a:ext>
                  </a:extLst>
                </a:gridCol>
              </a:tblGrid>
              <a:tr h="1018612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500" u="none" strike="noStrike" err="1">
                          <a:effectLst/>
                        </a:rPr>
                        <a:t>has_bought_LH</a:t>
                      </a:r>
                      <a:endParaRPr lang="en-US" sz="25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algn="l" fontAlgn="ctr"/>
                      <a:endParaRPr lang="en-US" sz="25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24186" marR="24186" marT="24186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u="none" strike="noStrike">
                          <a:effectLst/>
                        </a:rPr>
                        <a:t>count</a:t>
                      </a:r>
                      <a:endParaRPr lang="en-US" sz="32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24186" marR="24186" marT="2418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3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</a:t>
                      </a:r>
                    </a:p>
                  </a:txBody>
                  <a:tcPr marL="24186" marR="24186" marT="24186" marB="0" anchor="b"/>
                </a:tc>
                <a:extLst>
                  <a:ext uri="{0D108BD9-81ED-4DB2-BD59-A6C34878D82A}">
                    <a16:rowId xmlns:a16="http://schemas.microsoft.com/office/drawing/2014/main" val="278370775"/>
                  </a:ext>
                </a:extLst>
              </a:tr>
              <a:tr h="872422">
                <a:tc>
                  <a:txBody>
                    <a:bodyPr/>
                    <a:lstStyle/>
                    <a:p>
                      <a:pPr algn="l" fontAlgn="ctr"/>
                      <a:r>
                        <a:rPr lang="en-US" sz="2500" u="none" strike="noStrike">
                          <a:effectLst/>
                        </a:rPr>
                        <a:t>FALSE</a:t>
                      </a:r>
                      <a:endParaRPr lang="en-US" sz="25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24186" marR="24186" marT="96746" marB="96746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500" u="none" strike="noStrike">
                          <a:effectLst/>
                        </a:rPr>
                        <a:t>441035</a:t>
                      </a:r>
                      <a:endParaRPr lang="en-US" sz="25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24186" marR="24186" marT="96746" marB="96746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500" u="none" strike="noStrike">
                          <a:effectLst/>
                        </a:rPr>
                        <a:t>83</a:t>
                      </a:r>
                      <a:endParaRPr lang="en-US" sz="2500" b="0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24186" marR="24186" marT="24186" marB="0" anchor="b"/>
                </a:tc>
                <a:extLst>
                  <a:ext uri="{0D108BD9-81ED-4DB2-BD59-A6C34878D82A}">
                    <a16:rowId xmlns:a16="http://schemas.microsoft.com/office/drawing/2014/main" val="1949964806"/>
                  </a:ext>
                </a:extLst>
              </a:tr>
              <a:tr h="872422">
                <a:tc>
                  <a:txBody>
                    <a:bodyPr/>
                    <a:lstStyle/>
                    <a:p>
                      <a:pPr algn="l" fontAlgn="ctr"/>
                      <a:r>
                        <a:rPr lang="en-US" sz="2500" u="none" strike="noStrike">
                          <a:effectLst/>
                        </a:rPr>
                        <a:t>TRUE</a:t>
                      </a:r>
                      <a:endParaRPr lang="en-US" sz="25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24186" marR="24186" marT="96746" marB="96746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500" u="none" strike="noStrike">
                          <a:effectLst/>
                        </a:rPr>
                        <a:t>88232</a:t>
                      </a:r>
                      <a:endParaRPr lang="en-US" sz="2500" b="0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24186" marR="24186" marT="96746" marB="96746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500" u="none" strike="noStrike">
                          <a:effectLst/>
                        </a:rPr>
                        <a:t>17</a:t>
                      </a:r>
                      <a:endParaRPr lang="en-US" sz="2500" b="0" i="0" u="none" strike="noStrike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24186" marR="24186" marT="24186" marB="0" anchor="b"/>
                </a:tc>
                <a:extLst>
                  <a:ext uri="{0D108BD9-81ED-4DB2-BD59-A6C34878D82A}">
                    <a16:rowId xmlns:a16="http://schemas.microsoft.com/office/drawing/2014/main" val="34703247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48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3E60C6D-4E85-4E14-BCDF-BF15C241F7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523B02-5F95-4633-8AAA-EFDF6751F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1294" y="486184"/>
            <a:ext cx="5397237" cy="1325563"/>
          </a:xfrm>
        </p:spPr>
        <p:txBody>
          <a:bodyPr>
            <a:normAutofit fontScale="90000"/>
          </a:bodyPr>
          <a:lstStyle/>
          <a:p>
            <a:r>
              <a:rPr lang="en-US"/>
              <a:t>Number of unique clients who has bought LH product and the plan types.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F5D326-CBEB-4E3A-8535-FCB539B78E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63" y="-7971"/>
            <a:ext cx="6071820" cy="3718991"/>
          </a:xfrm>
          <a:custGeom>
            <a:avLst/>
            <a:gdLst/>
            <a:ahLst/>
            <a:cxnLst/>
            <a:rect l="l" t="t" r="r" b="b"/>
            <a:pathLst>
              <a:path w="4555700" h="2733294">
                <a:moveTo>
                  <a:pt x="82217" y="0"/>
                </a:moveTo>
                <a:lnTo>
                  <a:pt x="4473483" y="0"/>
                </a:lnTo>
                <a:cubicBezTo>
                  <a:pt x="4518890" y="0"/>
                  <a:pt x="4555700" y="36810"/>
                  <a:pt x="4555700" y="82217"/>
                </a:cubicBezTo>
                <a:lnTo>
                  <a:pt x="4555700" y="2651077"/>
                </a:lnTo>
                <a:cubicBezTo>
                  <a:pt x="4555700" y="2696484"/>
                  <a:pt x="4518890" y="2733294"/>
                  <a:pt x="4473483" y="2733294"/>
                </a:cubicBezTo>
                <a:lnTo>
                  <a:pt x="82217" y="2733294"/>
                </a:lnTo>
                <a:cubicBezTo>
                  <a:pt x="36810" y="2733294"/>
                  <a:pt x="0" y="2696484"/>
                  <a:pt x="0" y="2651077"/>
                </a:cubicBezTo>
                <a:lnTo>
                  <a:pt x="0" y="82217"/>
                </a:lnTo>
                <a:cubicBezTo>
                  <a:pt x="0" y="36810"/>
                  <a:pt x="36810" y="0"/>
                  <a:pt x="82217" y="0"/>
                </a:cubicBezTo>
                <a:close/>
              </a:path>
            </a:pathLst>
          </a:cu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D42D292-4C48-479B-9E59-E29CD9871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323EF7-A466-4BE7-905C-09A907464C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88" y="3626249"/>
            <a:ext cx="5812971" cy="3720301"/>
          </a:xfrm>
          <a:custGeom>
            <a:avLst/>
            <a:gdLst/>
            <a:ahLst/>
            <a:cxnLst/>
            <a:rect l="l" t="t" r="r" b="b"/>
            <a:pathLst>
              <a:path w="4438338" h="2323972">
                <a:moveTo>
                  <a:pt x="69905" y="0"/>
                </a:moveTo>
                <a:lnTo>
                  <a:pt x="4368433" y="0"/>
                </a:lnTo>
                <a:cubicBezTo>
                  <a:pt x="4407040" y="0"/>
                  <a:pt x="4438338" y="31298"/>
                  <a:pt x="4438338" y="69905"/>
                </a:cubicBezTo>
                <a:lnTo>
                  <a:pt x="4438338" y="2254067"/>
                </a:lnTo>
                <a:cubicBezTo>
                  <a:pt x="4438338" y="2292674"/>
                  <a:pt x="4407040" y="2323972"/>
                  <a:pt x="4368433" y="2323972"/>
                </a:cubicBezTo>
                <a:lnTo>
                  <a:pt x="69905" y="2323972"/>
                </a:lnTo>
                <a:cubicBezTo>
                  <a:pt x="31298" y="2323972"/>
                  <a:pt x="0" y="2292674"/>
                  <a:pt x="0" y="2254067"/>
                </a:cubicBezTo>
                <a:lnTo>
                  <a:pt x="0" y="69905"/>
                </a:lnTo>
                <a:cubicBezTo>
                  <a:pt x="0" y="31298"/>
                  <a:pt x="31298" y="0"/>
                  <a:pt x="69905" y="0"/>
                </a:cubicBez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4A81A-FF7F-43AE-905F-910C1DE440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1294" y="2577720"/>
            <a:ext cx="5952643" cy="3457320"/>
          </a:xfrm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533DF362-939D-4EEE-8DC4-6B54607E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95198">
            <a:off x="1539683" y="162676"/>
            <a:ext cx="4083433" cy="4083433"/>
          </a:xfrm>
          <a:prstGeom prst="arc">
            <a:avLst>
              <a:gd name="adj1" fmla="val 17445962"/>
              <a:gd name="adj2" fmla="val 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90412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23B02-5F95-4633-8AAA-EFDF6751F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6856" y="365125"/>
            <a:ext cx="4386943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4A81A-FF7F-43AE-905F-910C1DE440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6856" y="1825625"/>
            <a:ext cx="4386944" cy="4351338"/>
          </a:xfrm>
        </p:spPr>
        <p:txBody>
          <a:bodyPr>
            <a:normAutofit/>
          </a:bodyPr>
          <a:lstStyle/>
          <a:p>
            <a:r>
              <a:rPr lang="en-US"/>
              <a:t>Generally, more clients are buying L&amp;H, except for 2018 has a slight drop.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3EF965-F447-4CBD-8EF9-4FCF0664A4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" y="-19050"/>
            <a:ext cx="5953125" cy="34194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7CC361E-5B8B-4C64-8101-26440ADBCD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74" y="3457576"/>
            <a:ext cx="5953125" cy="341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89278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523B02-5F95-4633-8AAA-EFDF6751F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145" y="396313"/>
            <a:ext cx="2116016" cy="1111843"/>
          </a:xfrm>
        </p:spPr>
        <p:txBody>
          <a:bodyPr anchor="ctr">
            <a:normAutofit/>
          </a:bodyPr>
          <a:lstStyle/>
          <a:p>
            <a:pPr algn="ctr"/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4A81A-FF7F-43AE-905F-910C1DE440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69604" y="2900349"/>
            <a:ext cx="3096992" cy="2027282"/>
          </a:xfrm>
        </p:spPr>
        <p:txBody>
          <a:bodyPr anchor="ctr">
            <a:normAutofit fontScale="25000" lnSpcReduction="20000"/>
          </a:bodyPr>
          <a:lstStyle/>
          <a:p>
            <a:pPr algn="ctr"/>
            <a:r>
              <a:rPr lang="en-US" sz="11200"/>
              <a:t>The number of customers buying medical(green) line increased in contrast to other products.</a:t>
            </a:r>
          </a:p>
          <a:p>
            <a:pPr algn="ctr"/>
            <a:r>
              <a:rPr lang="en-US" sz="11200"/>
              <a:t>At 2021, more people are buying traditional life(brown).</a:t>
            </a:r>
          </a:p>
          <a:p>
            <a:pPr algn="ctr"/>
            <a:endParaRPr lang="en-US" sz="20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C6700F-C9D7-493D-9D22-AA06E3B385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8075" y="3492675"/>
            <a:ext cx="8543925" cy="31813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9561249-32BC-4A5A-A93E-D9831124BC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8075" y="183975"/>
            <a:ext cx="9734550" cy="318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65429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23B02-5F95-4633-8AAA-EFDF6751F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6856" y="365125"/>
            <a:ext cx="4386943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4A81A-FF7F-43AE-905F-910C1DE440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6856" y="1825625"/>
            <a:ext cx="4386944" cy="4351338"/>
          </a:xfrm>
        </p:spPr>
        <p:txBody>
          <a:bodyPr/>
          <a:lstStyle/>
          <a:p>
            <a:r>
              <a:rPr lang="en-US"/>
              <a:t>Most people bought annual trip at 2021</a:t>
            </a:r>
          </a:p>
          <a:p>
            <a:r>
              <a:rPr lang="en-US"/>
              <a:t>Most travel duration is 4-5 days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D6FAF5-24B3-48E9-B58E-5B6723FED0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04" y="120650"/>
            <a:ext cx="5838825" cy="34099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C3542E3-F7B7-4984-A6F2-7908135686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8446" y="3429000"/>
            <a:ext cx="6010275" cy="380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44190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31">
            <a:extLst>
              <a:ext uri="{FF2B5EF4-FFF2-40B4-BE49-F238E27FC236}">
                <a16:creationId xmlns:a16="http://schemas.microsoft.com/office/drawing/2014/main" id="{84DF55BE-B4AB-4BA1-BDE1-E9F7FB3F1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523B02-5F95-4633-8AAA-EFDF6751F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735" y="115035"/>
            <a:ext cx="3012294" cy="2116536"/>
          </a:xfrm>
        </p:spPr>
        <p:txBody>
          <a:bodyPr>
            <a:normAutofit fontScale="90000"/>
          </a:bodyPr>
          <a:lstStyle/>
          <a:p>
            <a:r>
              <a:rPr lang="en-US" sz="4000"/>
              <a:t>First – time –buying –LH-age group distribution.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4A81A-FF7F-43AE-905F-910C1DE440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196" y="2763794"/>
            <a:ext cx="3012294" cy="3690551"/>
          </a:xfrm>
        </p:spPr>
        <p:txBody>
          <a:bodyPr>
            <a:normAutofit/>
          </a:bodyPr>
          <a:lstStyle/>
          <a:p>
            <a:r>
              <a:rPr lang="en-US" sz="2000"/>
              <a:t>Since around 2012, the Age group of first-time-buying-LH has most increased in the age group of 17-30, more young people are gaining more awareness on LH insurance products.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3F3997-FDD7-4E02-ADC7-CECA46E730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5026" y="-101852"/>
            <a:ext cx="8543925" cy="31813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AE76938-5887-4499-8A0A-4E9D29CFCE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5025" y="3429000"/>
            <a:ext cx="8543925" cy="341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74914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99AA1E7-AFCC-45AE-9BEF-3FBB15E2E1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987" y="2077527"/>
            <a:ext cx="10473881" cy="4234373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67326FF-12BC-4A15-ACB9-4AB3A01EAF3D}"/>
              </a:ext>
            </a:extLst>
          </p:cNvPr>
          <p:cNvSpPr/>
          <p:nvPr/>
        </p:nvSpPr>
        <p:spPr>
          <a:xfrm>
            <a:off x="8885383" y="120073"/>
            <a:ext cx="3205018" cy="68349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Additional Modified slides</a:t>
            </a:r>
          </a:p>
        </p:txBody>
      </p:sp>
    </p:spTree>
    <p:extLst>
      <p:ext uri="{BB962C8B-B14F-4D97-AF65-F5344CB8AC3E}">
        <p14:creationId xmlns:p14="http://schemas.microsoft.com/office/powerpoint/2010/main" val="405168426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23B02-5F95-4633-8AAA-EFDF6751F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199" y="55392"/>
            <a:ext cx="5953125" cy="1325563"/>
          </a:xfrm>
        </p:spPr>
        <p:txBody>
          <a:bodyPr>
            <a:normAutofit fontScale="90000"/>
          </a:bodyPr>
          <a:lstStyle/>
          <a:p>
            <a:r>
              <a:rPr lang="en-US"/>
              <a:t>Distribution of each unique client’s age when they bought LH for the first time.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4A81A-FF7F-43AE-905F-910C1DE440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4456" y="1491967"/>
            <a:ext cx="4386944" cy="4351338"/>
          </a:xfrm>
        </p:spPr>
        <p:txBody>
          <a:bodyPr/>
          <a:lstStyle/>
          <a:p>
            <a:r>
              <a:rPr lang="en-US"/>
              <a:t>Most people first buy L&amp;H product at the age </a:t>
            </a:r>
          </a:p>
          <a:p>
            <a:r>
              <a:rPr lang="en-US"/>
              <a:t>18</a:t>
            </a:r>
          </a:p>
          <a:p>
            <a:r>
              <a:rPr lang="en-US"/>
              <a:t>22-26</a:t>
            </a:r>
          </a:p>
          <a:p>
            <a:r>
              <a:rPr lang="en-US"/>
              <a:t>29-30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978665-ED7F-498E-B170-74074F690E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724" y="319768"/>
            <a:ext cx="5953125" cy="31813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A78BF7-87C1-4158-8520-AAD7EB2C14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612130"/>
            <a:ext cx="11201400" cy="329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37320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32D6D-1A3A-481F-BADE-19C45032D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65125"/>
            <a:ext cx="2487328" cy="1790934"/>
          </a:xfrm>
        </p:spPr>
        <p:txBody>
          <a:bodyPr>
            <a:normAutofit fontScale="90000"/>
          </a:bodyPr>
          <a:lstStyle/>
          <a:p>
            <a:r>
              <a:rPr lang="en-US"/>
              <a:t>Avg premium per year per plan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DEB8C4-E9BC-42AF-B971-04974E41A2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3725" y="-19050"/>
            <a:ext cx="9058275" cy="35696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10E815B-7A28-46C7-A4F5-BCA1ADD029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6308" y="3429000"/>
            <a:ext cx="9025692" cy="3331029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E911CA0-FEB7-4EAE-8BB8-408AD4F6AD93}"/>
              </a:ext>
            </a:extLst>
          </p:cNvPr>
          <p:cNvSpPr txBox="1">
            <a:spLocks/>
          </p:cNvSpPr>
          <p:nvPr/>
        </p:nvSpPr>
        <p:spPr>
          <a:xfrm>
            <a:off x="-76201" y="2595059"/>
            <a:ext cx="3385457" cy="18789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/>
              <a:t>The average annual premium of traditional life(pink) has increased drastically from 2018.</a:t>
            </a:r>
          </a:p>
        </p:txBody>
      </p:sp>
    </p:spTree>
    <p:extLst>
      <p:ext uri="{BB962C8B-B14F-4D97-AF65-F5344CB8AC3E}">
        <p14:creationId xmlns:p14="http://schemas.microsoft.com/office/powerpoint/2010/main" val="158306629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C7281-0215-469F-BF2C-496CE15C0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989"/>
            <a:ext cx="3837894" cy="1626961"/>
          </a:xfrm>
        </p:spPr>
        <p:txBody>
          <a:bodyPr>
            <a:normAutofit fontScale="90000"/>
          </a:bodyPr>
          <a:lstStyle/>
          <a:p>
            <a:r>
              <a:rPr lang="en-US"/>
              <a:t>Total premium</a:t>
            </a:r>
            <a:br>
              <a:rPr lang="en-US"/>
            </a:br>
            <a:r>
              <a:rPr lang="en-US"/>
              <a:t>per year per 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C33D17-7259-4D64-AF40-41E27B5308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275" y="1825624"/>
            <a:ext cx="3124199" cy="3956504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Total premium of traditional life(pink) has increased from 2018 as well.</a:t>
            </a:r>
          </a:p>
          <a:p>
            <a:r>
              <a:rPr lang="en-US"/>
              <a:t>Medical(red) increased while critical illness(blue) decreased.</a:t>
            </a:r>
          </a:p>
          <a:p>
            <a:r>
              <a:rPr lang="en-US"/>
              <a:t>Seems more ppl are buying medical instead of CI.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EFECE5-BD27-4DFD-BE98-20968D4354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248" y="115887"/>
            <a:ext cx="8372475" cy="34194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8138CE3-19CB-4631-BB16-9752C7EAE6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7998" y="3573462"/>
            <a:ext cx="8467725" cy="318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48796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0395D4-DD9F-4206-88E4-0B5C7127FE91}"/>
              </a:ext>
            </a:extLst>
          </p:cNvPr>
          <p:cNvSpPr txBox="1"/>
          <p:nvPr/>
        </p:nvSpPr>
        <p:spPr>
          <a:xfrm>
            <a:off x="140864" y="2737757"/>
            <a:ext cx="250371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The number of policy of medical product is the largest while traditional life is the most profitable product compare both Total premium.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29E8FA9-9AF0-4CBD-8158-733113781A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6811" y="3443896"/>
            <a:ext cx="11249490" cy="36764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C523B02-5F95-4633-8AAA-EFDF6751F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2157" y="714235"/>
            <a:ext cx="2334144" cy="1111843"/>
          </a:xfrm>
        </p:spPr>
        <p:txBody>
          <a:bodyPr anchor="ctr">
            <a:noAutofit/>
          </a:bodyPr>
          <a:lstStyle/>
          <a:p>
            <a:pPr algn="ctr"/>
            <a:r>
              <a:rPr lang="en-US" sz="2500"/>
              <a:t>Total Annual premium VS</a:t>
            </a:r>
            <a:br>
              <a:rPr lang="en-US" sz="2500"/>
            </a:br>
            <a:r>
              <a:rPr lang="en-US" sz="2500"/>
              <a:t>Number of unique policy number</a:t>
            </a:r>
            <a:br>
              <a:rPr lang="en-US" sz="2500"/>
            </a:br>
            <a:r>
              <a:rPr lang="en-US" sz="2500"/>
              <a:t>Per year Per Plan Type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F080999-89D2-4835-BC6C-4BBE3BF7EA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1987" y="-262344"/>
            <a:ext cx="9739666" cy="3827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74274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D7B6173-1D58-48E2-83CF-37350F31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D813D1-BA6B-40B4-A101-04BB89445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0DAC8FB-A162-44E3-A606-C855A03A5B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952" cy="686238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21BDEC81-16A7-4451-B893-C15000083B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EA3DFA5-2D7B-4989-8ED7-8321EC114C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6678" y="0"/>
            <a:ext cx="11145980" cy="6870723"/>
          </a:xfrm>
          <a:prstGeom prst="rect">
            <a:avLst/>
          </a:prstGeom>
          <a:solidFill>
            <a:schemeClr val="bg1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523B02-5F95-4633-8AAA-EFDF6751F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113" y="179509"/>
            <a:ext cx="3275258" cy="1763386"/>
          </a:xfrm>
        </p:spPr>
        <p:txBody>
          <a:bodyPr anchor="b">
            <a:normAutofit fontScale="90000"/>
          </a:bodyPr>
          <a:lstStyle/>
          <a:p>
            <a:r>
              <a:rPr lang="en-US" sz="4800"/>
              <a:t>Premium per age group per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4A81A-FF7F-43AE-905F-910C1DE440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342" y="2205903"/>
            <a:ext cx="2029813" cy="2941544"/>
          </a:xfrm>
        </p:spPr>
        <p:txBody>
          <a:bodyPr>
            <a:normAutofit fontScale="92500" lnSpcReduction="10000"/>
          </a:bodyPr>
          <a:lstStyle/>
          <a:p>
            <a:r>
              <a:rPr lang="en-US" sz="1800"/>
              <a:t>Term and traditional life are more popular</a:t>
            </a:r>
          </a:p>
          <a:p>
            <a:r>
              <a:rPr lang="en-US" sz="1800"/>
              <a:t>Old medic is the most profitable product, especially among old people</a:t>
            </a:r>
          </a:p>
          <a:p>
            <a:r>
              <a:rPr lang="en-US" sz="1800"/>
              <a:t>Traditional life’s profitability  is similar in different age-range.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A9851F-C57C-4CA1-98C5-EB61572951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6664" y="3520765"/>
            <a:ext cx="8913330" cy="32533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C20F656-3AE7-4635-AF55-0272180D0E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1992" y="240211"/>
            <a:ext cx="8913330" cy="325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66814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5EC255-777A-418A-97F2-E827BE475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07806"/>
            <a:ext cx="2943330" cy="1111843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US" sz="4000"/>
              <a:t>Avg premium per year per age group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FE13B-F6F1-4935-984A-91C3AA5269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86" y="2113329"/>
            <a:ext cx="2445886" cy="2045014"/>
          </a:xfrm>
        </p:spPr>
        <p:txBody>
          <a:bodyPr anchor="ctr">
            <a:normAutofit fontScale="85000" lnSpcReduction="10000"/>
          </a:bodyPr>
          <a:lstStyle/>
          <a:p>
            <a:pPr algn="ctr"/>
            <a:r>
              <a:rPr lang="en-US" sz="2000"/>
              <a:t>Age group of 51-60 has pay more in average in 2020, and return to previous level afterwards.</a:t>
            </a:r>
          </a:p>
          <a:p>
            <a:pPr algn="ctr"/>
            <a:r>
              <a:rPr lang="en-US" sz="2000"/>
              <a:t>Age group of 60-61 has increased avg premium at 2019 only.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14B15C8-2019-497A-B666-31C071882E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300" y="536780"/>
            <a:ext cx="9791700" cy="318135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35C8ED6-74B5-4806-8A40-81F8E51F2A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6738" y="3670397"/>
            <a:ext cx="10096500" cy="318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01842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FC5AF-4BF8-4B56-A851-9C99AC4D6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3622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078DC1-573A-42FE-AE15-89228F0CF8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362200" cy="4351338"/>
          </a:xfrm>
        </p:spPr>
        <p:txBody>
          <a:bodyPr/>
          <a:lstStyle/>
          <a:p>
            <a:r>
              <a:rPr lang="en-US"/>
              <a:t>2019:61-70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2020:51-60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8BCAB9-FAED-4CA3-83A1-DFEB7564EC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3164" y="3535362"/>
            <a:ext cx="8372475" cy="34194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E0CFF38-5A03-49EE-B40E-8B364C3F04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8364" y="365125"/>
            <a:ext cx="8677275" cy="341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57922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493E9A-D89A-4B58-BED0-B9FB3CD16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Frequency for Travel + LH Customer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29D30CB-4423-42B7-9BF7-1D854680E1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3728558"/>
              </p:ext>
            </p:extLst>
          </p:nvPr>
        </p:nvGraphicFramePr>
        <p:xfrm>
          <a:off x="644055" y="2621978"/>
          <a:ext cx="10916573" cy="3832016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3293646">
                  <a:extLst>
                    <a:ext uri="{9D8B030D-6E8A-4147-A177-3AD203B41FA5}">
                      <a16:colId xmlns:a16="http://schemas.microsoft.com/office/drawing/2014/main" val="710361689"/>
                    </a:ext>
                  </a:extLst>
                </a:gridCol>
                <a:gridCol w="1565458">
                  <a:extLst>
                    <a:ext uri="{9D8B030D-6E8A-4147-A177-3AD203B41FA5}">
                      <a16:colId xmlns:a16="http://schemas.microsoft.com/office/drawing/2014/main" val="544859034"/>
                    </a:ext>
                  </a:extLst>
                </a:gridCol>
                <a:gridCol w="1870415">
                  <a:extLst>
                    <a:ext uri="{9D8B030D-6E8A-4147-A177-3AD203B41FA5}">
                      <a16:colId xmlns:a16="http://schemas.microsoft.com/office/drawing/2014/main" val="2977253042"/>
                    </a:ext>
                  </a:extLst>
                </a:gridCol>
                <a:gridCol w="1945502">
                  <a:extLst>
                    <a:ext uri="{9D8B030D-6E8A-4147-A177-3AD203B41FA5}">
                      <a16:colId xmlns:a16="http://schemas.microsoft.com/office/drawing/2014/main" val="1740614377"/>
                    </a:ext>
                  </a:extLst>
                </a:gridCol>
                <a:gridCol w="2241552">
                  <a:extLst>
                    <a:ext uri="{9D8B030D-6E8A-4147-A177-3AD203B41FA5}">
                      <a16:colId xmlns:a16="http://schemas.microsoft.com/office/drawing/2014/main" val="3763856789"/>
                    </a:ext>
                  </a:extLst>
                </a:gridCol>
              </a:tblGrid>
              <a:tr h="487865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 FOR T+LH CUSTOMER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46" marR="11946" marT="80276" marB="80276" anchor="b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46" marR="11946" marT="80276" marB="80276" anchor="b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1. PreCovid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46" marR="11946" marT="80276" marB="80276" anchor="b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2.Covid 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46" marR="11946" marT="80276" marB="80276" anchor="b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3.PostCovid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46" marR="11946" marT="80276" marB="80276" anchor="b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7573601"/>
                  </a:ext>
                </a:extLst>
              </a:tr>
              <a:tr h="88677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Bought at least 1 time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l" fontAlgn="b"/>
                      <a:endParaRPr lang="en-US" sz="1800" u="none" strike="noStrike" cap="none" spc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l" fontAlgn="b"/>
                      <a:r>
                        <a:rPr lang="en-US" sz="1800" u="none" strike="noStrike" cap="none" spc="0" err="1">
                          <a:solidFill>
                            <a:schemeClr val="tx1"/>
                          </a:solidFill>
                          <a:effectLst/>
                        </a:rPr>
                        <a:t>Number_unique_contrnb</a:t>
                      </a:r>
                      <a:r>
                        <a:rPr lang="en-US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&gt;=1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46" marR="11946" marT="80276" marB="8027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Single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46" marR="11946" marT="80276" marB="8027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78576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46" marR="11946" marT="80276" marB="8027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4788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46" marR="11946" marT="80276" marB="8027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393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46" marR="11946" marT="80276" marB="8027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4578640"/>
                  </a:ext>
                </a:extLst>
              </a:tr>
              <a:tr h="487865"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46" marR="11946" marT="80276" marB="80276" anchor="b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Annual    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46" marR="11946" marT="80276" marB="8027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11057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46" marR="11946" marT="80276" marB="8027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1626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46" marR="11946" marT="80276" marB="8027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118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46" marR="11946" marT="80276" marB="80276" anchor="b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183698"/>
                  </a:ext>
                </a:extLst>
              </a:tr>
              <a:tr h="448522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Bought  at least 2 time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46" marR="11946" marT="80276" marB="8027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Single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46" marR="11946" marT="80276" marB="8027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43718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46" marR="11946" marT="80276" marB="8027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524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46" marR="11946" marT="80276" marB="8027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15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46" marR="11946" marT="80276" marB="8027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0222314"/>
                  </a:ext>
                </a:extLst>
              </a:tr>
              <a:tr h="487865"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46" marR="11946" marT="80276" marB="80276" anchor="b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Annual    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46" marR="11946" marT="80276" marB="8027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2269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46" marR="11946" marT="80276" marB="8027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126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46" marR="11946" marT="80276" marB="8027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46" marR="11946" marT="80276" marB="80276" anchor="b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9137412"/>
                  </a:ext>
                </a:extLst>
              </a:tr>
              <a:tr h="448522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bought &gt;=3 time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46" marR="11946" marT="80276" marB="8027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Single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46" marR="11946" marT="80276" marB="8027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28571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46" marR="11946" marT="80276" marB="8027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79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46" marR="11946" marT="80276" marB="8027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46" marR="11946" marT="80276" marB="8027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018612"/>
                  </a:ext>
                </a:extLst>
              </a:tr>
              <a:tr h="487865"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46" marR="11946" marT="80276" marB="80276" anchor="b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Annual        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46" marR="11946" marT="80276" marB="8027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397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46" marR="11946" marT="80276" marB="8027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46" marR="11946" marT="80276" marB="8027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1946" marR="11946" marT="80276" marB="80276" anchor="b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058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465550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E6EAFA-F187-4301-AF53-96466AF43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6643"/>
            <a:ext cx="10515600" cy="1207358"/>
          </a:xfrm>
        </p:spPr>
        <p:txBody>
          <a:bodyPr>
            <a:normAutofit/>
          </a:bodyPr>
          <a:lstStyle/>
          <a:p>
            <a:r>
              <a:rPr lang="en-US" sz="5400"/>
              <a:t>Knowledge Points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BF708-59D3-496D-851E-63B5ADC75F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611974"/>
          </a:xfrm>
        </p:spPr>
        <p:txBody>
          <a:bodyPr>
            <a:noAutofit/>
          </a:bodyPr>
          <a:lstStyle/>
          <a:p>
            <a:r>
              <a:rPr lang="en-US" sz="2200">
                <a:latin typeface="Consolas" panose="020B0609020204030204" pitchFamily="49" charset="0"/>
              </a:rPr>
              <a:t>Column ‘plan 1’ is indicating single/annual trip</a:t>
            </a:r>
          </a:p>
          <a:p>
            <a:r>
              <a:rPr lang="en-US" sz="2200" b="0" i="0" err="1">
                <a:effectLst/>
                <a:latin typeface="Consolas" panose="020B0609020204030204" pitchFamily="49" charset="0"/>
              </a:rPr>
              <a:t>paymnt_g</a:t>
            </a:r>
            <a:r>
              <a:rPr lang="en-US" sz="2200" b="0" i="0">
                <a:effectLst/>
                <a:latin typeface="Consolas" panose="020B0609020204030204" pitchFamily="49" charset="0"/>
              </a:rPr>
              <a:t> is being used, not </a:t>
            </a:r>
            <a:r>
              <a:rPr lang="en-US" sz="2200" b="0" i="0" err="1">
                <a:effectLst/>
                <a:latin typeface="Consolas" panose="020B0609020204030204" pitchFamily="49" charset="0"/>
              </a:rPr>
              <a:t>paymnt_n</a:t>
            </a:r>
            <a:r>
              <a:rPr lang="en-US" sz="2200" b="0" i="0">
                <a:effectLst/>
                <a:latin typeface="Consolas" panose="020B0609020204030204" pitchFamily="49" charset="0"/>
              </a:rPr>
              <a:t>(told by Travel Team)</a:t>
            </a:r>
          </a:p>
          <a:p>
            <a:r>
              <a:rPr lang="en-US" sz="2200">
                <a:latin typeface="Consolas" panose="020B0609020204030204" pitchFamily="49" charset="0"/>
              </a:rPr>
              <a:t>Use </a:t>
            </a:r>
            <a:r>
              <a:rPr lang="en-US" sz="2200" err="1">
                <a:latin typeface="Consolas" panose="020B0609020204030204" pitchFamily="49" charset="0"/>
              </a:rPr>
              <a:t>If_pol</a:t>
            </a:r>
            <a:r>
              <a:rPr lang="en-US" sz="2200">
                <a:latin typeface="Consolas" panose="020B0609020204030204" pitchFamily="49" charset="0"/>
              </a:rPr>
              <a:t> + period to check if the contract is </a:t>
            </a:r>
            <a:r>
              <a:rPr lang="en-US" sz="2200" err="1">
                <a:latin typeface="Consolas" panose="020B0609020204030204" pitchFamily="49" charset="0"/>
              </a:rPr>
              <a:t>inforce</a:t>
            </a:r>
            <a:r>
              <a:rPr lang="en-US" sz="2200">
                <a:latin typeface="Consolas" panose="020B0609020204030204" pitchFamily="49" charset="0"/>
              </a:rPr>
              <a:t> in that year</a:t>
            </a:r>
          </a:p>
          <a:p>
            <a:r>
              <a:rPr lang="en-US" sz="2200">
                <a:latin typeface="Consolas" panose="020B0609020204030204" pitchFamily="49" charset="0"/>
              </a:rPr>
              <a:t>CCDATE: renew date , OCCDATE: the date when first buy the policy</a:t>
            </a:r>
          </a:p>
          <a:p>
            <a:r>
              <a:rPr lang="en-US" sz="2200" b="0">
                <a:effectLst/>
                <a:latin typeface="Consolas" panose="020B0609020204030204" pitchFamily="49" charset="0"/>
              </a:rPr>
              <a:t>DUMMY_ID=['unknown','A123456','F123456’](IDs that I think is not real)</a:t>
            </a:r>
          </a:p>
          <a:p>
            <a:r>
              <a:rPr lang="en-US" sz="2200" b="0">
                <a:effectLst/>
                <a:latin typeface="Consolas" panose="020B0609020204030204" pitchFamily="49" charset="0"/>
              </a:rPr>
              <a:t>DATREP</a:t>
            </a:r>
            <a:r>
              <a:rPr lang="en-US" sz="2200">
                <a:latin typeface="Consolas" panose="020B0609020204030204" pitchFamily="49" charset="0"/>
              </a:rPr>
              <a:t> in </a:t>
            </a:r>
            <a:r>
              <a:rPr lang="en-US" sz="2200" err="1">
                <a:latin typeface="Consolas" panose="020B0609020204030204" pitchFamily="49" charset="0"/>
              </a:rPr>
              <a:t>claimbase</a:t>
            </a:r>
            <a:r>
              <a:rPr lang="en-US" sz="2200">
                <a:latin typeface="Consolas" panose="020B0609020204030204" pitchFamily="49" charset="0"/>
              </a:rPr>
              <a:t> is date of reporting the accident.</a:t>
            </a:r>
          </a:p>
          <a:p>
            <a:r>
              <a:rPr lang="en-US" sz="2200" b="0">
                <a:effectLst/>
                <a:latin typeface="Consolas" panose="020B0609020204030204" pitchFamily="49" charset="0"/>
              </a:rPr>
              <a:t>There’s some client numbers from </a:t>
            </a:r>
            <a:r>
              <a:rPr lang="en-US" sz="2200" b="0" err="1">
                <a:effectLst/>
                <a:latin typeface="Consolas" panose="020B0609020204030204" pitchFamily="49" charset="0"/>
              </a:rPr>
              <a:t>basestat</a:t>
            </a:r>
            <a:r>
              <a:rPr lang="en-US" sz="2200" b="0">
                <a:effectLst/>
                <a:latin typeface="Consolas" panose="020B0609020204030204" pitchFamily="49" charset="0"/>
              </a:rPr>
              <a:t> are not in </a:t>
            </a:r>
            <a:r>
              <a:rPr lang="en-US" sz="2200" b="0" err="1">
                <a:effectLst/>
                <a:latin typeface="Consolas" panose="020B0609020204030204" pitchFamily="49" charset="0"/>
              </a:rPr>
              <a:t>cient</a:t>
            </a:r>
            <a:r>
              <a:rPr lang="en-US" sz="2200" err="1">
                <a:latin typeface="Consolas" panose="020B0609020204030204" pitchFamily="49" charset="0"/>
              </a:rPr>
              <a:t>_base</a:t>
            </a:r>
            <a:r>
              <a:rPr lang="en-US" sz="2200">
                <a:latin typeface="Consolas" panose="020B0609020204030204" pitchFamily="49" charset="0"/>
              </a:rPr>
              <a:t>, so I decided to drop all those rows before </a:t>
            </a:r>
            <a:r>
              <a:rPr lang="en-US" sz="2200" err="1">
                <a:latin typeface="Consolas" panose="020B0609020204030204" pitchFamily="49" charset="0"/>
              </a:rPr>
              <a:t>analysing</a:t>
            </a:r>
            <a:r>
              <a:rPr lang="en-US" sz="2200">
                <a:latin typeface="Consolas" panose="020B0609020204030204" pitchFamily="49" charset="0"/>
              </a:rPr>
              <a:t>.</a:t>
            </a:r>
            <a:endParaRPr lang="en-US" sz="2200" b="0">
              <a:effectLst/>
              <a:latin typeface="Consolas" panose="020B0609020204030204" pitchFamily="49" charset="0"/>
            </a:endParaRPr>
          </a:p>
          <a:p>
            <a:r>
              <a:rPr lang="en-US" sz="2200" b="0" err="1">
                <a:effectLst/>
                <a:latin typeface="Consolas" panose="020B0609020204030204" pitchFamily="49" charset="0"/>
              </a:rPr>
              <a:t>rscd_des</a:t>
            </a:r>
            <a:r>
              <a:rPr lang="en-US" sz="2200" b="0">
                <a:effectLst/>
                <a:latin typeface="Consolas" panose="020B0609020204030204" pitchFamily="49" charset="0"/>
              </a:rPr>
              <a:t> in </a:t>
            </a:r>
            <a:r>
              <a:rPr lang="en-US" sz="2200" b="0" err="1">
                <a:effectLst/>
                <a:latin typeface="Consolas" panose="020B0609020204030204" pitchFamily="49" charset="0"/>
              </a:rPr>
              <a:t>claimbase</a:t>
            </a:r>
            <a:r>
              <a:rPr lang="en-US" sz="2200" b="0">
                <a:effectLst/>
                <a:latin typeface="Consolas" panose="020B0609020204030204" pitchFamily="49" charset="0"/>
              </a:rPr>
              <a:t> is the claim type, medical/lost </a:t>
            </a:r>
            <a:r>
              <a:rPr lang="en-US" sz="2200" b="0" err="1">
                <a:effectLst/>
                <a:latin typeface="Consolas" panose="020B0609020204030204" pitchFamily="49" charset="0"/>
              </a:rPr>
              <a:t>iphone</a:t>
            </a:r>
            <a:r>
              <a:rPr lang="en-US" sz="2200" b="0">
                <a:effectLst/>
                <a:latin typeface="Consolas" panose="020B0609020204030204" pitchFamily="49" charset="0"/>
              </a:rPr>
              <a:t> </a:t>
            </a:r>
            <a:r>
              <a:rPr lang="en-US" sz="2200" b="0" err="1">
                <a:effectLst/>
                <a:latin typeface="Consolas" panose="020B0609020204030204" pitchFamily="49" charset="0"/>
              </a:rPr>
              <a:t>etc</a:t>
            </a:r>
            <a:endParaRPr lang="en-US" sz="2200" b="0">
              <a:effectLst/>
              <a:latin typeface="Consolas" panose="020B0609020204030204" pitchFamily="49" charset="0"/>
            </a:endParaRPr>
          </a:p>
          <a:p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328155555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E9126-C565-4E94-82E9-A88FDB40D8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52" y="693019"/>
            <a:ext cx="3537339" cy="6858000"/>
          </a:xfrm>
        </p:spPr>
        <p:txBody>
          <a:bodyPr>
            <a:normAutofit/>
          </a:bodyPr>
          <a:lstStyle/>
          <a:p>
            <a:r>
              <a:rPr lang="en-US" sz="1500" b="0">
                <a:effectLst/>
                <a:latin typeface="Consolas" panose="020B0609020204030204" pitchFamily="49" charset="0"/>
              </a:rPr>
              <a:t>Mapping that I used:</a:t>
            </a:r>
          </a:p>
          <a:p>
            <a:r>
              <a:rPr lang="en-US" sz="1500" b="0">
                <a:effectLst/>
                <a:latin typeface="Consolas" panose="020B0609020204030204" pitchFamily="49" charset="0"/>
              </a:rPr>
              <a:t>plan1={</a:t>
            </a:r>
          </a:p>
          <a:p>
            <a:r>
              <a:rPr lang="en-US" sz="1500" b="0">
                <a:effectLst/>
                <a:latin typeface="Consolas" panose="020B0609020204030204" pitchFamily="49" charset="0"/>
              </a:rPr>
              <a:t>    'single': 'single',</a:t>
            </a:r>
          </a:p>
          <a:p>
            <a:r>
              <a:rPr lang="en-US" sz="1500" b="0">
                <a:effectLst/>
                <a:latin typeface="Consolas" panose="020B0609020204030204" pitchFamily="49" charset="0"/>
              </a:rPr>
              <a:t>    'Annual': 'Annual',</a:t>
            </a:r>
          </a:p>
          <a:p>
            <a:r>
              <a:rPr lang="en-US" sz="1500" b="0">
                <a:effectLst/>
                <a:latin typeface="Consolas" panose="020B0609020204030204" pitchFamily="49" charset="0"/>
              </a:rPr>
              <a:t>    'Annual/Over 30 Days': 'Annual'</a:t>
            </a:r>
          </a:p>
          <a:p>
            <a:r>
              <a:rPr lang="en-US" sz="1500" b="0"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sz="1500" b="0" err="1">
                <a:effectLst/>
                <a:latin typeface="Consolas" panose="020B0609020204030204" pitchFamily="49" charset="0"/>
              </a:rPr>
              <a:t>modi_channels</a:t>
            </a:r>
            <a:r>
              <a:rPr lang="en-US" sz="1500" b="0">
                <a:effectLst/>
                <a:latin typeface="Consolas" panose="020B0609020204030204" pitchFamily="49" charset="0"/>
              </a:rPr>
              <a:t>={</a:t>
            </a:r>
          </a:p>
          <a:p>
            <a:r>
              <a:rPr lang="en-US" sz="1500" b="0">
                <a:effectLst/>
                <a:latin typeface="Consolas" panose="020B0609020204030204" pitchFamily="49" charset="0"/>
              </a:rPr>
              <a:t>    'Banca - HSBC':'HSBC',</a:t>
            </a:r>
          </a:p>
          <a:p>
            <a:r>
              <a:rPr lang="en-US" sz="1500" b="0">
                <a:effectLst/>
                <a:latin typeface="Consolas" panose="020B0609020204030204" pitchFamily="49" charset="0"/>
              </a:rPr>
              <a:t>    'Agents &amp; </a:t>
            </a:r>
            <a:r>
              <a:rPr lang="en-US" sz="1500" b="0" err="1">
                <a:effectLst/>
                <a:latin typeface="Consolas" panose="020B0609020204030204" pitchFamily="49" charset="0"/>
              </a:rPr>
              <a:t>Broker':'Broker</a:t>
            </a:r>
            <a:r>
              <a:rPr lang="en-US" sz="1500" b="0">
                <a:effectLst/>
                <a:latin typeface="Consolas" panose="020B0609020204030204" pitchFamily="49" charset="0"/>
              </a:rPr>
              <a:t>',</a:t>
            </a:r>
          </a:p>
          <a:p>
            <a:r>
              <a:rPr lang="en-US" sz="1500" b="0">
                <a:effectLst/>
                <a:latin typeface="Consolas" panose="020B0609020204030204" pitchFamily="49" charset="0"/>
              </a:rPr>
              <a:t>    'AXA Online </a:t>
            </a:r>
            <a:r>
              <a:rPr lang="en-US" sz="1500" b="0" err="1">
                <a:effectLst/>
                <a:latin typeface="Consolas" panose="020B0609020204030204" pitchFamily="49" charset="0"/>
              </a:rPr>
              <a:t>Direct':'AXA</a:t>
            </a:r>
            <a:r>
              <a:rPr lang="en-US" sz="1500" b="0">
                <a:effectLst/>
                <a:latin typeface="Consolas" panose="020B0609020204030204" pitchFamily="49" charset="0"/>
              </a:rPr>
              <a:t> Direct',</a:t>
            </a:r>
          </a:p>
          <a:p>
            <a:r>
              <a:rPr lang="en-US" sz="1500" b="0">
                <a:effectLst/>
                <a:latin typeface="Consolas" panose="020B0609020204030204" pitchFamily="49" charset="0"/>
              </a:rPr>
              <a:t>    'AXA Offline </a:t>
            </a:r>
            <a:r>
              <a:rPr lang="en-US" sz="1500" b="0" err="1">
                <a:effectLst/>
                <a:latin typeface="Consolas" panose="020B0609020204030204" pitchFamily="49" charset="0"/>
              </a:rPr>
              <a:t>Direct':'AXA</a:t>
            </a:r>
            <a:r>
              <a:rPr lang="en-US" sz="1500" b="0">
                <a:effectLst/>
                <a:latin typeface="Consolas" panose="020B0609020204030204" pitchFamily="49" charset="0"/>
              </a:rPr>
              <a:t> Direct',</a:t>
            </a:r>
          </a:p>
          <a:p>
            <a:r>
              <a:rPr lang="en-US" sz="1500" b="0">
                <a:effectLst/>
                <a:latin typeface="Consolas" panose="020B0609020204030204" pitchFamily="49" charset="0"/>
              </a:rPr>
              <a:t>    '</a:t>
            </a:r>
            <a:r>
              <a:rPr lang="en-US" sz="1500" b="0" err="1">
                <a:effectLst/>
                <a:latin typeface="Consolas" panose="020B0609020204030204" pitchFamily="49" charset="0"/>
              </a:rPr>
              <a:t>LP':'Life</a:t>
            </a:r>
            <a:r>
              <a:rPr lang="en-US" sz="1500" b="0">
                <a:effectLst/>
                <a:latin typeface="Consolas" panose="020B0609020204030204" pitchFamily="49" charset="0"/>
              </a:rPr>
              <a:t> Agent',</a:t>
            </a:r>
          </a:p>
          <a:p>
            <a:r>
              <a:rPr lang="en-US" sz="1500" b="0">
                <a:effectLst/>
                <a:latin typeface="Consolas" panose="020B0609020204030204" pitchFamily="49" charset="0"/>
              </a:rPr>
              <a:t>    '</a:t>
            </a:r>
            <a:r>
              <a:rPr lang="en-US" sz="1500" b="0" err="1">
                <a:effectLst/>
                <a:latin typeface="Consolas" panose="020B0609020204030204" pitchFamily="49" charset="0"/>
              </a:rPr>
              <a:t>Citi':'others</a:t>
            </a:r>
            <a:r>
              <a:rPr lang="en-US" sz="1500" b="0">
                <a:effectLst/>
                <a:latin typeface="Consolas" panose="020B0609020204030204" pitchFamily="49" charset="0"/>
              </a:rPr>
              <a:t>',</a:t>
            </a:r>
          </a:p>
          <a:p>
            <a:r>
              <a:rPr lang="en-US" sz="1500" b="0">
                <a:effectLst/>
                <a:latin typeface="Consolas" panose="020B0609020204030204" pitchFamily="49" charset="0"/>
              </a:rPr>
              <a:t>    'JLT (OSC)': 'others'</a:t>
            </a:r>
          </a:p>
          <a:p>
            <a:r>
              <a:rPr lang="en-US" sz="1500" b="0">
                <a:effectLst/>
                <a:latin typeface="Consolas" panose="020B0609020204030204" pitchFamily="49" charset="0"/>
              </a:rPr>
              <a:t>}</a:t>
            </a:r>
          </a:p>
          <a:p>
            <a:endParaRPr lang="en-US" sz="15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9FCE5E-8E3A-4AC7-824D-AF7C0D0C7F6C}"/>
              </a:ext>
            </a:extLst>
          </p:cNvPr>
          <p:cNvSpPr txBox="1"/>
          <p:nvPr/>
        </p:nvSpPr>
        <p:spPr>
          <a:xfrm>
            <a:off x="3779621" y="576061"/>
            <a:ext cx="881655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CURRENCY_CHANGE_RATE_TO_HKD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={</a:t>
            </a:r>
          </a:p>
          <a:p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"AUD"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6.66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"CAD"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6.66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"CHF"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5.71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"EUR"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8.0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"USD"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8.0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"SGD"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5.0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"NZD"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4.44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"GBP"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13.33</a:t>
            </a:r>
            <a:endParaRPr lang="en-US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generated a new col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"ANNUAL_PREM_HKD“]</a:t>
            </a:r>
            <a:r>
              <a:rPr lang="en-US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using the CURRENCY_CHANGE_RATE_TO_HKD </a:t>
            </a:r>
            <a:r>
              <a:rPr lang="en-US" b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dict</a:t>
            </a:r>
            <a:r>
              <a:rPr lang="en-US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and </a:t>
            </a:r>
            <a:r>
              <a:rPr lang="en-US" b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CURRENCY</a:t>
            </a:r>
            <a:r>
              <a:rPr lang="en-US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and </a:t>
            </a:r>
            <a:r>
              <a:rPr lang="en-US" b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ANNUAL_PREM_EXCLUDE_TOPUP_REGULAR</a:t>
            </a:r>
          </a:p>
          <a:p>
            <a:r>
              <a:rPr lang="en-US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if CURRENCY is in the </a:t>
            </a:r>
            <a:r>
              <a:rPr lang="en-US" b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dict</a:t>
            </a:r>
            <a:r>
              <a:rPr lang="en-US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, then use the value in the </a:t>
            </a:r>
            <a:r>
              <a:rPr lang="en-US" b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dict</a:t>
            </a:r>
            <a:r>
              <a:rPr lang="en-US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to multiply ANNUAL_PREM_EXCLUDE_TOPUP_REGULAR</a:t>
            </a:r>
            <a:endParaRPr lang="en-US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if CURRENCY is not in the </a:t>
            </a:r>
            <a:r>
              <a:rPr lang="en-US" b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dict</a:t>
            </a:r>
            <a:r>
              <a:rPr lang="en-US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, then use 1 to multiply ANNUAL_PREM_EXCLUDE_TOPUP_REGULAR</a:t>
            </a:r>
            <a:endParaRPr lang="en-US" b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944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A2BC8D8AB7C1B41A8A1D3BBE914830F" ma:contentTypeVersion="2" ma:contentTypeDescription="Create a new document." ma:contentTypeScope="" ma:versionID="29d7097b9fb09687a01c25087ddbd41b">
  <xsd:schema xmlns:xsd="http://www.w3.org/2001/XMLSchema" xmlns:xs="http://www.w3.org/2001/XMLSchema" xmlns:p="http://schemas.microsoft.com/office/2006/metadata/properties" xmlns:ns2="18f18bd6-ba77-4928-9087-e1af9560551f" targetNamespace="http://schemas.microsoft.com/office/2006/metadata/properties" ma:root="true" ma:fieldsID="33b86bc76281b468f4745d5ec1c1ae30" ns2:_="">
    <xsd:import namespace="18f18bd6-ba77-4928-9087-e1af9560551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f18bd6-ba77-4928-9087-e1af9560551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6AC4CF2-E983-48E2-A827-EFB4DEC5DA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69FAC04-E4CC-4C52-9B74-615C4AD4AFDE}">
  <ds:schemaRefs>
    <ds:schemaRef ds:uri="18f18bd6-ba77-4928-9087-e1af9560551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F0D2373-B57D-46EA-A08C-A4D491501D42}">
  <ds:schemaRefs>
    <ds:schemaRef ds:uri="18f18bd6-ba77-4928-9087-e1af9560551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2131</Words>
  <Application>Microsoft Office PowerPoint</Application>
  <PresentationFormat>Widescreen</PresentationFormat>
  <Paragraphs>305</Paragraphs>
  <Slides>54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0" baseType="lpstr">
      <vt:lpstr>Arial</vt:lpstr>
      <vt:lpstr>Calibri</vt:lpstr>
      <vt:lpstr>Calibri Light</vt:lpstr>
      <vt:lpstr>Consolas</vt:lpstr>
      <vt:lpstr>Segoe UI</vt:lpstr>
      <vt:lpstr>Office Theme</vt:lpstr>
      <vt:lpstr>GI (travel) X-Sell EDA - KEY</vt:lpstr>
      <vt:lpstr>Key discovery </vt:lpstr>
      <vt:lpstr>PowerPoint Presentation</vt:lpstr>
      <vt:lpstr>Data Sources in detail</vt:lpstr>
      <vt:lpstr>Conditions for potential LH customers</vt:lpstr>
      <vt:lpstr>Based on Channels</vt:lpstr>
      <vt:lpstr>Number of new policies(contract number) at that year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New Policies by channel per year</vt:lpstr>
      <vt:lpstr>PowerPoint Presentation</vt:lpstr>
      <vt:lpstr>PowerPoint Presentation</vt:lpstr>
      <vt:lpstr>Based on products</vt:lpstr>
      <vt:lpstr>Travel Duration for Single Trip</vt:lpstr>
      <vt:lpstr>PowerPoint Presentation</vt:lpstr>
      <vt:lpstr>PowerPoint Presentation</vt:lpstr>
      <vt:lpstr>Based on age</vt:lpstr>
      <vt:lpstr>Age Distribution At the year of buying travel </vt:lpstr>
      <vt:lpstr>PowerPoint Presentation</vt:lpstr>
      <vt:lpstr>PowerPoint Presentation</vt:lpstr>
      <vt:lpstr>Age group</vt:lpstr>
      <vt:lpstr>PowerPoint Presentation</vt:lpstr>
      <vt:lpstr>Gender</vt:lpstr>
      <vt:lpstr>PowerPoint Presentation</vt:lpstr>
      <vt:lpstr>Lapsed/Inforce Count and Ratio for Annual Plan (need to check)</vt:lpstr>
      <vt:lpstr>Average policies per client in age</vt:lpstr>
      <vt:lpstr>PowerPoint Presentation</vt:lpstr>
      <vt:lpstr>Claim LH effect </vt:lpstr>
      <vt:lpstr>HSBC vs Life Agent</vt:lpstr>
      <vt:lpstr>Frequency for travel customers</vt:lpstr>
      <vt:lpstr>With LH Gender Ratio </vt:lpstr>
      <vt:lpstr>Claim rate</vt:lpstr>
      <vt:lpstr>PowerPoint Presentation</vt:lpstr>
      <vt:lpstr>PowerPoint Presentation</vt:lpstr>
      <vt:lpstr>Unique Client Count of bought LH or not</vt:lpstr>
      <vt:lpstr>Number of unique clients who has bought LH product and the plan types.</vt:lpstr>
      <vt:lpstr>PowerPoint Presentation</vt:lpstr>
      <vt:lpstr>PowerPoint Presentation</vt:lpstr>
      <vt:lpstr>PowerPoint Presentation</vt:lpstr>
      <vt:lpstr>First – time –buying –LH-age group distribution.</vt:lpstr>
      <vt:lpstr>PowerPoint Presentation</vt:lpstr>
      <vt:lpstr>Distribution of each unique client’s age when they bought LH for the first time.</vt:lpstr>
      <vt:lpstr>Avg premium per year per plan</vt:lpstr>
      <vt:lpstr>Total premium per year per type</vt:lpstr>
      <vt:lpstr>Total Annual premium VS Number of unique policy number Per year Per Plan Type</vt:lpstr>
      <vt:lpstr>Premium per age group per plan</vt:lpstr>
      <vt:lpstr>Avg premium per year per age group</vt:lpstr>
      <vt:lpstr>PowerPoint Presentation</vt:lpstr>
      <vt:lpstr>Frequency for Travel + LH Customer</vt:lpstr>
      <vt:lpstr>Knowledge Points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AU Kelvin</dc:creator>
  <cp:lastModifiedBy>LEUNG Nicole</cp:lastModifiedBy>
  <cp:revision>1</cp:revision>
  <dcterms:created xsi:type="dcterms:W3CDTF">2023-03-09T04:28:37Z</dcterms:created>
  <dcterms:modified xsi:type="dcterms:W3CDTF">2023-03-31T03:10:29Z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287ba8d-43fb-4157-9396-f69b5215739d_Enabled">
    <vt:lpwstr>true</vt:lpwstr>
  </property>
  <property fmtid="{D5CDD505-2E9C-101B-9397-08002B2CF9AE}" pid="3" name="MSIP_Label_a287ba8d-43fb-4157-9396-f69b5215739d_SetDate">
    <vt:lpwstr>2023-03-09T04:28:44Z</vt:lpwstr>
  </property>
  <property fmtid="{D5CDD505-2E9C-101B-9397-08002B2CF9AE}" pid="4" name="MSIP_Label_a287ba8d-43fb-4157-9396-f69b5215739d_Method">
    <vt:lpwstr>Standard</vt:lpwstr>
  </property>
  <property fmtid="{D5CDD505-2E9C-101B-9397-08002B2CF9AE}" pid="5" name="MSIP_Label_a287ba8d-43fb-4157-9396-f69b5215739d_Name">
    <vt:lpwstr>HK_Internal</vt:lpwstr>
  </property>
  <property fmtid="{D5CDD505-2E9C-101B-9397-08002B2CF9AE}" pid="6" name="MSIP_Label_a287ba8d-43fb-4157-9396-f69b5215739d_SiteId">
    <vt:lpwstr>396b38cc-aa65-492b-bb0e-3d94ed25a97b</vt:lpwstr>
  </property>
  <property fmtid="{D5CDD505-2E9C-101B-9397-08002B2CF9AE}" pid="7" name="MSIP_Label_a287ba8d-43fb-4157-9396-f69b5215739d_ActionId">
    <vt:lpwstr>c8a681af-d212-48ac-adac-8df272275bb4</vt:lpwstr>
  </property>
  <property fmtid="{D5CDD505-2E9C-101B-9397-08002B2CF9AE}" pid="8" name="MSIP_Label_a287ba8d-43fb-4157-9396-f69b5215739d_ContentBits">
    <vt:lpwstr>2</vt:lpwstr>
  </property>
  <property fmtid="{D5CDD505-2E9C-101B-9397-08002B2CF9AE}" pid="9" name="ContentTypeId">
    <vt:lpwstr>0x0101000A2BC8D8AB7C1B41A8A1D3BBE914830F</vt:lpwstr>
  </property>
</Properties>
</file>