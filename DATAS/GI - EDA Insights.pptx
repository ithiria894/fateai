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0" r:id="rId4"/>
  </p:sldMasterIdLst>
  <p:sldIdLst>
    <p:sldId id="256" r:id="rId5"/>
    <p:sldId id="314" r:id="rId6"/>
    <p:sldId id="315" r:id="rId7"/>
    <p:sldId id="316" r:id="rId8"/>
    <p:sldId id="274" r:id="rId9"/>
    <p:sldId id="305" r:id="rId10"/>
    <p:sldId id="266" r:id="rId11"/>
    <p:sldId id="267" r:id="rId12"/>
    <p:sldId id="291" r:id="rId13"/>
    <p:sldId id="292" r:id="rId14"/>
    <p:sldId id="269" r:id="rId15"/>
    <p:sldId id="272" r:id="rId16"/>
    <p:sldId id="273" r:id="rId17"/>
    <p:sldId id="277" r:id="rId18"/>
    <p:sldId id="284" r:id="rId19"/>
    <p:sldId id="260" r:id="rId20"/>
    <p:sldId id="279" r:id="rId21"/>
    <p:sldId id="261" r:id="rId22"/>
    <p:sldId id="264" r:id="rId23"/>
    <p:sldId id="280" r:id="rId24"/>
    <p:sldId id="262" r:id="rId25"/>
    <p:sldId id="275" r:id="rId26"/>
    <p:sldId id="306" r:id="rId27"/>
    <p:sldId id="283" r:id="rId28"/>
    <p:sldId id="281" r:id="rId29"/>
    <p:sldId id="285" r:id="rId30"/>
    <p:sldId id="276" r:id="rId31"/>
    <p:sldId id="271" r:id="rId32"/>
    <p:sldId id="278" r:id="rId33"/>
    <p:sldId id="304" r:id="rId34"/>
    <p:sldId id="289" r:id="rId35"/>
    <p:sldId id="293" r:id="rId36"/>
    <p:sldId id="294" r:id="rId37"/>
    <p:sldId id="295" r:id="rId38"/>
    <p:sldId id="296" r:id="rId39"/>
    <p:sldId id="297" r:id="rId40"/>
    <p:sldId id="298" r:id="rId41"/>
    <p:sldId id="299" r:id="rId42"/>
    <p:sldId id="309" r:id="rId43"/>
    <p:sldId id="311" r:id="rId44"/>
    <p:sldId id="300" r:id="rId45"/>
    <p:sldId id="290" r:id="rId46"/>
    <p:sldId id="302" r:id="rId47"/>
    <p:sldId id="312" r:id="rId48"/>
    <p:sldId id="313" r:id="rId49"/>
    <p:sldId id="303" r:id="rId50"/>
    <p:sldId id="310" r:id="rId51"/>
    <p:sldId id="307" r:id="rId52"/>
    <p:sldId id="308" r:id="rId5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A4767C1-AA41-4A8F-91E9-F856893F4EE6}" v="1" dt="2023-03-27T08:09:09.99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slide" Target="slides/slide37.xml"/><Relationship Id="rId54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theme" Target="theme/theme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U Kelvin" userId="416e5d84-3133-4774-aa1a-290e1bef47d6" providerId="ADAL" clId="{9A4767C1-AA41-4A8F-91E9-F856893F4EE6}"/>
    <pc:docChg chg="undo redo custSel addSld delSld modSld">
      <pc:chgData name="AU Kelvin" userId="416e5d84-3133-4774-aa1a-290e1bef47d6" providerId="ADAL" clId="{9A4767C1-AA41-4A8F-91E9-F856893F4EE6}" dt="2023-03-27T08:09:09.999" v="2107"/>
      <pc:docMkLst>
        <pc:docMk/>
      </pc:docMkLst>
      <pc:sldChg chg="addSp modSp mod">
        <pc:chgData name="AU Kelvin" userId="416e5d84-3133-4774-aa1a-290e1bef47d6" providerId="ADAL" clId="{9A4767C1-AA41-4A8F-91E9-F856893F4EE6}" dt="2023-03-10T10:07:58.867" v="2095" actId="13926"/>
        <pc:sldMkLst>
          <pc:docMk/>
          <pc:sldMk cId="1028999168" sldId="260"/>
        </pc:sldMkLst>
        <pc:spChg chg="add mod">
          <ac:chgData name="AU Kelvin" userId="416e5d84-3133-4774-aa1a-290e1bef47d6" providerId="ADAL" clId="{9A4767C1-AA41-4A8F-91E9-F856893F4EE6}" dt="2023-03-10T10:07:58.867" v="2095" actId="13926"/>
          <ac:spMkLst>
            <pc:docMk/>
            <pc:sldMk cId="1028999168" sldId="260"/>
            <ac:spMk id="3" creationId="{C78401F4-D234-4A7A-A0E3-62DD7C5EADD8}"/>
          </ac:spMkLst>
        </pc:spChg>
      </pc:sldChg>
      <pc:sldChg chg="addSp modSp mod">
        <pc:chgData name="AU Kelvin" userId="416e5d84-3133-4774-aa1a-290e1bef47d6" providerId="ADAL" clId="{9A4767C1-AA41-4A8F-91E9-F856893F4EE6}" dt="2023-03-10T10:09:57.225" v="2099" actId="20577"/>
        <pc:sldMkLst>
          <pc:docMk/>
          <pc:sldMk cId="95290033" sldId="261"/>
        </pc:sldMkLst>
        <pc:spChg chg="add mod">
          <ac:chgData name="AU Kelvin" userId="416e5d84-3133-4774-aa1a-290e1bef47d6" providerId="ADAL" clId="{9A4767C1-AA41-4A8F-91E9-F856893F4EE6}" dt="2023-03-10T10:09:57.225" v="2099" actId="20577"/>
          <ac:spMkLst>
            <pc:docMk/>
            <pc:sldMk cId="95290033" sldId="261"/>
            <ac:spMk id="7" creationId="{EFEBA37C-E7C5-4525-B50F-4974565CCCEF}"/>
          </ac:spMkLst>
        </pc:spChg>
      </pc:sldChg>
      <pc:sldChg chg="addSp delSp modSp mod">
        <pc:chgData name="AU Kelvin" userId="416e5d84-3133-4774-aa1a-290e1bef47d6" providerId="ADAL" clId="{9A4767C1-AA41-4A8F-91E9-F856893F4EE6}" dt="2023-03-10T07:41:28.694" v="1893" actId="1076"/>
        <pc:sldMkLst>
          <pc:docMk/>
          <pc:sldMk cId="3442902861" sldId="266"/>
        </pc:sldMkLst>
        <pc:spChg chg="mod">
          <ac:chgData name="AU Kelvin" userId="416e5d84-3133-4774-aa1a-290e1bef47d6" providerId="ADAL" clId="{9A4767C1-AA41-4A8F-91E9-F856893F4EE6}" dt="2023-03-10T02:25:16.168" v="1415" actId="20577"/>
          <ac:spMkLst>
            <pc:docMk/>
            <pc:sldMk cId="3442902861" sldId="266"/>
            <ac:spMk id="2" creationId="{D6124752-D21F-4C37-8C89-5A6D49E7D613}"/>
          </ac:spMkLst>
        </pc:spChg>
        <pc:spChg chg="mod">
          <ac:chgData name="AU Kelvin" userId="416e5d84-3133-4774-aa1a-290e1bef47d6" providerId="ADAL" clId="{9A4767C1-AA41-4A8F-91E9-F856893F4EE6}" dt="2023-03-10T07:27:05.538" v="1729" actId="20577"/>
          <ac:spMkLst>
            <pc:docMk/>
            <pc:sldMk cId="3442902861" sldId="266"/>
            <ac:spMk id="3" creationId="{0722FC5A-B29F-4C58-940E-4D925D707B51}"/>
          </ac:spMkLst>
        </pc:spChg>
        <pc:spChg chg="add mod">
          <ac:chgData name="AU Kelvin" userId="416e5d84-3133-4774-aa1a-290e1bef47d6" providerId="ADAL" clId="{9A4767C1-AA41-4A8F-91E9-F856893F4EE6}" dt="2023-03-10T07:28:42.138" v="1796" actId="1076"/>
          <ac:spMkLst>
            <pc:docMk/>
            <pc:sldMk cId="3442902861" sldId="266"/>
            <ac:spMk id="4" creationId="{C9D96347-781B-4E78-9CB8-564B28E36891}"/>
          </ac:spMkLst>
        </pc:spChg>
        <pc:spChg chg="add mod">
          <ac:chgData name="AU Kelvin" userId="416e5d84-3133-4774-aa1a-290e1bef47d6" providerId="ADAL" clId="{9A4767C1-AA41-4A8F-91E9-F856893F4EE6}" dt="2023-03-10T07:27:19.857" v="1734" actId="20577"/>
          <ac:spMkLst>
            <pc:docMk/>
            <pc:sldMk cId="3442902861" sldId="266"/>
            <ac:spMk id="9" creationId="{03273A91-309B-4236-B0B9-6383024BC413}"/>
          </ac:spMkLst>
        </pc:spChg>
        <pc:spChg chg="add del mod">
          <ac:chgData name="AU Kelvin" userId="416e5d84-3133-4774-aa1a-290e1bef47d6" providerId="ADAL" clId="{9A4767C1-AA41-4A8F-91E9-F856893F4EE6}" dt="2023-03-10T07:40:00.668" v="1876" actId="478"/>
          <ac:spMkLst>
            <pc:docMk/>
            <pc:sldMk cId="3442902861" sldId="266"/>
            <ac:spMk id="10" creationId="{7294E152-3A14-4081-B5F8-6F3C503CAA07}"/>
          </ac:spMkLst>
        </pc:spChg>
        <pc:spChg chg="add mod">
          <ac:chgData name="AU Kelvin" userId="416e5d84-3133-4774-aa1a-290e1bef47d6" providerId="ADAL" clId="{9A4767C1-AA41-4A8F-91E9-F856893F4EE6}" dt="2023-03-10T07:41:28.694" v="1893" actId="1076"/>
          <ac:spMkLst>
            <pc:docMk/>
            <pc:sldMk cId="3442902861" sldId="266"/>
            <ac:spMk id="11" creationId="{98EC32FC-078A-48E5-96F1-5E913CA7A096}"/>
          </ac:spMkLst>
        </pc:spChg>
        <pc:picChg chg="mod">
          <ac:chgData name="AU Kelvin" userId="416e5d84-3133-4774-aa1a-290e1bef47d6" providerId="ADAL" clId="{9A4767C1-AA41-4A8F-91E9-F856893F4EE6}" dt="2023-03-10T02:24:16.352" v="1351" actId="1076"/>
          <ac:picMkLst>
            <pc:docMk/>
            <pc:sldMk cId="3442902861" sldId="266"/>
            <ac:picMk id="5" creationId="{5A74EE3E-9A1E-4F94-BBA7-B2FF46777420}"/>
          </ac:picMkLst>
        </pc:picChg>
        <pc:picChg chg="add del mod">
          <ac:chgData name="AU Kelvin" userId="416e5d84-3133-4774-aa1a-290e1bef47d6" providerId="ADAL" clId="{9A4767C1-AA41-4A8F-91E9-F856893F4EE6}" dt="2023-03-10T02:23:49.564" v="1345"/>
          <ac:picMkLst>
            <pc:docMk/>
            <pc:sldMk cId="3442902861" sldId="266"/>
            <ac:picMk id="6" creationId="{ED35E859-5BD4-49BD-90EB-978DDA40D5EC}"/>
          </ac:picMkLst>
        </pc:picChg>
        <pc:picChg chg="del">
          <ac:chgData name="AU Kelvin" userId="416e5d84-3133-4774-aa1a-290e1bef47d6" providerId="ADAL" clId="{9A4767C1-AA41-4A8F-91E9-F856893F4EE6}" dt="2023-03-10T02:23:40.099" v="1340" actId="21"/>
          <ac:picMkLst>
            <pc:docMk/>
            <pc:sldMk cId="3442902861" sldId="266"/>
            <ac:picMk id="7" creationId="{7D11AFA2-FAE3-45D7-811D-958F565C4297}"/>
          </ac:picMkLst>
        </pc:picChg>
        <pc:picChg chg="add mod">
          <ac:chgData name="AU Kelvin" userId="416e5d84-3133-4774-aa1a-290e1bef47d6" providerId="ADAL" clId="{9A4767C1-AA41-4A8F-91E9-F856893F4EE6}" dt="2023-03-10T02:24:09.490" v="1350" actId="14100"/>
          <ac:picMkLst>
            <pc:docMk/>
            <pc:sldMk cId="3442902861" sldId="266"/>
            <ac:picMk id="8" creationId="{CD290223-998F-4D8F-9134-73173E05E5B3}"/>
          </ac:picMkLst>
        </pc:picChg>
      </pc:sldChg>
      <pc:sldChg chg="modSp new mod">
        <pc:chgData name="AU Kelvin" userId="416e5d84-3133-4774-aa1a-290e1bef47d6" providerId="ADAL" clId="{9A4767C1-AA41-4A8F-91E9-F856893F4EE6}" dt="2023-03-09T06:30:41.661" v="37" actId="20577"/>
        <pc:sldMkLst>
          <pc:docMk/>
          <pc:sldMk cId="689417263" sldId="267"/>
        </pc:sldMkLst>
        <pc:spChg chg="mod">
          <ac:chgData name="AU Kelvin" userId="416e5d84-3133-4774-aa1a-290e1bef47d6" providerId="ADAL" clId="{9A4767C1-AA41-4A8F-91E9-F856893F4EE6}" dt="2023-03-09T06:30:41.661" v="37" actId="20577"/>
          <ac:spMkLst>
            <pc:docMk/>
            <pc:sldMk cId="689417263" sldId="267"/>
            <ac:spMk id="2" creationId="{A928EF97-08A3-4706-9D19-A326A68B2964}"/>
          </ac:spMkLst>
        </pc:spChg>
      </pc:sldChg>
      <pc:sldChg chg="addSp delSp modSp mod modShow">
        <pc:chgData name="AU Kelvin" userId="416e5d84-3133-4774-aa1a-290e1bef47d6" providerId="ADAL" clId="{9A4767C1-AA41-4A8F-91E9-F856893F4EE6}" dt="2023-03-10T07:42:24.930" v="1896"/>
        <pc:sldMkLst>
          <pc:docMk/>
          <pc:sldMk cId="2172804706" sldId="267"/>
        </pc:sldMkLst>
        <pc:spChg chg="add del mod">
          <ac:chgData name="AU Kelvin" userId="416e5d84-3133-4774-aa1a-290e1bef47d6" providerId="ADAL" clId="{9A4767C1-AA41-4A8F-91E9-F856893F4EE6}" dt="2023-03-10T07:22:11.507" v="1663" actId="478"/>
          <ac:spMkLst>
            <pc:docMk/>
            <pc:sldMk cId="2172804706" sldId="267"/>
            <ac:spMk id="6" creationId="{F2E7320E-07AA-44CD-B53A-C4967E9D45FC}"/>
          </ac:spMkLst>
        </pc:spChg>
        <pc:spChg chg="del">
          <ac:chgData name="AU Kelvin" userId="416e5d84-3133-4774-aa1a-290e1bef47d6" providerId="ADAL" clId="{9A4767C1-AA41-4A8F-91E9-F856893F4EE6}" dt="2023-03-10T07:21:55.725" v="1643" actId="478"/>
          <ac:spMkLst>
            <pc:docMk/>
            <pc:sldMk cId="2172804706" sldId="267"/>
            <ac:spMk id="8" creationId="{4AC6116F-469F-4A0D-BD15-3D93A5ABDC3B}"/>
          </ac:spMkLst>
        </pc:spChg>
        <pc:spChg chg="add mod">
          <ac:chgData name="AU Kelvin" userId="416e5d84-3133-4774-aa1a-290e1bef47d6" providerId="ADAL" clId="{9A4767C1-AA41-4A8F-91E9-F856893F4EE6}" dt="2023-03-10T07:22:02.837" v="1662" actId="27636"/>
          <ac:spMkLst>
            <pc:docMk/>
            <pc:sldMk cId="2172804706" sldId="267"/>
            <ac:spMk id="10" creationId="{FF0B31A4-D45C-4380-81C8-B123342A71E6}"/>
          </ac:spMkLst>
        </pc:spChg>
        <pc:spChg chg="add del mod">
          <ac:chgData name="AU Kelvin" userId="416e5d84-3133-4774-aa1a-290e1bef47d6" providerId="ADAL" clId="{9A4767C1-AA41-4A8F-91E9-F856893F4EE6}" dt="2023-03-10T07:22:15.401" v="1664" actId="478"/>
          <ac:spMkLst>
            <pc:docMk/>
            <pc:sldMk cId="2172804706" sldId="267"/>
            <ac:spMk id="12" creationId="{F5D2A41A-8A30-41BB-AA31-F696FFFE3C91}"/>
          </ac:spMkLst>
        </pc:spChg>
        <pc:spChg chg="add mod">
          <ac:chgData name="AU Kelvin" userId="416e5d84-3133-4774-aa1a-290e1bef47d6" providerId="ADAL" clId="{9A4767C1-AA41-4A8F-91E9-F856893F4EE6}" dt="2023-03-10T07:41:03.804" v="1888" actId="20577"/>
          <ac:spMkLst>
            <pc:docMk/>
            <pc:sldMk cId="2172804706" sldId="267"/>
            <ac:spMk id="13" creationId="{CCDAA278-5CBF-4877-807C-C998CF5D670F}"/>
          </ac:spMkLst>
        </pc:spChg>
        <pc:spChg chg="add mod">
          <ac:chgData name="AU Kelvin" userId="416e5d84-3133-4774-aa1a-290e1bef47d6" providerId="ADAL" clId="{9A4767C1-AA41-4A8F-91E9-F856893F4EE6}" dt="2023-03-10T07:42:21.025" v="1895"/>
          <ac:spMkLst>
            <pc:docMk/>
            <pc:sldMk cId="2172804706" sldId="267"/>
            <ac:spMk id="14" creationId="{843880E1-89C4-441D-B393-B5D6DE0B89CD}"/>
          </ac:spMkLst>
        </pc:spChg>
        <pc:spChg chg="add mod">
          <ac:chgData name="AU Kelvin" userId="416e5d84-3133-4774-aa1a-290e1bef47d6" providerId="ADAL" clId="{9A4767C1-AA41-4A8F-91E9-F856893F4EE6}" dt="2023-03-10T07:42:24.930" v="1896"/>
          <ac:spMkLst>
            <pc:docMk/>
            <pc:sldMk cId="2172804706" sldId="267"/>
            <ac:spMk id="15" creationId="{DC29577F-9EF3-473A-AB68-7EF04F3E99D0}"/>
          </ac:spMkLst>
        </pc:spChg>
        <pc:picChg chg="del">
          <ac:chgData name="AU Kelvin" userId="416e5d84-3133-4774-aa1a-290e1bef47d6" providerId="ADAL" clId="{9A4767C1-AA41-4A8F-91E9-F856893F4EE6}" dt="2023-03-10T02:23:52.902" v="1347" actId="21"/>
          <ac:picMkLst>
            <pc:docMk/>
            <pc:sldMk cId="2172804706" sldId="267"/>
            <ac:picMk id="5" creationId="{C04A081E-9852-46B6-A49B-0E508ECE54F3}"/>
          </ac:picMkLst>
        </pc:picChg>
        <pc:picChg chg="add del">
          <ac:chgData name="AU Kelvin" userId="416e5d84-3133-4774-aa1a-290e1bef47d6" providerId="ADAL" clId="{9A4767C1-AA41-4A8F-91E9-F856893F4EE6}" dt="2023-03-10T02:23:51.901" v="1346" actId="21"/>
          <ac:picMkLst>
            <pc:docMk/>
            <pc:sldMk cId="2172804706" sldId="267"/>
            <ac:picMk id="7" creationId="{E1444774-6B0E-4908-860A-2618E04FA654}"/>
          </ac:picMkLst>
        </pc:picChg>
        <pc:picChg chg="add mod">
          <ac:chgData name="AU Kelvin" userId="416e5d84-3133-4774-aa1a-290e1bef47d6" providerId="ADAL" clId="{9A4767C1-AA41-4A8F-91E9-F856893F4EE6}" dt="2023-03-10T02:30:10.106" v="1417" actId="1076"/>
          <ac:picMkLst>
            <pc:docMk/>
            <pc:sldMk cId="2172804706" sldId="267"/>
            <ac:picMk id="9" creationId="{DDB5C4C2-E9D6-4638-909D-E3C64216015A}"/>
          </ac:picMkLst>
        </pc:picChg>
      </pc:sldChg>
      <pc:sldChg chg="mod modShow">
        <pc:chgData name="AU Kelvin" userId="416e5d84-3133-4774-aa1a-290e1bef47d6" providerId="ADAL" clId="{9A4767C1-AA41-4A8F-91E9-F856893F4EE6}" dt="2023-03-10T07:25:25.841" v="1687" actId="729"/>
        <pc:sldMkLst>
          <pc:docMk/>
          <pc:sldMk cId="3832514624" sldId="268"/>
        </pc:sldMkLst>
      </pc:sldChg>
      <pc:sldChg chg="modSp mod modShow">
        <pc:chgData name="AU Kelvin" userId="416e5d84-3133-4774-aa1a-290e1bef47d6" providerId="ADAL" clId="{9A4767C1-AA41-4A8F-91E9-F856893F4EE6}" dt="2023-03-10T07:25:31.476" v="1688" actId="729"/>
        <pc:sldMkLst>
          <pc:docMk/>
          <pc:sldMk cId="3223329462" sldId="269"/>
        </pc:sldMkLst>
        <pc:spChg chg="mod">
          <ac:chgData name="AU Kelvin" userId="416e5d84-3133-4774-aa1a-290e1bef47d6" providerId="ADAL" clId="{9A4767C1-AA41-4A8F-91E9-F856893F4EE6}" dt="2023-03-10T07:19:41.128" v="1636" actId="20577"/>
          <ac:spMkLst>
            <pc:docMk/>
            <pc:sldMk cId="3223329462" sldId="269"/>
            <ac:spMk id="3" creationId="{0722FC5A-B29F-4C58-940E-4D925D707B51}"/>
          </ac:spMkLst>
        </pc:spChg>
      </pc:sldChg>
      <pc:sldChg chg="add del">
        <pc:chgData name="AU Kelvin" userId="416e5d84-3133-4774-aa1a-290e1bef47d6" providerId="ADAL" clId="{9A4767C1-AA41-4A8F-91E9-F856893F4EE6}" dt="2023-03-10T10:03:58.180" v="1963" actId="47"/>
        <pc:sldMkLst>
          <pc:docMk/>
          <pc:sldMk cId="689417263" sldId="272"/>
        </pc:sldMkLst>
      </pc:sldChg>
      <pc:sldChg chg="addSp delSp modSp mod">
        <pc:chgData name="AU Kelvin" userId="416e5d84-3133-4774-aa1a-290e1bef47d6" providerId="ADAL" clId="{9A4767C1-AA41-4A8F-91E9-F856893F4EE6}" dt="2023-03-10T10:00:39.262" v="1959" actId="1076"/>
        <pc:sldMkLst>
          <pc:docMk/>
          <pc:sldMk cId="689417263" sldId="273"/>
        </pc:sldMkLst>
        <pc:spChg chg="mod">
          <ac:chgData name="AU Kelvin" userId="416e5d84-3133-4774-aa1a-290e1bef47d6" providerId="ADAL" clId="{9A4767C1-AA41-4A8F-91E9-F856893F4EE6}" dt="2023-03-09T06:42:05.707" v="111" actId="1076"/>
          <ac:spMkLst>
            <pc:docMk/>
            <pc:sldMk cId="689417263" sldId="273"/>
            <ac:spMk id="2" creationId="{A928EF97-08A3-4706-9D19-A326A68B2964}"/>
          </ac:spMkLst>
        </pc:spChg>
        <pc:spChg chg="del">
          <ac:chgData name="AU Kelvin" userId="416e5d84-3133-4774-aa1a-290e1bef47d6" providerId="ADAL" clId="{9A4767C1-AA41-4A8F-91E9-F856893F4EE6}" dt="2023-03-09T06:42:52.628" v="125"/>
          <ac:spMkLst>
            <pc:docMk/>
            <pc:sldMk cId="689417263" sldId="273"/>
            <ac:spMk id="3" creationId="{BDAF05D6-3AE1-4C81-8219-2233A6D15176}"/>
          </ac:spMkLst>
        </pc:spChg>
        <pc:spChg chg="add del mod">
          <ac:chgData name="AU Kelvin" userId="416e5d84-3133-4774-aa1a-290e1bef47d6" providerId="ADAL" clId="{9A4767C1-AA41-4A8F-91E9-F856893F4EE6}" dt="2023-03-09T10:24:40.510" v="134"/>
          <ac:spMkLst>
            <pc:docMk/>
            <pc:sldMk cId="689417263" sldId="273"/>
            <ac:spMk id="12" creationId="{999663E5-95E9-4025-A2F8-2D17A62A5F48}"/>
          </ac:spMkLst>
        </pc:spChg>
        <pc:spChg chg="add mod">
          <ac:chgData name="AU Kelvin" userId="416e5d84-3133-4774-aa1a-290e1bef47d6" providerId="ADAL" clId="{9A4767C1-AA41-4A8F-91E9-F856893F4EE6}" dt="2023-03-10T10:00:39.262" v="1959" actId="1076"/>
          <ac:spMkLst>
            <pc:docMk/>
            <pc:sldMk cId="689417263" sldId="273"/>
            <ac:spMk id="17" creationId="{AEF8B360-861D-4550-A7B7-8609D5C57817}"/>
          </ac:spMkLst>
        </pc:spChg>
        <pc:spChg chg="add mod">
          <ac:chgData name="AU Kelvin" userId="416e5d84-3133-4774-aa1a-290e1bef47d6" providerId="ADAL" clId="{9A4767C1-AA41-4A8F-91E9-F856893F4EE6}" dt="2023-03-09T11:07:35.117" v="1032" actId="404"/>
          <ac:spMkLst>
            <pc:docMk/>
            <pc:sldMk cId="689417263" sldId="273"/>
            <ac:spMk id="18" creationId="{777FEA76-3A62-4884-92A7-4E415DE0B425}"/>
          </ac:spMkLst>
        </pc:spChg>
        <pc:picChg chg="add del mod">
          <ac:chgData name="AU Kelvin" userId="416e5d84-3133-4774-aa1a-290e1bef47d6" providerId="ADAL" clId="{9A4767C1-AA41-4A8F-91E9-F856893F4EE6}" dt="2023-03-09T06:38:26.195" v="66" actId="478"/>
          <ac:picMkLst>
            <pc:docMk/>
            <pc:sldMk cId="689417263" sldId="273"/>
            <ac:picMk id="5" creationId="{F8FE3F41-FEDA-4EE0-B3DF-63EF93C9B42A}"/>
          </ac:picMkLst>
        </pc:picChg>
        <pc:picChg chg="add del mod">
          <ac:chgData name="AU Kelvin" userId="416e5d84-3133-4774-aa1a-290e1bef47d6" providerId="ADAL" clId="{9A4767C1-AA41-4A8F-91E9-F856893F4EE6}" dt="2023-03-09T06:42:51.527" v="124" actId="21"/>
          <ac:picMkLst>
            <pc:docMk/>
            <pc:sldMk cId="689417263" sldId="273"/>
            <ac:picMk id="7" creationId="{DD16E120-3B7C-43F5-B0E7-5CE28E99F67F}"/>
          </ac:picMkLst>
        </pc:picChg>
        <pc:picChg chg="add del mod">
          <ac:chgData name="AU Kelvin" userId="416e5d84-3133-4774-aa1a-290e1bef47d6" providerId="ADAL" clId="{9A4767C1-AA41-4A8F-91E9-F856893F4EE6}" dt="2023-03-09T06:42:03.658" v="107" actId="22"/>
          <ac:picMkLst>
            <pc:docMk/>
            <pc:sldMk cId="689417263" sldId="273"/>
            <ac:picMk id="9" creationId="{FBB65DB5-8EF8-40F8-AAF9-0E750BA34B27}"/>
          </ac:picMkLst>
        </pc:picChg>
        <pc:picChg chg="add del mod">
          <ac:chgData name="AU Kelvin" userId="416e5d84-3133-4774-aa1a-290e1bef47d6" providerId="ADAL" clId="{9A4767C1-AA41-4A8F-91E9-F856893F4EE6}" dt="2023-03-09T10:23:00.303" v="126" actId="478"/>
          <ac:picMkLst>
            <pc:docMk/>
            <pc:sldMk cId="689417263" sldId="273"/>
            <ac:picMk id="10" creationId="{42EA8F07-2F50-4052-9483-76603DD897E4}"/>
          </ac:picMkLst>
        </pc:picChg>
        <pc:picChg chg="add mod">
          <ac:chgData name="AU Kelvin" userId="416e5d84-3133-4774-aa1a-290e1bef47d6" providerId="ADAL" clId="{9A4767C1-AA41-4A8F-91E9-F856893F4EE6}" dt="2023-03-09T10:25:54.287" v="146" actId="14100"/>
          <ac:picMkLst>
            <pc:docMk/>
            <pc:sldMk cId="689417263" sldId="273"/>
            <ac:picMk id="14" creationId="{878E4CC8-620A-497E-B700-881EAFB778BC}"/>
          </ac:picMkLst>
        </pc:picChg>
        <pc:picChg chg="add mod">
          <ac:chgData name="AU Kelvin" userId="416e5d84-3133-4774-aa1a-290e1bef47d6" providerId="ADAL" clId="{9A4767C1-AA41-4A8F-91E9-F856893F4EE6}" dt="2023-03-09T10:35:45.475" v="257" actId="1076"/>
          <ac:picMkLst>
            <pc:docMk/>
            <pc:sldMk cId="689417263" sldId="273"/>
            <ac:picMk id="16" creationId="{37BE95A8-5A2E-4C43-8B97-4ED1ECAC824E}"/>
          </ac:picMkLst>
        </pc:picChg>
      </pc:sldChg>
      <pc:sldChg chg="addSp modSp mod">
        <pc:chgData name="AU Kelvin" userId="416e5d84-3133-4774-aa1a-290e1bef47d6" providerId="ADAL" clId="{9A4767C1-AA41-4A8F-91E9-F856893F4EE6}" dt="2023-03-10T02:59:40.097" v="1554" actId="20577"/>
        <pc:sldMkLst>
          <pc:docMk/>
          <pc:sldMk cId="4289746519" sldId="274"/>
        </pc:sldMkLst>
        <pc:spChg chg="add mod">
          <ac:chgData name="AU Kelvin" userId="416e5d84-3133-4774-aa1a-290e1bef47d6" providerId="ADAL" clId="{9A4767C1-AA41-4A8F-91E9-F856893F4EE6}" dt="2023-03-10T02:59:15.985" v="1550" actId="1076"/>
          <ac:spMkLst>
            <pc:docMk/>
            <pc:sldMk cId="4289746519" sldId="274"/>
            <ac:spMk id="5" creationId="{F101B121-EACA-42C5-9A60-4D5C1E6BA197}"/>
          </ac:spMkLst>
        </pc:spChg>
        <pc:spChg chg="add mod">
          <ac:chgData name="AU Kelvin" userId="416e5d84-3133-4774-aa1a-290e1bef47d6" providerId="ADAL" clId="{9A4767C1-AA41-4A8F-91E9-F856893F4EE6}" dt="2023-03-10T02:59:40.097" v="1554" actId="20577"/>
          <ac:spMkLst>
            <pc:docMk/>
            <pc:sldMk cId="4289746519" sldId="274"/>
            <ac:spMk id="6" creationId="{5E3D5021-9FBF-4F93-8FF2-B272560A4AD1}"/>
          </ac:spMkLst>
        </pc:spChg>
        <pc:picChg chg="mod">
          <ac:chgData name="AU Kelvin" userId="416e5d84-3133-4774-aa1a-290e1bef47d6" providerId="ADAL" clId="{9A4767C1-AA41-4A8F-91E9-F856893F4EE6}" dt="2023-03-10T02:59:18.438" v="1551" actId="1076"/>
          <ac:picMkLst>
            <pc:docMk/>
            <pc:sldMk cId="4289746519" sldId="274"/>
            <ac:picMk id="4" creationId="{38ECB1B0-01D9-4425-9D79-48F72EC65172}"/>
          </ac:picMkLst>
        </pc:picChg>
      </pc:sldChg>
      <pc:sldChg chg="addSp delSp modSp add mod">
        <pc:chgData name="AU Kelvin" userId="416e5d84-3133-4774-aa1a-290e1bef47d6" providerId="ADAL" clId="{9A4767C1-AA41-4A8F-91E9-F856893F4EE6}" dt="2023-03-27T08:08:56.459" v="2105" actId="1076"/>
        <pc:sldMkLst>
          <pc:docMk/>
          <pc:sldMk cId="1139370413" sldId="277"/>
        </pc:sldMkLst>
        <pc:spChg chg="mod">
          <ac:chgData name="AU Kelvin" userId="416e5d84-3133-4774-aa1a-290e1bef47d6" providerId="ADAL" clId="{9A4767C1-AA41-4A8F-91E9-F856893F4EE6}" dt="2023-03-09T06:42:19.095" v="121" actId="20577"/>
          <ac:spMkLst>
            <pc:docMk/>
            <pc:sldMk cId="1139370413" sldId="277"/>
            <ac:spMk id="2" creationId="{A928EF97-08A3-4706-9D19-A326A68B2964}"/>
          </ac:spMkLst>
        </pc:spChg>
        <pc:spChg chg="del">
          <ac:chgData name="AU Kelvin" userId="416e5d84-3133-4774-aa1a-290e1bef47d6" providerId="ADAL" clId="{9A4767C1-AA41-4A8F-91E9-F856893F4EE6}" dt="2023-03-09T06:42:45.085" v="123" actId="22"/>
          <ac:spMkLst>
            <pc:docMk/>
            <pc:sldMk cId="1139370413" sldId="277"/>
            <ac:spMk id="3" creationId="{BDAF05D6-3AE1-4C81-8219-2233A6D15176}"/>
          </ac:spMkLst>
        </pc:spChg>
        <pc:spChg chg="add del mod">
          <ac:chgData name="AU Kelvin" userId="416e5d84-3133-4774-aa1a-290e1bef47d6" providerId="ADAL" clId="{9A4767C1-AA41-4A8F-91E9-F856893F4EE6}" dt="2023-03-09T10:26:34.228" v="159" actId="478"/>
          <ac:spMkLst>
            <pc:docMk/>
            <pc:sldMk cId="1139370413" sldId="277"/>
            <ac:spMk id="8" creationId="{FDB032E2-5BB2-47B8-BD5D-3BB49C838EFD}"/>
          </ac:spMkLst>
        </pc:spChg>
        <pc:spChg chg="add mod">
          <ac:chgData name="AU Kelvin" userId="416e5d84-3133-4774-aa1a-290e1bef47d6" providerId="ADAL" clId="{9A4767C1-AA41-4A8F-91E9-F856893F4EE6}" dt="2023-03-27T08:08:56.459" v="2105" actId="1076"/>
          <ac:spMkLst>
            <pc:docMk/>
            <pc:sldMk cId="1139370413" sldId="277"/>
            <ac:spMk id="22" creationId="{E92859DA-8069-43BD-AC6B-F3348E6A3643}"/>
          </ac:spMkLst>
        </pc:spChg>
        <pc:spChg chg="add mod">
          <ac:chgData name="AU Kelvin" userId="416e5d84-3133-4774-aa1a-290e1bef47d6" providerId="ADAL" clId="{9A4767C1-AA41-4A8F-91E9-F856893F4EE6}" dt="2023-03-09T10:49:29.376" v="791"/>
          <ac:spMkLst>
            <pc:docMk/>
            <pc:sldMk cId="1139370413" sldId="277"/>
            <ac:spMk id="23" creationId="{6BF817E3-3621-48DF-9CA4-318AC4FDB599}"/>
          </ac:spMkLst>
        </pc:spChg>
        <pc:spChg chg="add mod">
          <ac:chgData name="AU Kelvin" userId="416e5d84-3133-4774-aa1a-290e1bef47d6" providerId="ADAL" clId="{9A4767C1-AA41-4A8F-91E9-F856893F4EE6}" dt="2023-03-09T10:49:27.777" v="790"/>
          <ac:spMkLst>
            <pc:docMk/>
            <pc:sldMk cId="1139370413" sldId="277"/>
            <ac:spMk id="24" creationId="{FBB6F9B8-FFF0-4CB2-9892-18C2B4FBAC9F}"/>
          </ac:spMkLst>
        </pc:spChg>
        <pc:spChg chg="add mod">
          <ac:chgData name="AU Kelvin" userId="416e5d84-3133-4774-aa1a-290e1bef47d6" providerId="ADAL" clId="{9A4767C1-AA41-4A8F-91E9-F856893F4EE6}" dt="2023-03-09T10:49:19.333" v="788" actId="20577"/>
          <ac:spMkLst>
            <pc:docMk/>
            <pc:sldMk cId="1139370413" sldId="277"/>
            <ac:spMk id="25" creationId="{F5D23B51-F2B1-4C36-B518-AA2BFA4103EC}"/>
          </ac:spMkLst>
        </pc:spChg>
        <pc:spChg chg="add mod">
          <ac:chgData name="AU Kelvin" userId="416e5d84-3133-4774-aa1a-290e1bef47d6" providerId="ADAL" clId="{9A4767C1-AA41-4A8F-91E9-F856893F4EE6}" dt="2023-03-09T10:49:24.967" v="789"/>
          <ac:spMkLst>
            <pc:docMk/>
            <pc:sldMk cId="1139370413" sldId="277"/>
            <ac:spMk id="26" creationId="{80957EC0-D309-4965-A76F-B91F35621152}"/>
          </ac:spMkLst>
        </pc:spChg>
        <pc:spChg chg="add del mod">
          <ac:chgData name="AU Kelvin" userId="416e5d84-3133-4774-aa1a-290e1bef47d6" providerId="ADAL" clId="{9A4767C1-AA41-4A8F-91E9-F856893F4EE6}" dt="2023-03-09T11:00:57.523" v="823"/>
          <ac:spMkLst>
            <pc:docMk/>
            <pc:sldMk cId="1139370413" sldId="277"/>
            <ac:spMk id="27" creationId="{C589C402-B6A1-4B04-81D1-F9EC938C1D0E}"/>
          </ac:spMkLst>
        </pc:spChg>
        <pc:spChg chg="add mod">
          <ac:chgData name="AU Kelvin" userId="416e5d84-3133-4774-aa1a-290e1bef47d6" providerId="ADAL" clId="{9A4767C1-AA41-4A8F-91E9-F856893F4EE6}" dt="2023-03-09T10:53:54.156" v="820" actId="20577"/>
          <ac:spMkLst>
            <pc:docMk/>
            <pc:sldMk cId="1139370413" sldId="277"/>
            <ac:spMk id="28" creationId="{F0E57BF5-8015-48FB-AA5D-302052F4799B}"/>
          </ac:spMkLst>
        </pc:spChg>
        <pc:spChg chg="add mod">
          <ac:chgData name="AU Kelvin" userId="416e5d84-3133-4774-aa1a-290e1bef47d6" providerId="ADAL" clId="{9A4767C1-AA41-4A8F-91E9-F856893F4EE6}" dt="2023-03-09T10:53:57.438" v="821" actId="6549"/>
          <ac:spMkLst>
            <pc:docMk/>
            <pc:sldMk cId="1139370413" sldId="277"/>
            <ac:spMk id="29" creationId="{53BD28DB-A18C-4702-97E1-257E621A172C}"/>
          </ac:spMkLst>
        </pc:spChg>
        <pc:spChg chg="add mod">
          <ac:chgData name="AU Kelvin" userId="416e5d84-3133-4774-aa1a-290e1bef47d6" providerId="ADAL" clId="{9A4767C1-AA41-4A8F-91E9-F856893F4EE6}" dt="2023-03-09T11:08:16.796" v="1113" actId="20577"/>
          <ac:spMkLst>
            <pc:docMk/>
            <pc:sldMk cId="1139370413" sldId="277"/>
            <ac:spMk id="30" creationId="{D38B9A14-F122-40CB-B282-891C763A0B48}"/>
          </ac:spMkLst>
        </pc:spChg>
        <pc:picChg chg="add del mod ord">
          <ac:chgData name="AU Kelvin" userId="416e5d84-3133-4774-aa1a-290e1bef47d6" providerId="ADAL" clId="{9A4767C1-AA41-4A8F-91E9-F856893F4EE6}" dt="2023-03-09T10:23:01.489" v="127" actId="478"/>
          <ac:picMkLst>
            <pc:docMk/>
            <pc:sldMk cId="1139370413" sldId="277"/>
            <ac:picMk id="5" creationId="{2DE28BB4-8F54-4486-8A96-0678C30C1AC1}"/>
          </ac:picMkLst>
        </pc:picChg>
        <pc:picChg chg="del">
          <ac:chgData name="AU Kelvin" userId="416e5d84-3133-4774-aa1a-290e1bef47d6" providerId="ADAL" clId="{9A4767C1-AA41-4A8F-91E9-F856893F4EE6}" dt="2023-03-09T06:42:21.323" v="122" actId="478"/>
          <ac:picMkLst>
            <pc:docMk/>
            <pc:sldMk cId="1139370413" sldId="277"/>
            <ac:picMk id="7" creationId="{DD16E120-3B7C-43F5-B0E7-5CE28E99F67F}"/>
          </ac:picMkLst>
        </pc:picChg>
        <pc:picChg chg="add del mod">
          <ac:chgData name="AU Kelvin" userId="416e5d84-3133-4774-aa1a-290e1bef47d6" providerId="ADAL" clId="{9A4767C1-AA41-4A8F-91E9-F856893F4EE6}" dt="2023-03-09T10:26:30.042" v="153"/>
          <ac:picMkLst>
            <pc:docMk/>
            <pc:sldMk cId="1139370413" sldId="277"/>
            <ac:picMk id="10" creationId="{E546297E-4973-4F13-99C5-40411468512E}"/>
          </ac:picMkLst>
        </pc:picChg>
        <pc:picChg chg="add del mod">
          <ac:chgData name="AU Kelvin" userId="416e5d84-3133-4774-aa1a-290e1bef47d6" providerId="ADAL" clId="{9A4767C1-AA41-4A8F-91E9-F856893F4EE6}" dt="2023-03-09T10:26:31.506" v="158"/>
          <ac:picMkLst>
            <pc:docMk/>
            <pc:sldMk cId="1139370413" sldId="277"/>
            <ac:picMk id="12" creationId="{9244E89A-6389-4FE7-8338-8F2616A37B85}"/>
          </ac:picMkLst>
        </pc:picChg>
        <pc:picChg chg="add mod">
          <ac:chgData name="AU Kelvin" userId="416e5d84-3133-4774-aa1a-290e1bef47d6" providerId="ADAL" clId="{9A4767C1-AA41-4A8F-91E9-F856893F4EE6}" dt="2023-03-09T10:27:19.134" v="171" actId="1076"/>
          <ac:picMkLst>
            <pc:docMk/>
            <pc:sldMk cId="1139370413" sldId="277"/>
            <ac:picMk id="14" creationId="{0020203A-1F95-47D3-9237-D5AC4A11F220}"/>
          </ac:picMkLst>
        </pc:picChg>
        <pc:picChg chg="add mod">
          <ac:chgData name="AU Kelvin" userId="416e5d84-3133-4774-aa1a-290e1bef47d6" providerId="ADAL" clId="{9A4767C1-AA41-4A8F-91E9-F856893F4EE6}" dt="2023-03-09T10:27:29.470" v="172" actId="14100"/>
          <ac:picMkLst>
            <pc:docMk/>
            <pc:sldMk cId="1139370413" sldId="277"/>
            <ac:picMk id="16" creationId="{43A3199E-2E75-40B6-B853-66BDCD883227}"/>
          </ac:picMkLst>
        </pc:picChg>
        <pc:picChg chg="add del mod">
          <ac:chgData name="AU Kelvin" userId="416e5d84-3133-4774-aa1a-290e1bef47d6" providerId="ADAL" clId="{9A4767C1-AA41-4A8F-91E9-F856893F4EE6}" dt="2023-03-09T10:31:57.440" v="191" actId="478"/>
          <ac:picMkLst>
            <pc:docMk/>
            <pc:sldMk cId="1139370413" sldId="277"/>
            <ac:picMk id="18" creationId="{1805688C-C01E-4768-9527-744E453F2D8F}"/>
          </ac:picMkLst>
        </pc:picChg>
        <pc:picChg chg="add mod">
          <ac:chgData name="AU Kelvin" userId="416e5d84-3133-4774-aa1a-290e1bef47d6" providerId="ADAL" clId="{9A4767C1-AA41-4A8F-91E9-F856893F4EE6}" dt="2023-03-09T10:32:31.097" v="195" actId="1076"/>
          <ac:picMkLst>
            <pc:docMk/>
            <pc:sldMk cId="1139370413" sldId="277"/>
            <ac:picMk id="20" creationId="{486CFF3A-F9A1-4D44-A299-695666D488B5}"/>
          </ac:picMkLst>
        </pc:picChg>
        <pc:picChg chg="add mod">
          <ac:chgData name="AU Kelvin" userId="416e5d84-3133-4774-aa1a-290e1bef47d6" providerId="ADAL" clId="{9A4767C1-AA41-4A8F-91E9-F856893F4EE6}" dt="2023-03-09T10:32:42.243" v="197" actId="1076"/>
          <ac:picMkLst>
            <pc:docMk/>
            <pc:sldMk cId="1139370413" sldId="277"/>
            <ac:picMk id="21" creationId="{F0A9AD82-E8CE-4F73-B6F9-7B3C38F1CF0E}"/>
          </ac:picMkLst>
        </pc:picChg>
      </pc:sldChg>
      <pc:sldChg chg="addSp delSp modSp add mod">
        <pc:chgData name="AU Kelvin" userId="416e5d84-3133-4774-aa1a-290e1bef47d6" providerId="ADAL" clId="{9A4767C1-AA41-4A8F-91E9-F856893F4EE6}" dt="2023-03-27T08:09:09.999" v="2107"/>
        <pc:sldMkLst>
          <pc:docMk/>
          <pc:sldMk cId="3394698022" sldId="284"/>
        </pc:sldMkLst>
        <pc:spChg chg="mod">
          <ac:chgData name="AU Kelvin" userId="416e5d84-3133-4774-aa1a-290e1bef47d6" providerId="ADAL" clId="{9A4767C1-AA41-4A8F-91E9-F856893F4EE6}" dt="2023-03-09T10:23:06.529" v="133" actId="20577"/>
          <ac:spMkLst>
            <pc:docMk/>
            <pc:sldMk cId="3394698022" sldId="284"/>
            <ac:spMk id="2" creationId="{A928EF97-08A3-4706-9D19-A326A68B2964}"/>
          </ac:spMkLst>
        </pc:spChg>
        <pc:spChg chg="add mod">
          <ac:chgData name="AU Kelvin" userId="416e5d84-3133-4774-aa1a-290e1bef47d6" providerId="ADAL" clId="{9A4767C1-AA41-4A8F-91E9-F856893F4EE6}" dt="2023-03-27T08:09:09.999" v="2107"/>
          <ac:spMkLst>
            <pc:docMk/>
            <pc:sldMk cId="3394698022" sldId="284"/>
            <ac:spMk id="7" creationId="{2CAA8DE7-3F38-4334-B33C-D050B1000DC2}"/>
          </ac:spMkLst>
        </pc:spChg>
        <pc:spChg chg="del">
          <ac:chgData name="AU Kelvin" userId="416e5d84-3133-4774-aa1a-290e1bef47d6" providerId="ADAL" clId="{9A4767C1-AA41-4A8F-91E9-F856893F4EE6}" dt="2023-03-09T10:27:58.715" v="173" actId="478"/>
          <ac:spMkLst>
            <pc:docMk/>
            <pc:sldMk cId="3394698022" sldId="284"/>
            <ac:spMk id="8" creationId="{FDB032E2-5BB2-47B8-BD5D-3BB49C838EFD}"/>
          </ac:spMkLst>
        </pc:spChg>
        <pc:spChg chg="add del mod">
          <ac:chgData name="AU Kelvin" userId="416e5d84-3133-4774-aa1a-290e1bef47d6" providerId="ADAL" clId="{9A4767C1-AA41-4A8F-91E9-F856893F4EE6}" dt="2023-03-27T08:09:09.672" v="2106" actId="478"/>
          <ac:spMkLst>
            <pc:docMk/>
            <pc:sldMk cId="3394698022" sldId="284"/>
            <ac:spMk id="9" creationId="{7834B851-1529-423F-B2FA-E1B7171ED214}"/>
          </ac:spMkLst>
        </pc:spChg>
        <pc:spChg chg="add mod">
          <ac:chgData name="AU Kelvin" userId="416e5d84-3133-4774-aa1a-290e1bef47d6" providerId="ADAL" clId="{9A4767C1-AA41-4A8F-91E9-F856893F4EE6}" dt="2023-03-10T10:00:46.443" v="1961" actId="20577"/>
          <ac:spMkLst>
            <pc:docMk/>
            <pc:sldMk cId="3394698022" sldId="284"/>
            <ac:spMk id="10" creationId="{70262CB6-64E6-4698-A2A5-16CF79B1F737}"/>
          </ac:spMkLst>
        </pc:spChg>
        <pc:picChg chg="add mod">
          <ac:chgData name="AU Kelvin" userId="416e5d84-3133-4774-aa1a-290e1bef47d6" providerId="ADAL" clId="{9A4767C1-AA41-4A8F-91E9-F856893F4EE6}" dt="2023-03-09T10:28:35.063" v="185" actId="14100"/>
          <ac:picMkLst>
            <pc:docMk/>
            <pc:sldMk cId="3394698022" sldId="284"/>
            <ac:picMk id="4" creationId="{C2046B1F-78CE-4371-AA9C-12EC488A7ECF}"/>
          </ac:picMkLst>
        </pc:picChg>
        <pc:picChg chg="add mod">
          <ac:chgData name="AU Kelvin" userId="416e5d84-3133-4774-aa1a-290e1bef47d6" providerId="ADAL" clId="{9A4767C1-AA41-4A8F-91E9-F856893F4EE6}" dt="2023-03-09T10:28:28.831" v="184" actId="1076"/>
          <ac:picMkLst>
            <pc:docMk/>
            <pc:sldMk cId="3394698022" sldId="284"/>
            <ac:picMk id="6" creationId="{8FCF6D7B-D99E-4BAB-9D70-E9A16164D4EB}"/>
          </ac:picMkLst>
        </pc:picChg>
      </pc:sldChg>
      <pc:sldChg chg="addSp delSp modSp add mod modShow">
        <pc:chgData name="AU Kelvin" userId="416e5d84-3133-4774-aa1a-290e1bef47d6" providerId="ADAL" clId="{9A4767C1-AA41-4A8F-91E9-F856893F4EE6}" dt="2023-03-10T07:42:50.849" v="1897"/>
        <pc:sldMkLst>
          <pc:docMk/>
          <pc:sldMk cId="2077699479" sldId="291"/>
        </pc:sldMkLst>
        <pc:spChg chg="del">
          <ac:chgData name="AU Kelvin" userId="416e5d84-3133-4774-aa1a-290e1bef47d6" providerId="ADAL" clId="{9A4767C1-AA41-4A8F-91E9-F856893F4EE6}" dt="2023-03-10T07:22:42.651" v="1665" actId="478"/>
          <ac:spMkLst>
            <pc:docMk/>
            <pc:sldMk cId="2077699479" sldId="291"/>
            <ac:spMk id="2" creationId="{D6124752-D21F-4C37-8C89-5A6D49E7D613}"/>
          </ac:spMkLst>
        </pc:spChg>
        <pc:spChg chg="del">
          <ac:chgData name="AU Kelvin" userId="416e5d84-3133-4774-aa1a-290e1bef47d6" providerId="ADAL" clId="{9A4767C1-AA41-4A8F-91E9-F856893F4EE6}" dt="2023-03-10T07:24:55.961" v="1685" actId="478"/>
          <ac:spMkLst>
            <pc:docMk/>
            <pc:sldMk cId="2077699479" sldId="291"/>
            <ac:spMk id="3" creationId="{0722FC5A-B29F-4C58-940E-4D925D707B51}"/>
          </ac:spMkLst>
        </pc:spChg>
        <pc:spChg chg="add del mod">
          <ac:chgData name="AU Kelvin" userId="416e5d84-3133-4774-aa1a-290e1bef47d6" providerId="ADAL" clId="{9A4767C1-AA41-4A8F-91E9-F856893F4EE6}" dt="2023-03-10T07:22:45.389" v="1667" actId="478"/>
          <ac:spMkLst>
            <pc:docMk/>
            <pc:sldMk cId="2077699479" sldId="291"/>
            <ac:spMk id="6" creationId="{8C92BA6A-2234-4F78-B545-FE36D4540067}"/>
          </ac:spMkLst>
        </pc:spChg>
        <pc:spChg chg="add mod">
          <ac:chgData name="AU Kelvin" userId="416e5d84-3133-4774-aa1a-290e1bef47d6" providerId="ADAL" clId="{9A4767C1-AA41-4A8F-91E9-F856893F4EE6}" dt="2023-03-10T07:22:55.679" v="1672"/>
          <ac:spMkLst>
            <pc:docMk/>
            <pc:sldMk cId="2077699479" sldId="291"/>
            <ac:spMk id="8" creationId="{982A48B3-7479-4CFD-8C66-62B2CE53B796}"/>
          </ac:spMkLst>
        </pc:spChg>
        <pc:spChg chg="add mod">
          <ac:chgData name="AU Kelvin" userId="416e5d84-3133-4774-aa1a-290e1bef47d6" providerId="ADAL" clId="{9A4767C1-AA41-4A8F-91E9-F856893F4EE6}" dt="2023-03-10T07:24:56.300" v="1686"/>
          <ac:spMkLst>
            <pc:docMk/>
            <pc:sldMk cId="2077699479" sldId="291"/>
            <ac:spMk id="10" creationId="{441E9043-238B-4820-A9B0-7E72A148164F}"/>
          </ac:spMkLst>
        </pc:spChg>
        <pc:spChg chg="add mod">
          <ac:chgData name="AU Kelvin" userId="416e5d84-3133-4774-aa1a-290e1bef47d6" providerId="ADAL" clId="{9A4767C1-AA41-4A8F-91E9-F856893F4EE6}" dt="2023-03-10T07:29:03.093" v="1797"/>
          <ac:spMkLst>
            <pc:docMk/>
            <pc:sldMk cId="2077699479" sldId="291"/>
            <ac:spMk id="11" creationId="{8513EA13-0220-44FD-9967-217A5509F3B7}"/>
          </ac:spMkLst>
        </pc:spChg>
        <pc:spChg chg="add mod">
          <ac:chgData name="AU Kelvin" userId="416e5d84-3133-4774-aa1a-290e1bef47d6" providerId="ADAL" clId="{9A4767C1-AA41-4A8F-91E9-F856893F4EE6}" dt="2023-03-10T07:42:50.849" v="1897"/>
          <ac:spMkLst>
            <pc:docMk/>
            <pc:sldMk cId="2077699479" sldId="291"/>
            <ac:spMk id="12" creationId="{B956803E-61F3-4C0A-9E7B-C518C9CFD560}"/>
          </ac:spMkLst>
        </pc:spChg>
        <pc:picChg chg="del">
          <ac:chgData name="AU Kelvin" userId="416e5d84-3133-4774-aa1a-290e1bef47d6" providerId="ADAL" clId="{9A4767C1-AA41-4A8F-91E9-F856893F4EE6}" dt="2023-03-10T07:23:02.341" v="1673" actId="21"/>
          <ac:picMkLst>
            <pc:docMk/>
            <pc:sldMk cId="2077699479" sldId="291"/>
            <ac:picMk id="7" creationId="{2E085EE4-FEA6-4368-8E94-85BDDBB7F64E}"/>
          </ac:picMkLst>
        </pc:picChg>
        <pc:picChg chg="add mod">
          <ac:chgData name="AU Kelvin" userId="416e5d84-3133-4774-aa1a-290e1bef47d6" providerId="ADAL" clId="{9A4767C1-AA41-4A8F-91E9-F856893F4EE6}" dt="2023-03-10T07:23:40.390" v="1680" actId="1076"/>
          <ac:picMkLst>
            <pc:docMk/>
            <pc:sldMk cId="2077699479" sldId="291"/>
            <ac:picMk id="9" creationId="{65887865-F5E7-4F32-B7B3-7828574BD415}"/>
          </ac:picMkLst>
        </pc:picChg>
      </pc:sldChg>
      <pc:sldChg chg="addSp delSp modSp add mod modShow">
        <pc:chgData name="AU Kelvin" userId="416e5d84-3133-4774-aa1a-290e1bef47d6" providerId="ADAL" clId="{9A4767C1-AA41-4A8F-91E9-F856893F4EE6}" dt="2023-03-10T07:43:10.612" v="1899"/>
        <pc:sldMkLst>
          <pc:docMk/>
          <pc:sldMk cId="1601178964" sldId="292"/>
        </pc:sldMkLst>
        <pc:spChg chg="del">
          <ac:chgData name="AU Kelvin" userId="416e5d84-3133-4774-aa1a-290e1bef47d6" providerId="ADAL" clId="{9A4767C1-AA41-4A8F-91E9-F856893F4EE6}" dt="2023-03-10T07:29:33.168" v="1798" actId="478"/>
          <ac:spMkLst>
            <pc:docMk/>
            <pc:sldMk cId="1601178964" sldId="292"/>
            <ac:spMk id="3" creationId="{0722FC5A-B29F-4C58-940E-4D925D707B51}"/>
          </ac:spMkLst>
        </pc:spChg>
        <pc:spChg chg="add del mod">
          <ac:chgData name="AU Kelvin" userId="416e5d84-3133-4774-aa1a-290e1bef47d6" providerId="ADAL" clId="{9A4767C1-AA41-4A8F-91E9-F856893F4EE6}" dt="2023-03-10T07:24:29.779" v="1684" actId="478"/>
          <ac:spMkLst>
            <pc:docMk/>
            <pc:sldMk cId="1601178964" sldId="292"/>
            <ac:spMk id="4" creationId="{9E31117A-43C4-47F6-A01F-FA340647FB40}"/>
          </ac:spMkLst>
        </pc:spChg>
        <pc:spChg chg="add mod">
          <ac:chgData name="AU Kelvin" userId="416e5d84-3133-4774-aa1a-290e1bef47d6" providerId="ADAL" clId="{9A4767C1-AA41-4A8F-91E9-F856893F4EE6}" dt="2023-03-10T07:26:23.284" v="1710" actId="13926"/>
          <ac:spMkLst>
            <pc:docMk/>
            <pc:sldMk cId="1601178964" sldId="292"/>
            <ac:spMk id="5" creationId="{BA0CD18F-204C-4D36-8D38-C5663BAE40B6}"/>
          </ac:spMkLst>
        </pc:spChg>
        <pc:spChg chg="del">
          <ac:chgData name="AU Kelvin" userId="416e5d84-3133-4774-aa1a-290e1bef47d6" providerId="ADAL" clId="{9A4767C1-AA41-4A8F-91E9-F856893F4EE6}" dt="2023-03-10T07:24:25.780" v="1682" actId="478"/>
          <ac:spMkLst>
            <pc:docMk/>
            <pc:sldMk cId="1601178964" sldId="292"/>
            <ac:spMk id="6" creationId="{83861B73-95BF-4669-8FF5-2BBE57D09DFE}"/>
          </ac:spMkLst>
        </pc:spChg>
        <pc:spChg chg="add mod">
          <ac:chgData name="AU Kelvin" userId="416e5d84-3133-4774-aa1a-290e1bef47d6" providerId="ADAL" clId="{9A4767C1-AA41-4A8F-91E9-F856893F4EE6}" dt="2023-03-10T07:24:27.336" v="1683"/>
          <ac:spMkLst>
            <pc:docMk/>
            <pc:sldMk cId="1601178964" sldId="292"/>
            <ac:spMk id="9" creationId="{32E72F45-88B7-48EF-8899-109509120516}"/>
          </ac:spMkLst>
        </pc:spChg>
        <pc:spChg chg="add del mod">
          <ac:chgData name="AU Kelvin" userId="416e5d84-3133-4774-aa1a-290e1bef47d6" providerId="ADAL" clId="{9A4767C1-AA41-4A8F-91E9-F856893F4EE6}" dt="2023-03-10T07:29:35.613" v="1799" actId="478"/>
          <ac:spMkLst>
            <pc:docMk/>
            <pc:sldMk cId="1601178964" sldId="292"/>
            <ac:spMk id="12" creationId="{7A380A16-EC5A-4C83-9132-6DDA9AA533F6}"/>
          </ac:spMkLst>
        </pc:spChg>
        <pc:spChg chg="add mod">
          <ac:chgData name="AU Kelvin" userId="416e5d84-3133-4774-aa1a-290e1bef47d6" providerId="ADAL" clId="{9A4767C1-AA41-4A8F-91E9-F856893F4EE6}" dt="2023-03-10T07:30:11.075" v="1827"/>
          <ac:spMkLst>
            <pc:docMk/>
            <pc:sldMk cId="1601178964" sldId="292"/>
            <ac:spMk id="13" creationId="{E0B225A2-6DD1-4C47-BD87-0059102335A0}"/>
          </ac:spMkLst>
        </pc:spChg>
        <pc:spChg chg="add del mod">
          <ac:chgData name="AU Kelvin" userId="416e5d84-3133-4774-aa1a-290e1bef47d6" providerId="ADAL" clId="{9A4767C1-AA41-4A8F-91E9-F856893F4EE6}" dt="2023-03-10T07:43:10.444" v="1898" actId="478"/>
          <ac:spMkLst>
            <pc:docMk/>
            <pc:sldMk cId="1601178964" sldId="292"/>
            <ac:spMk id="14" creationId="{795D4ACA-B7BE-4C24-B3A0-6505BE7CDFB8}"/>
          </ac:spMkLst>
        </pc:spChg>
        <pc:spChg chg="add mod">
          <ac:chgData name="AU Kelvin" userId="416e5d84-3133-4774-aa1a-290e1bef47d6" providerId="ADAL" clId="{9A4767C1-AA41-4A8F-91E9-F856893F4EE6}" dt="2023-03-10T07:43:10.612" v="1899"/>
          <ac:spMkLst>
            <pc:docMk/>
            <pc:sldMk cId="1601178964" sldId="292"/>
            <ac:spMk id="15" creationId="{80001105-1374-432C-8FDD-D954D89771F9}"/>
          </ac:spMkLst>
        </pc:spChg>
        <pc:picChg chg="add mod">
          <ac:chgData name="AU Kelvin" userId="416e5d84-3133-4774-aa1a-290e1bef47d6" providerId="ADAL" clId="{9A4767C1-AA41-4A8F-91E9-F856893F4EE6}" dt="2023-03-10T07:24:15.241" v="1681" actId="1076"/>
          <ac:picMkLst>
            <pc:docMk/>
            <pc:sldMk cId="1601178964" sldId="292"/>
            <ac:picMk id="7" creationId="{AD71860E-DDC4-4E21-AFE7-604F1F5C2148}"/>
          </ac:picMkLst>
        </pc:picChg>
        <pc:picChg chg="del">
          <ac:chgData name="AU Kelvin" userId="416e5d84-3133-4774-aa1a-290e1bef47d6" providerId="ADAL" clId="{9A4767C1-AA41-4A8F-91E9-F856893F4EE6}" dt="2023-03-10T07:23:28.380" v="1676" actId="21"/>
          <ac:picMkLst>
            <pc:docMk/>
            <pc:sldMk cId="1601178964" sldId="292"/>
            <ac:picMk id="8" creationId="{4EAB1F09-034D-4FBE-B9A1-EEE1406402AA}"/>
          </ac:picMkLst>
        </pc:picChg>
      </pc:sldChg>
    </pc:docChg>
  </pc:docChgLst>
  <pc:docChgLst>
    <pc:chgData name="LEUNG Nicole" userId="8ed04819-1a1c-42ab-ae09-44d42575f3a6" providerId="ADAL" clId="{3E657728-002F-4D06-8545-52875357E7CC}"/>
    <pc:docChg chg="undo redo custSel addSld delSld modSld sldOrd addMainMaster delMainMaster">
      <pc:chgData name="LEUNG Nicole" userId="8ed04819-1a1c-42ab-ae09-44d42575f3a6" providerId="ADAL" clId="{3E657728-002F-4D06-8545-52875357E7CC}" dt="2023-03-22T02:44:08.817" v="6193" actId="1076"/>
      <pc:docMkLst>
        <pc:docMk/>
      </pc:docMkLst>
      <pc:sldChg chg="addSp delSp modSp mod setBg modClrScheme setClrOvrMap delDesignElem chgLayout">
        <pc:chgData name="LEUNG Nicole" userId="8ed04819-1a1c-42ab-ae09-44d42575f3a6" providerId="ADAL" clId="{3E657728-002F-4D06-8545-52875357E7CC}" dt="2023-03-09T06:19:47.554" v="296" actId="26606"/>
        <pc:sldMkLst>
          <pc:docMk/>
          <pc:sldMk cId="4093437428" sldId="256"/>
        </pc:sldMkLst>
        <pc:spChg chg="mod">
          <ac:chgData name="LEUNG Nicole" userId="8ed04819-1a1c-42ab-ae09-44d42575f3a6" providerId="ADAL" clId="{3E657728-002F-4D06-8545-52875357E7CC}" dt="2023-03-09T06:19:47.554" v="296" actId="26606"/>
          <ac:spMkLst>
            <pc:docMk/>
            <pc:sldMk cId="4093437428" sldId="256"/>
            <ac:spMk id="2" creationId="{266DFD87-74D9-478B-B7FE-8FBC975665C3}"/>
          </ac:spMkLst>
        </pc:spChg>
        <pc:spChg chg="mod">
          <ac:chgData name="LEUNG Nicole" userId="8ed04819-1a1c-42ab-ae09-44d42575f3a6" providerId="ADAL" clId="{3E657728-002F-4D06-8545-52875357E7CC}" dt="2023-03-09T06:19:47.554" v="296" actId="26606"/>
          <ac:spMkLst>
            <pc:docMk/>
            <pc:sldMk cId="4093437428" sldId="256"/>
            <ac:spMk id="3" creationId="{951F69E3-81D8-4114-B10A-B5C6F26C7E71}"/>
          </ac:spMkLst>
        </pc:spChg>
        <pc:spChg chg="add del">
          <ac:chgData name="LEUNG Nicole" userId="8ed04819-1a1c-42ab-ae09-44d42575f3a6" providerId="ADAL" clId="{3E657728-002F-4D06-8545-52875357E7CC}" dt="2023-03-09T06:19:47.544" v="295" actId="26606"/>
          <ac:spMkLst>
            <pc:docMk/>
            <pc:sldMk cId="4093437428" sldId="256"/>
            <ac:spMk id="6" creationId="{0671A8AE-40A1-4631-A6B8-581AFF065482}"/>
          </ac:spMkLst>
        </pc:spChg>
        <pc:spChg chg="add del">
          <ac:chgData name="LEUNG Nicole" userId="8ed04819-1a1c-42ab-ae09-44d42575f3a6" providerId="ADAL" clId="{3E657728-002F-4D06-8545-52875357E7CC}" dt="2023-03-09T06:19:47.544" v="295" actId="26606"/>
          <ac:spMkLst>
            <pc:docMk/>
            <pc:sldMk cId="4093437428" sldId="256"/>
            <ac:spMk id="7" creationId="{AB58EF07-17C2-48CF-ABB0-EEF1F17CB8F0}"/>
          </ac:spMkLst>
        </pc:spChg>
        <pc:spChg chg="add del">
          <ac:chgData name="LEUNG Nicole" userId="8ed04819-1a1c-42ab-ae09-44d42575f3a6" providerId="ADAL" clId="{3E657728-002F-4D06-8545-52875357E7CC}" dt="2023-03-09T06:19:47.544" v="295" actId="26606"/>
          <ac:spMkLst>
            <pc:docMk/>
            <pc:sldMk cId="4093437428" sldId="256"/>
            <ac:spMk id="8" creationId="{AF2F604E-43BE-4DC3-B983-E071523364F8}"/>
          </ac:spMkLst>
        </pc:spChg>
        <pc:spChg chg="add del">
          <ac:chgData name="LEUNG Nicole" userId="8ed04819-1a1c-42ab-ae09-44d42575f3a6" providerId="ADAL" clId="{3E657728-002F-4D06-8545-52875357E7CC}" dt="2023-03-09T06:19:34.070" v="292"/>
          <ac:spMkLst>
            <pc:docMk/>
            <pc:sldMk cId="4093437428" sldId="256"/>
            <ac:spMk id="9" creationId="{55666830-9A19-4E01-8505-D6C7F9AC5665}"/>
          </ac:spMkLst>
        </pc:spChg>
        <pc:spChg chg="add del">
          <ac:chgData name="LEUNG Nicole" userId="8ed04819-1a1c-42ab-ae09-44d42575f3a6" providerId="ADAL" clId="{3E657728-002F-4D06-8545-52875357E7CC}" dt="2023-03-09T06:19:47.544" v="295" actId="26606"/>
          <ac:spMkLst>
            <pc:docMk/>
            <pc:sldMk cId="4093437428" sldId="256"/>
            <ac:spMk id="10" creationId="{08C9B587-E65E-4B52-B37C-ABEBB6E87928}"/>
          </ac:spMkLst>
        </pc:spChg>
        <pc:spChg chg="add del">
          <ac:chgData name="LEUNG Nicole" userId="8ed04819-1a1c-42ab-ae09-44d42575f3a6" providerId="ADAL" clId="{3E657728-002F-4D06-8545-52875357E7CC}" dt="2023-03-09T06:19:34.070" v="292"/>
          <ac:spMkLst>
            <pc:docMk/>
            <pc:sldMk cId="4093437428" sldId="256"/>
            <ac:spMk id="11" creationId="{AE9FC877-7FB6-4D22-9988-35420644E202}"/>
          </ac:spMkLst>
        </pc:spChg>
        <pc:spChg chg="add">
          <ac:chgData name="LEUNG Nicole" userId="8ed04819-1a1c-42ab-ae09-44d42575f3a6" providerId="ADAL" clId="{3E657728-002F-4D06-8545-52875357E7CC}" dt="2023-03-09T06:19:47.554" v="296" actId="26606"/>
          <ac:spMkLst>
            <pc:docMk/>
            <pc:sldMk cId="4093437428" sldId="256"/>
            <ac:spMk id="12" creationId="{06DA9DF9-31F7-4056-B42E-878CC92417B8}"/>
          </ac:spMkLst>
        </pc:spChg>
        <pc:spChg chg="add del">
          <ac:chgData name="LEUNG Nicole" userId="8ed04819-1a1c-42ab-ae09-44d42575f3a6" providerId="ADAL" clId="{3E657728-002F-4D06-8545-52875357E7CC}" dt="2023-03-09T06:19:34.070" v="292"/>
          <ac:spMkLst>
            <pc:docMk/>
            <pc:sldMk cId="4093437428" sldId="256"/>
            <ac:spMk id="13" creationId="{E41809D1-F12E-46BB-B804-5F209D325E8B}"/>
          </ac:spMkLst>
        </pc:spChg>
        <pc:spChg chg="add del">
          <ac:chgData name="LEUNG Nicole" userId="8ed04819-1a1c-42ab-ae09-44d42575f3a6" providerId="ADAL" clId="{3E657728-002F-4D06-8545-52875357E7CC}" dt="2023-03-09T06:19:34.070" v="292"/>
          <ac:spMkLst>
            <pc:docMk/>
            <pc:sldMk cId="4093437428" sldId="256"/>
            <ac:spMk id="15" creationId="{AF2F604E-43BE-4DC3-B983-E071523364F8}"/>
          </ac:spMkLst>
        </pc:spChg>
        <pc:spChg chg="add del">
          <ac:chgData name="LEUNG Nicole" userId="8ed04819-1a1c-42ab-ae09-44d42575f3a6" providerId="ADAL" clId="{3E657728-002F-4D06-8545-52875357E7CC}" dt="2023-03-09T06:19:34.070" v="292"/>
          <ac:spMkLst>
            <pc:docMk/>
            <pc:sldMk cId="4093437428" sldId="256"/>
            <ac:spMk id="17" creationId="{08C9B587-E65E-4B52-B37C-ABEBB6E87928}"/>
          </ac:spMkLst>
        </pc:spChg>
        <pc:picChg chg="add mod ord">
          <ac:chgData name="LEUNG Nicole" userId="8ed04819-1a1c-42ab-ae09-44d42575f3a6" providerId="ADAL" clId="{3E657728-002F-4D06-8545-52875357E7CC}" dt="2023-03-09T06:19:47.554" v="296" actId="26606"/>
          <ac:picMkLst>
            <pc:docMk/>
            <pc:sldMk cId="4093437428" sldId="256"/>
            <ac:picMk id="4" creationId="{FCCA31B0-8BFE-5A57-D056-524DED98BE32}"/>
          </ac:picMkLst>
        </pc:picChg>
      </pc:sldChg>
      <pc:sldChg chg="addSp delSp modSp new del mod">
        <pc:chgData name="LEUNG Nicole" userId="8ed04819-1a1c-42ab-ae09-44d42575f3a6" providerId="ADAL" clId="{3E657728-002F-4D06-8545-52875357E7CC}" dt="2023-03-09T05:17:01.690" v="78" actId="2696"/>
        <pc:sldMkLst>
          <pc:docMk/>
          <pc:sldMk cId="206829292" sldId="257"/>
        </pc:sldMkLst>
        <pc:spChg chg="del">
          <ac:chgData name="LEUNG Nicole" userId="8ed04819-1a1c-42ab-ae09-44d42575f3a6" providerId="ADAL" clId="{3E657728-002F-4D06-8545-52875357E7CC}" dt="2023-03-09T05:06:03.421" v="31" actId="478"/>
          <ac:spMkLst>
            <pc:docMk/>
            <pc:sldMk cId="206829292" sldId="257"/>
            <ac:spMk id="3" creationId="{94E12075-7F06-4CB5-9864-1BC40C3B64D7}"/>
          </ac:spMkLst>
        </pc:spChg>
        <pc:picChg chg="add del mod">
          <ac:chgData name="LEUNG Nicole" userId="8ed04819-1a1c-42ab-ae09-44d42575f3a6" providerId="ADAL" clId="{3E657728-002F-4D06-8545-52875357E7CC}" dt="2023-03-09T05:16:55.734" v="77" actId="478"/>
          <ac:picMkLst>
            <pc:docMk/>
            <pc:sldMk cId="206829292" sldId="257"/>
            <ac:picMk id="5" creationId="{4AF656EE-EC56-4D1D-854D-29592E6ED10A}"/>
          </ac:picMkLst>
        </pc:picChg>
      </pc:sldChg>
      <pc:sldChg chg="addSp delSp modSp new del mod">
        <pc:chgData name="LEUNG Nicole" userId="8ed04819-1a1c-42ab-ae09-44d42575f3a6" providerId="ADAL" clId="{3E657728-002F-4D06-8545-52875357E7CC}" dt="2023-03-09T05:16:42.242" v="76" actId="2696"/>
        <pc:sldMkLst>
          <pc:docMk/>
          <pc:sldMk cId="4070544889" sldId="258"/>
        </pc:sldMkLst>
        <pc:picChg chg="add del mod">
          <ac:chgData name="LEUNG Nicole" userId="8ed04819-1a1c-42ab-ae09-44d42575f3a6" providerId="ADAL" clId="{3E657728-002F-4D06-8545-52875357E7CC}" dt="2023-03-09T05:16:22.425" v="71" actId="21"/>
          <ac:picMkLst>
            <pc:docMk/>
            <pc:sldMk cId="4070544889" sldId="258"/>
            <ac:picMk id="5" creationId="{5E48EDA5-F811-48AA-B543-244AC6A49F4C}"/>
          </ac:picMkLst>
        </pc:picChg>
      </pc:sldChg>
      <pc:sldChg chg="addSp delSp modSp new del mod">
        <pc:chgData name="LEUNG Nicole" userId="8ed04819-1a1c-42ab-ae09-44d42575f3a6" providerId="ADAL" clId="{3E657728-002F-4D06-8545-52875357E7CC}" dt="2023-03-09T05:16:11.706" v="70" actId="47"/>
        <pc:sldMkLst>
          <pc:docMk/>
          <pc:sldMk cId="2726944827" sldId="259"/>
        </pc:sldMkLst>
        <pc:picChg chg="add del mod">
          <ac:chgData name="LEUNG Nicole" userId="8ed04819-1a1c-42ab-ae09-44d42575f3a6" providerId="ADAL" clId="{3E657728-002F-4D06-8545-52875357E7CC}" dt="2023-03-09T05:15:57.070" v="67" actId="21"/>
          <ac:picMkLst>
            <pc:docMk/>
            <pc:sldMk cId="2726944827" sldId="259"/>
            <ac:picMk id="5" creationId="{65DED987-DC09-4009-8343-7A04033D4AD7}"/>
          </ac:picMkLst>
        </pc:picChg>
        <pc:picChg chg="add del mod">
          <ac:chgData name="LEUNG Nicole" userId="8ed04819-1a1c-42ab-ae09-44d42575f3a6" providerId="ADAL" clId="{3E657728-002F-4D06-8545-52875357E7CC}" dt="2023-03-09T05:10:10.114" v="44" actId="478"/>
          <ac:picMkLst>
            <pc:docMk/>
            <pc:sldMk cId="2726944827" sldId="259"/>
            <ac:picMk id="7" creationId="{754F5C8A-C714-4A0C-9337-2E1961B7D329}"/>
          </ac:picMkLst>
        </pc:picChg>
      </pc:sldChg>
      <pc:sldChg chg="addSp delSp modSp new mod">
        <pc:chgData name="LEUNG Nicole" userId="8ed04819-1a1c-42ab-ae09-44d42575f3a6" providerId="ADAL" clId="{3E657728-002F-4D06-8545-52875357E7CC}" dt="2023-03-10T10:53:50.146" v="2815" actId="14100"/>
        <pc:sldMkLst>
          <pc:docMk/>
          <pc:sldMk cId="1028999168" sldId="260"/>
        </pc:sldMkLst>
        <pc:spChg chg="del mod">
          <ac:chgData name="LEUNG Nicole" userId="8ed04819-1a1c-42ab-ae09-44d42575f3a6" providerId="ADAL" clId="{3E657728-002F-4D06-8545-52875357E7CC}" dt="2023-03-09T06:23:19.351" v="317" actId="478"/>
          <ac:spMkLst>
            <pc:docMk/>
            <pc:sldMk cId="1028999168" sldId="260"/>
            <ac:spMk id="2" creationId="{13EEFD9F-727B-4AED-8D23-EA0821641FCA}"/>
          </ac:spMkLst>
        </pc:spChg>
        <pc:spChg chg="del">
          <ac:chgData name="LEUNG Nicole" userId="8ed04819-1a1c-42ab-ae09-44d42575f3a6" providerId="ADAL" clId="{3E657728-002F-4D06-8545-52875357E7CC}" dt="2023-03-09T05:16:25.124" v="72"/>
          <ac:spMkLst>
            <pc:docMk/>
            <pc:sldMk cId="1028999168" sldId="260"/>
            <ac:spMk id="3" creationId="{5BE20C78-1BA4-4487-AD25-5A0D46A26E12}"/>
          </ac:spMkLst>
        </pc:spChg>
        <pc:spChg chg="add mod">
          <ac:chgData name="LEUNG Nicole" userId="8ed04819-1a1c-42ab-ae09-44d42575f3a6" providerId="ADAL" clId="{3E657728-002F-4D06-8545-52875357E7CC}" dt="2023-03-10T10:53:50.146" v="2815" actId="14100"/>
          <ac:spMkLst>
            <pc:docMk/>
            <pc:sldMk cId="1028999168" sldId="260"/>
            <ac:spMk id="15" creationId="{8F59E620-E10D-4CBA-9DE1-3BD87A128217}"/>
          </ac:spMkLst>
        </pc:spChg>
        <pc:picChg chg="add del mod">
          <ac:chgData name="LEUNG Nicole" userId="8ed04819-1a1c-42ab-ae09-44d42575f3a6" providerId="ADAL" clId="{3E657728-002F-4D06-8545-52875357E7CC}" dt="2023-03-09T05:10:30.216" v="48" actId="478"/>
          <ac:picMkLst>
            <pc:docMk/>
            <pc:sldMk cId="1028999168" sldId="260"/>
            <ac:picMk id="5" creationId="{889EAF08-4CA6-463E-8B77-C715EB2970CE}"/>
          </ac:picMkLst>
        </pc:picChg>
        <pc:picChg chg="add del mod">
          <ac:chgData name="LEUNG Nicole" userId="8ed04819-1a1c-42ab-ae09-44d42575f3a6" providerId="ADAL" clId="{3E657728-002F-4D06-8545-52875357E7CC}" dt="2023-03-09T05:11:15.874" v="51" actId="478"/>
          <ac:picMkLst>
            <pc:docMk/>
            <pc:sldMk cId="1028999168" sldId="260"/>
            <ac:picMk id="7" creationId="{E0057064-BF7F-41BF-9578-7D96609D9384}"/>
          </ac:picMkLst>
        </pc:picChg>
        <pc:picChg chg="add mod">
          <ac:chgData name="LEUNG Nicole" userId="8ed04819-1a1c-42ab-ae09-44d42575f3a6" providerId="ADAL" clId="{3E657728-002F-4D06-8545-52875357E7CC}" dt="2023-03-10T10:43:06.542" v="2733" actId="1076"/>
          <ac:picMkLst>
            <pc:docMk/>
            <pc:sldMk cId="1028999168" sldId="260"/>
            <ac:picMk id="9" creationId="{D0C3EEC8-9ED8-481B-B458-07ADB548E10D}"/>
          </ac:picMkLst>
        </pc:picChg>
        <pc:picChg chg="add mod">
          <ac:chgData name="LEUNG Nicole" userId="8ed04819-1a1c-42ab-ae09-44d42575f3a6" providerId="ADAL" clId="{3E657728-002F-4D06-8545-52875357E7CC}" dt="2023-03-09T06:22:56.266" v="314" actId="1076"/>
          <ac:picMkLst>
            <pc:docMk/>
            <pc:sldMk cId="1028999168" sldId="260"/>
            <ac:picMk id="11" creationId="{45F31BF4-C6EF-4763-B954-C0304B57F0DE}"/>
          </ac:picMkLst>
        </pc:picChg>
        <pc:picChg chg="add del mod">
          <ac:chgData name="LEUNG Nicole" userId="8ed04819-1a1c-42ab-ae09-44d42575f3a6" providerId="ADAL" clId="{3E657728-002F-4D06-8545-52875357E7CC}" dt="2023-03-09T06:21:29.271" v="300" actId="478"/>
          <ac:picMkLst>
            <pc:docMk/>
            <pc:sldMk cId="1028999168" sldId="260"/>
            <ac:picMk id="12" creationId="{2CCF2EA6-D972-42C1-8BBB-2E78F4F16DA4}"/>
          </ac:picMkLst>
        </pc:picChg>
        <pc:picChg chg="add del mod">
          <ac:chgData name="LEUNG Nicole" userId="8ed04819-1a1c-42ab-ae09-44d42575f3a6" providerId="ADAL" clId="{3E657728-002F-4D06-8545-52875357E7CC}" dt="2023-03-09T07:13:16.171" v="420" actId="21"/>
          <ac:picMkLst>
            <pc:docMk/>
            <pc:sldMk cId="1028999168" sldId="260"/>
            <ac:picMk id="13" creationId="{E3BC8EB5-FCFC-4261-90F3-043D985C1D84}"/>
          </ac:picMkLst>
        </pc:picChg>
        <pc:picChg chg="add mod">
          <ac:chgData name="LEUNG Nicole" userId="8ed04819-1a1c-42ab-ae09-44d42575f3a6" providerId="ADAL" clId="{3E657728-002F-4D06-8545-52875357E7CC}" dt="2023-03-09T07:38:01.233" v="624" actId="1076"/>
          <ac:picMkLst>
            <pc:docMk/>
            <pc:sldMk cId="1028999168" sldId="260"/>
            <ac:picMk id="17" creationId="{E5AF0B8F-C2FE-45A5-A5AD-E8E5D0C75F2B}"/>
          </ac:picMkLst>
        </pc:picChg>
      </pc:sldChg>
      <pc:sldChg chg="addSp delSp modSp new mod setBg">
        <pc:chgData name="LEUNG Nicole" userId="8ed04819-1a1c-42ab-ae09-44d42575f3a6" providerId="ADAL" clId="{3E657728-002F-4D06-8545-52875357E7CC}" dt="2023-03-20T08:44:55.591" v="4860" actId="20577"/>
        <pc:sldMkLst>
          <pc:docMk/>
          <pc:sldMk cId="95290033" sldId="261"/>
        </pc:sldMkLst>
        <pc:spChg chg="mod ord">
          <ac:chgData name="LEUNG Nicole" userId="8ed04819-1a1c-42ab-ae09-44d42575f3a6" providerId="ADAL" clId="{3E657728-002F-4D06-8545-52875357E7CC}" dt="2023-03-09T06:16:35.457" v="254" actId="20577"/>
          <ac:spMkLst>
            <pc:docMk/>
            <pc:sldMk cId="95290033" sldId="261"/>
            <ac:spMk id="2" creationId="{CD7B83DD-FA7B-4F84-8479-05CC69270FE0}"/>
          </ac:spMkLst>
        </pc:spChg>
        <pc:spChg chg="mod ord">
          <ac:chgData name="LEUNG Nicole" userId="8ed04819-1a1c-42ab-ae09-44d42575f3a6" providerId="ADAL" clId="{3E657728-002F-4D06-8545-52875357E7CC}" dt="2023-03-20T08:44:55.591" v="4860" actId="20577"/>
          <ac:spMkLst>
            <pc:docMk/>
            <pc:sldMk cId="95290033" sldId="261"/>
            <ac:spMk id="3" creationId="{6F8CD05C-5B89-4899-82FD-F091A23FF7D7}"/>
          </ac:spMkLst>
        </pc:spChg>
        <pc:spChg chg="add del">
          <ac:chgData name="LEUNG Nicole" userId="8ed04819-1a1c-42ab-ae09-44d42575f3a6" providerId="ADAL" clId="{3E657728-002F-4D06-8545-52875357E7CC}" dt="2023-03-09T06:10:43.327" v="197" actId="26606"/>
          <ac:spMkLst>
            <pc:docMk/>
            <pc:sldMk cId="95290033" sldId="261"/>
            <ac:spMk id="14" creationId="{632DF175-2DD8-4694-B4BB-045DCFCE730A}"/>
          </ac:spMkLst>
        </pc:spChg>
        <pc:spChg chg="add del">
          <ac:chgData name="LEUNG Nicole" userId="8ed04819-1a1c-42ab-ae09-44d42575f3a6" providerId="ADAL" clId="{3E657728-002F-4D06-8545-52875357E7CC}" dt="2023-03-09T06:10:43.327" v="197" actId="26606"/>
          <ac:spMkLst>
            <pc:docMk/>
            <pc:sldMk cId="95290033" sldId="261"/>
            <ac:spMk id="16" creationId="{9080D120-BD54-46E1-BA37-82F5E8089E90}"/>
          </ac:spMkLst>
        </pc:spChg>
        <pc:spChg chg="add del">
          <ac:chgData name="LEUNG Nicole" userId="8ed04819-1a1c-42ab-ae09-44d42575f3a6" providerId="ADAL" clId="{3E657728-002F-4D06-8545-52875357E7CC}" dt="2023-03-09T06:10:43.327" v="197" actId="26606"/>
          <ac:spMkLst>
            <pc:docMk/>
            <pc:sldMk cId="95290033" sldId="261"/>
            <ac:spMk id="18" creationId="{81D83946-74FA-498A-AC80-9926F041B5C5}"/>
          </ac:spMkLst>
        </pc:spChg>
        <pc:spChg chg="add del">
          <ac:chgData name="LEUNG Nicole" userId="8ed04819-1a1c-42ab-ae09-44d42575f3a6" providerId="ADAL" clId="{3E657728-002F-4D06-8545-52875357E7CC}" dt="2023-03-09T06:10:43.327" v="197" actId="26606"/>
          <ac:spMkLst>
            <pc:docMk/>
            <pc:sldMk cId="95290033" sldId="261"/>
            <ac:spMk id="20" creationId="{5060D983-8B52-443A-8183-2A1DE05618B5}"/>
          </ac:spMkLst>
        </pc:spChg>
        <pc:spChg chg="add del">
          <ac:chgData name="LEUNG Nicole" userId="8ed04819-1a1c-42ab-ae09-44d42575f3a6" providerId="ADAL" clId="{3E657728-002F-4D06-8545-52875357E7CC}" dt="2023-03-09T06:09:53.339" v="169" actId="26606"/>
          <ac:spMkLst>
            <pc:docMk/>
            <pc:sldMk cId="95290033" sldId="261"/>
            <ac:spMk id="25" creationId="{3CE5203E-F2D1-469A-A50E-9C6654211B85}"/>
          </ac:spMkLst>
        </pc:spChg>
        <pc:spChg chg="add del">
          <ac:chgData name="LEUNG Nicole" userId="8ed04819-1a1c-42ab-ae09-44d42575f3a6" providerId="ADAL" clId="{3E657728-002F-4D06-8545-52875357E7CC}" dt="2023-03-09T06:09:53.339" v="169" actId="26606"/>
          <ac:spMkLst>
            <pc:docMk/>
            <pc:sldMk cId="95290033" sldId="261"/>
            <ac:spMk id="27" creationId="{9080D120-BD54-46E1-BA37-82F5E8089E90}"/>
          </ac:spMkLst>
        </pc:spChg>
        <pc:spChg chg="add del">
          <ac:chgData name="LEUNG Nicole" userId="8ed04819-1a1c-42ab-ae09-44d42575f3a6" providerId="ADAL" clId="{3E657728-002F-4D06-8545-52875357E7CC}" dt="2023-03-09T06:09:53.339" v="169" actId="26606"/>
          <ac:spMkLst>
            <pc:docMk/>
            <pc:sldMk cId="95290033" sldId="261"/>
            <ac:spMk id="29" creationId="{81D83946-74FA-498A-AC80-9926F041B5C5}"/>
          </ac:spMkLst>
        </pc:spChg>
        <pc:spChg chg="add del">
          <ac:chgData name="LEUNG Nicole" userId="8ed04819-1a1c-42ab-ae09-44d42575f3a6" providerId="ADAL" clId="{3E657728-002F-4D06-8545-52875357E7CC}" dt="2023-03-09T06:09:53.339" v="169" actId="26606"/>
          <ac:spMkLst>
            <pc:docMk/>
            <pc:sldMk cId="95290033" sldId="261"/>
            <ac:spMk id="31" creationId="{5060D983-8B52-443A-8183-2A1DE05618B5}"/>
          </ac:spMkLst>
        </pc:spChg>
        <pc:picChg chg="add del mod ord">
          <ac:chgData name="LEUNG Nicole" userId="8ed04819-1a1c-42ab-ae09-44d42575f3a6" providerId="ADAL" clId="{3E657728-002F-4D06-8545-52875357E7CC}" dt="2023-03-09T06:15:08.934" v="231" actId="478"/>
          <ac:picMkLst>
            <pc:docMk/>
            <pc:sldMk cId="95290033" sldId="261"/>
            <ac:picMk id="5" creationId="{35CCFCF8-975C-4A12-8EFF-0071308FACB3}"/>
          </ac:picMkLst>
        </pc:picChg>
        <pc:picChg chg="add del mod">
          <ac:chgData name="LEUNG Nicole" userId="8ed04819-1a1c-42ab-ae09-44d42575f3a6" providerId="ADAL" clId="{3E657728-002F-4D06-8545-52875357E7CC}" dt="2023-03-09T06:07:53.305" v="117" actId="21"/>
          <ac:picMkLst>
            <pc:docMk/>
            <pc:sldMk cId="95290033" sldId="261"/>
            <ac:picMk id="7" creationId="{579A9FDE-4ACF-4B96-A8E9-000634E8C65F}"/>
          </ac:picMkLst>
        </pc:picChg>
        <pc:picChg chg="add del mod">
          <ac:chgData name="LEUNG Nicole" userId="8ed04819-1a1c-42ab-ae09-44d42575f3a6" providerId="ADAL" clId="{3E657728-002F-4D06-8545-52875357E7CC}" dt="2023-03-09T06:15:35.322" v="238" actId="478"/>
          <ac:picMkLst>
            <pc:docMk/>
            <pc:sldMk cId="95290033" sldId="261"/>
            <ac:picMk id="9" creationId="{309DC055-F0FD-42AB-B658-EF79C74436ED}"/>
          </ac:picMkLst>
        </pc:picChg>
        <pc:picChg chg="add del mod">
          <ac:chgData name="LEUNG Nicole" userId="8ed04819-1a1c-42ab-ae09-44d42575f3a6" providerId="ADAL" clId="{3E657728-002F-4D06-8545-52875357E7CC}" dt="2023-03-09T06:08:02.188" v="121" actId="21"/>
          <ac:picMkLst>
            <pc:docMk/>
            <pc:sldMk cId="95290033" sldId="261"/>
            <ac:picMk id="11" creationId="{A6DE01ED-E431-4101-A42D-42D48D6631D5}"/>
          </ac:picMkLst>
        </pc:picChg>
        <pc:picChg chg="add mod">
          <ac:chgData name="LEUNG Nicole" userId="8ed04819-1a1c-42ab-ae09-44d42575f3a6" providerId="ADAL" clId="{3E657728-002F-4D06-8545-52875357E7CC}" dt="2023-03-09T07:32:28.492" v="557" actId="14100"/>
          <ac:picMkLst>
            <pc:docMk/>
            <pc:sldMk cId="95290033" sldId="261"/>
            <ac:picMk id="13" creationId="{9B5276BD-E7FE-43CC-B74B-E2A42D6FAEF4}"/>
          </ac:picMkLst>
        </pc:picChg>
        <pc:picChg chg="add del mod">
          <ac:chgData name="LEUNG Nicole" userId="8ed04819-1a1c-42ab-ae09-44d42575f3a6" providerId="ADAL" clId="{3E657728-002F-4D06-8545-52875357E7CC}" dt="2023-03-09T07:26:01.856" v="437" actId="21"/>
          <ac:picMkLst>
            <pc:docMk/>
            <pc:sldMk cId="95290033" sldId="261"/>
            <ac:picMk id="17" creationId="{B9AB2003-10F5-41AC-8EB3-F0726A859801}"/>
          </ac:picMkLst>
        </pc:picChg>
        <pc:picChg chg="add mod">
          <ac:chgData name="LEUNG Nicole" userId="8ed04819-1a1c-42ab-ae09-44d42575f3a6" providerId="ADAL" clId="{3E657728-002F-4D06-8545-52875357E7CC}" dt="2023-03-09T07:32:16.573" v="554" actId="1076"/>
          <ac:picMkLst>
            <pc:docMk/>
            <pc:sldMk cId="95290033" sldId="261"/>
            <ac:picMk id="21" creationId="{50AC6102-B92E-4347-BF41-16D85F6621A2}"/>
          </ac:picMkLst>
        </pc:picChg>
      </pc:sldChg>
      <pc:sldChg chg="addSp delSp modSp new mod setBg delDesignElem">
        <pc:chgData name="LEUNG Nicole" userId="8ed04819-1a1c-42ab-ae09-44d42575f3a6" providerId="ADAL" clId="{3E657728-002F-4D06-8545-52875357E7CC}" dt="2023-03-10T10:30:37.258" v="2671" actId="14100"/>
        <pc:sldMkLst>
          <pc:docMk/>
          <pc:sldMk cId="3330272683" sldId="262"/>
        </pc:sldMkLst>
        <pc:spChg chg="mod ord">
          <ac:chgData name="LEUNG Nicole" userId="8ed04819-1a1c-42ab-ae09-44d42575f3a6" providerId="ADAL" clId="{3E657728-002F-4D06-8545-52875357E7CC}" dt="2023-03-09T06:07:31.641" v="113" actId="20577"/>
          <ac:spMkLst>
            <pc:docMk/>
            <pc:sldMk cId="3330272683" sldId="262"/>
            <ac:spMk id="2" creationId="{D6124752-D21F-4C37-8C89-5A6D49E7D613}"/>
          </ac:spMkLst>
        </pc:spChg>
        <pc:spChg chg="mod ord">
          <ac:chgData name="LEUNG Nicole" userId="8ed04819-1a1c-42ab-ae09-44d42575f3a6" providerId="ADAL" clId="{3E657728-002F-4D06-8545-52875357E7CC}" dt="2023-03-09T07:29:34.555" v="550" actId="20577"/>
          <ac:spMkLst>
            <pc:docMk/>
            <pc:sldMk cId="3330272683" sldId="262"/>
            <ac:spMk id="3" creationId="{0722FC5A-B29F-4C58-940E-4D925D707B51}"/>
          </ac:spMkLst>
        </pc:spChg>
        <pc:spChg chg="add del">
          <ac:chgData name="LEUNG Nicole" userId="8ed04819-1a1c-42ab-ae09-44d42575f3a6" providerId="ADAL" clId="{3E657728-002F-4D06-8545-52875357E7CC}" dt="2023-03-09T06:19:34.070" v="292"/>
          <ac:spMkLst>
            <pc:docMk/>
            <pc:sldMk cId="3330272683" sldId="262"/>
            <ac:spMk id="12" creationId="{3CE5203E-F2D1-469A-A50E-9C6654211B85}"/>
          </ac:spMkLst>
        </pc:spChg>
        <pc:spChg chg="add del">
          <ac:chgData name="LEUNG Nicole" userId="8ed04819-1a1c-42ab-ae09-44d42575f3a6" providerId="ADAL" clId="{3E657728-002F-4D06-8545-52875357E7CC}" dt="2023-03-09T06:19:34.070" v="292"/>
          <ac:spMkLst>
            <pc:docMk/>
            <pc:sldMk cId="3330272683" sldId="262"/>
            <ac:spMk id="14" creationId="{9080D120-BD54-46E1-BA37-82F5E8089E90}"/>
          </ac:spMkLst>
        </pc:spChg>
        <pc:spChg chg="add del">
          <ac:chgData name="LEUNG Nicole" userId="8ed04819-1a1c-42ab-ae09-44d42575f3a6" providerId="ADAL" clId="{3E657728-002F-4D06-8545-52875357E7CC}" dt="2023-03-09T06:19:34.070" v="292"/>
          <ac:spMkLst>
            <pc:docMk/>
            <pc:sldMk cId="3330272683" sldId="262"/>
            <ac:spMk id="16" creationId="{81D83946-74FA-498A-AC80-9926F041B5C5}"/>
          </ac:spMkLst>
        </pc:spChg>
        <pc:spChg chg="add del">
          <ac:chgData name="LEUNG Nicole" userId="8ed04819-1a1c-42ab-ae09-44d42575f3a6" providerId="ADAL" clId="{3E657728-002F-4D06-8545-52875357E7CC}" dt="2023-03-09T06:19:34.070" v="292"/>
          <ac:spMkLst>
            <pc:docMk/>
            <pc:sldMk cId="3330272683" sldId="262"/>
            <ac:spMk id="18" creationId="{5060D983-8B52-443A-8183-2A1DE05618B5}"/>
          </ac:spMkLst>
        </pc:spChg>
        <pc:picChg chg="add del mod">
          <ac:chgData name="LEUNG Nicole" userId="8ed04819-1a1c-42ab-ae09-44d42575f3a6" providerId="ADAL" clId="{3E657728-002F-4D06-8545-52875357E7CC}" dt="2023-03-09T06:12:35.052" v="221" actId="478"/>
          <ac:picMkLst>
            <pc:docMk/>
            <pc:sldMk cId="3330272683" sldId="262"/>
            <ac:picMk id="5" creationId="{B00B3D01-4584-400E-BE31-7A423A36BBB1}"/>
          </ac:picMkLst>
        </pc:picChg>
        <pc:picChg chg="add del mod">
          <ac:chgData name="LEUNG Nicole" userId="8ed04819-1a1c-42ab-ae09-44d42575f3a6" providerId="ADAL" clId="{3E657728-002F-4D06-8545-52875357E7CC}" dt="2023-03-09T06:07:12.543" v="92" actId="21"/>
          <ac:picMkLst>
            <pc:docMk/>
            <pc:sldMk cId="3330272683" sldId="262"/>
            <ac:picMk id="7" creationId="{CD72311F-7D61-4D2B-911A-EC6699C65B21}"/>
          </ac:picMkLst>
        </pc:picChg>
        <pc:picChg chg="add del">
          <ac:chgData name="LEUNG Nicole" userId="8ed04819-1a1c-42ab-ae09-44d42575f3a6" providerId="ADAL" clId="{3E657728-002F-4D06-8545-52875357E7CC}" dt="2023-03-09T05:52:25.922" v="85" actId="478"/>
          <ac:picMkLst>
            <pc:docMk/>
            <pc:sldMk cId="3330272683" sldId="262"/>
            <ac:picMk id="9" creationId="{6DF37AF1-C252-40A2-AECB-86233BCC459A}"/>
          </ac:picMkLst>
        </pc:picChg>
        <pc:picChg chg="add del mod">
          <ac:chgData name="LEUNG Nicole" userId="8ed04819-1a1c-42ab-ae09-44d42575f3a6" providerId="ADAL" clId="{3E657728-002F-4D06-8545-52875357E7CC}" dt="2023-03-09T06:12:25.883" v="218" actId="478"/>
          <ac:picMkLst>
            <pc:docMk/>
            <pc:sldMk cId="3330272683" sldId="262"/>
            <ac:picMk id="11" creationId="{285A2951-60C3-4C9D-97CC-EBFBFA915C71}"/>
          </ac:picMkLst>
        </pc:picChg>
        <pc:picChg chg="add del mod">
          <ac:chgData name="LEUNG Nicole" userId="8ed04819-1a1c-42ab-ae09-44d42575f3a6" providerId="ADAL" clId="{3E657728-002F-4D06-8545-52875357E7CC}" dt="2023-03-09T06:07:19.397" v="95" actId="21"/>
          <ac:picMkLst>
            <pc:docMk/>
            <pc:sldMk cId="3330272683" sldId="262"/>
            <ac:picMk id="15" creationId="{940DAE38-F58B-435C-9433-8ACFC2B4DF40}"/>
          </ac:picMkLst>
        </pc:picChg>
        <pc:picChg chg="add mod">
          <ac:chgData name="LEUNG Nicole" userId="8ed04819-1a1c-42ab-ae09-44d42575f3a6" providerId="ADAL" clId="{3E657728-002F-4D06-8545-52875357E7CC}" dt="2023-03-10T10:30:37.258" v="2671" actId="14100"/>
          <ac:picMkLst>
            <pc:docMk/>
            <pc:sldMk cId="3330272683" sldId="262"/>
            <ac:picMk id="19" creationId="{A9925FD3-3EA1-48B5-B575-8B2931BC9836}"/>
          </ac:picMkLst>
        </pc:picChg>
        <pc:picChg chg="add mod">
          <ac:chgData name="LEUNG Nicole" userId="8ed04819-1a1c-42ab-ae09-44d42575f3a6" providerId="ADAL" clId="{3E657728-002F-4D06-8545-52875357E7CC}" dt="2023-03-10T10:30:30.879" v="2669" actId="14100"/>
          <ac:picMkLst>
            <pc:docMk/>
            <pc:sldMk cId="3330272683" sldId="262"/>
            <ac:picMk id="21" creationId="{EDD630A4-2DB9-4BCC-BE2D-2C106EED9673}"/>
          </ac:picMkLst>
        </pc:picChg>
      </pc:sldChg>
      <pc:sldChg chg="addSp delSp modSp new del mod setBg delDesignElem">
        <pc:chgData name="LEUNG Nicole" userId="8ed04819-1a1c-42ab-ae09-44d42575f3a6" providerId="ADAL" clId="{3E657728-002F-4D06-8545-52875357E7CC}" dt="2023-03-10T00:07:41.223" v="1236" actId="2696"/>
        <pc:sldMkLst>
          <pc:docMk/>
          <pc:sldMk cId="2860896218" sldId="263"/>
        </pc:sldMkLst>
        <pc:spChg chg="del mod ord">
          <ac:chgData name="LEUNG Nicole" userId="8ed04819-1a1c-42ab-ae09-44d42575f3a6" providerId="ADAL" clId="{3E657728-002F-4D06-8545-52875357E7CC}" dt="2023-03-09T06:07:40.458" v="115"/>
          <ac:spMkLst>
            <pc:docMk/>
            <pc:sldMk cId="2860896218" sldId="263"/>
            <ac:spMk id="2" creationId="{9C3C1C0A-8978-4367-8DEA-343B2EB43D20}"/>
          </ac:spMkLst>
        </pc:spChg>
        <pc:spChg chg="mod ord">
          <ac:chgData name="LEUNG Nicole" userId="8ed04819-1a1c-42ab-ae09-44d42575f3a6" providerId="ADAL" clId="{3E657728-002F-4D06-8545-52875357E7CC}" dt="2023-03-09T07:26:43.427" v="449" actId="14100"/>
          <ac:spMkLst>
            <pc:docMk/>
            <pc:sldMk cId="2860896218" sldId="263"/>
            <ac:spMk id="3" creationId="{96A0A159-91F2-469A-B105-C1BCA6D2A135}"/>
          </ac:spMkLst>
        </pc:spChg>
        <pc:spChg chg="add del">
          <ac:chgData name="LEUNG Nicole" userId="8ed04819-1a1c-42ab-ae09-44d42575f3a6" providerId="ADAL" clId="{3E657728-002F-4D06-8545-52875357E7CC}" dt="2023-03-09T06:19:34.070" v="292"/>
          <ac:spMkLst>
            <pc:docMk/>
            <pc:sldMk cId="2860896218" sldId="263"/>
            <ac:spMk id="10" creationId="{3CE5203E-F2D1-469A-A50E-9C6654211B85}"/>
          </ac:spMkLst>
        </pc:spChg>
        <pc:spChg chg="add mod">
          <ac:chgData name="LEUNG Nicole" userId="8ed04819-1a1c-42ab-ae09-44d42575f3a6" providerId="ADAL" clId="{3E657728-002F-4D06-8545-52875357E7CC}" dt="2023-03-09T08:24:36.029" v="774" actId="1076"/>
          <ac:spMkLst>
            <pc:docMk/>
            <pc:sldMk cId="2860896218" sldId="263"/>
            <ac:spMk id="11" creationId="{88997225-F523-457E-90FE-3C4146F8B144}"/>
          </ac:spMkLst>
        </pc:spChg>
        <pc:spChg chg="add del">
          <ac:chgData name="LEUNG Nicole" userId="8ed04819-1a1c-42ab-ae09-44d42575f3a6" providerId="ADAL" clId="{3E657728-002F-4D06-8545-52875357E7CC}" dt="2023-03-09T06:19:34.070" v="292"/>
          <ac:spMkLst>
            <pc:docMk/>
            <pc:sldMk cId="2860896218" sldId="263"/>
            <ac:spMk id="12" creationId="{9080D120-BD54-46E1-BA37-82F5E8089E90}"/>
          </ac:spMkLst>
        </pc:spChg>
        <pc:spChg chg="add del">
          <ac:chgData name="LEUNG Nicole" userId="8ed04819-1a1c-42ab-ae09-44d42575f3a6" providerId="ADAL" clId="{3E657728-002F-4D06-8545-52875357E7CC}" dt="2023-03-09T06:19:34.070" v="292"/>
          <ac:spMkLst>
            <pc:docMk/>
            <pc:sldMk cId="2860896218" sldId="263"/>
            <ac:spMk id="14" creationId="{81D83946-74FA-498A-AC80-9926F041B5C5}"/>
          </ac:spMkLst>
        </pc:spChg>
        <pc:spChg chg="add del">
          <ac:chgData name="LEUNG Nicole" userId="8ed04819-1a1c-42ab-ae09-44d42575f3a6" providerId="ADAL" clId="{3E657728-002F-4D06-8545-52875357E7CC}" dt="2023-03-09T06:19:34.070" v="292"/>
          <ac:spMkLst>
            <pc:docMk/>
            <pc:sldMk cId="2860896218" sldId="263"/>
            <ac:spMk id="16" creationId="{5060D983-8B52-443A-8183-2A1DE05618B5}"/>
          </ac:spMkLst>
        </pc:spChg>
        <pc:picChg chg="add del mod">
          <ac:chgData name="LEUNG Nicole" userId="8ed04819-1a1c-42ab-ae09-44d42575f3a6" providerId="ADAL" clId="{3E657728-002F-4D06-8545-52875357E7CC}" dt="2023-03-09T06:12:12.232" v="215" actId="478"/>
          <ac:picMkLst>
            <pc:docMk/>
            <pc:sldMk cId="2860896218" sldId="263"/>
            <ac:picMk id="4" creationId="{E46A9E23-B5C5-4437-B731-2991FDCFA5B9}"/>
          </ac:picMkLst>
        </pc:picChg>
        <pc:picChg chg="add del mod">
          <ac:chgData name="LEUNG Nicole" userId="8ed04819-1a1c-42ab-ae09-44d42575f3a6" providerId="ADAL" clId="{3E657728-002F-4D06-8545-52875357E7CC}" dt="2023-03-09T06:11:20.691" v="208" actId="478"/>
          <ac:picMkLst>
            <pc:docMk/>
            <pc:sldMk cId="2860896218" sldId="263"/>
            <ac:picMk id="5" creationId="{1022E8AD-DEDA-42D0-BF0C-59058505EC4C}"/>
          </ac:picMkLst>
        </pc:picChg>
        <pc:picChg chg="add del mod">
          <ac:chgData name="LEUNG Nicole" userId="8ed04819-1a1c-42ab-ae09-44d42575f3a6" providerId="ADAL" clId="{3E657728-002F-4D06-8545-52875357E7CC}" dt="2023-03-09T06:11:55.314" v="212" actId="478"/>
          <ac:picMkLst>
            <pc:docMk/>
            <pc:sldMk cId="2860896218" sldId="263"/>
            <ac:picMk id="7" creationId="{3790764C-4F19-4910-A767-A88B623348B1}"/>
          </ac:picMkLst>
        </pc:picChg>
        <pc:picChg chg="add mod">
          <ac:chgData name="LEUNG Nicole" userId="8ed04819-1a1c-42ab-ae09-44d42575f3a6" providerId="ADAL" clId="{3E657728-002F-4D06-8545-52875357E7CC}" dt="2023-03-09T06:11:59.279" v="214" actId="1076"/>
          <ac:picMkLst>
            <pc:docMk/>
            <pc:sldMk cId="2860896218" sldId="263"/>
            <ac:picMk id="9" creationId="{9E2E87EB-9763-4A84-A5EC-7370FA3A5C05}"/>
          </ac:picMkLst>
        </pc:picChg>
        <pc:picChg chg="add mod">
          <ac:chgData name="LEUNG Nicole" userId="8ed04819-1a1c-42ab-ae09-44d42575f3a6" providerId="ADAL" clId="{3E657728-002F-4D06-8545-52875357E7CC}" dt="2023-03-09T06:12:16.255" v="217" actId="1076"/>
          <ac:picMkLst>
            <pc:docMk/>
            <pc:sldMk cId="2860896218" sldId="263"/>
            <ac:picMk id="15" creationId="{BC06631F-D410-4777-A57B-51443886EC76}"/>
          </ac:picMkLst>
        </pc:picChg>
      </pc:sldChg>
      <pc:sldChg chg="addSp delSp modSp new mod setBg">
        <pc:chgData name="LEUNG Nicole" userId="8ed04819-1a1c-42ab-ae09-44d42575f3a6" providerId="ADAL" clId="{3E657728-002F-4D06-8545-52875357E7CC}" dt="2023-03-10T10:30:11.764" v="2664" actId="1076"/>
        <pc:sldMkLst>
          <pc:docMk/>
          <pc:sldMk cId="1100559221" sldId="264"/>
        </pc:sldMkLst>
        <pc:spChg chg="add del mod">
          <ac:chgData name="LEUNG Nicole" userId="8ed04819-1a1c-42ab-ae09-44d42575f3a6" providerId="ADAL" clId="{3E657728-002F-4D06-8545-52875357E7CC}" dt="2023-03-09T06:19:34.226" v="293" actId="27636"/>
          <ac:spMkLst>
            <pc:docMk/>
            <pc:sldMk cId="1100559221" sldId="264"/>
            <ac:spMk id="2" creationId="{1F8E05C8-7C4A-4D9B-BEBE-C32C730009A7}"/>
          </ac:spMkLst>
        </pc:spChg>
        <pc:spChg chg="mod">
          <ac:chgData name="LEUNG Nicole" userId="8ed04819-1a1c-42ab-ae09-44d42575f3a6" providerId="ADAL" clId="{3E657728-002F-4D06-8545-52875357E7CC}" dt="2023-03-09T06:13:35.377" v="229" actId="14100"/>
          <ac:spMkLst>
            <pc:docMk/>
            <pc:sldMk cId="1100559221" sldId="264"/>
            <ac:spMk id="3" creationId="{7E01052D-ECB1-4400-817C-E1F06F4E8705}"/>
          </ac:spMkLst>
        </pc:spChg>
        <pc:spChg chg="add del">
          <ac:chgData name="LEUNG Nicole" userId="8ed04819-1a1c-42ab-ae09-44d42575f3a6" providerId="ADAL" clId="{3E657728-002F-4D06-8545-52875357E7CC}" dt="2023-03-09T06:09:51.342" v="165" actId="26606"/>
          <ac:spMkLst>
            <pc:docMk/>
            <pc:sldMk cId="1100559221" sldId="264"/>
            <ac:spMk id="10" creationId="{3CE5203E-F2D1-469A-A50E-9C6654211B85}"/>
          </ac:spMkLst>
        </pc:spChg>
        <pc:spChg chg="add del mod">
          <ac:chgData name="LEUNG Nicole" userId="8ed04819-1a1c-42ab-ae09-44d42575f3a6" providerId="ADAL" clId="{3E657728-002F-4D06-8545-52875357E7CC}" dt="2023-03-09T06:09:50.934" v="164"/>
          <ac:spMkLst>
            <pc:docMk/>
            <pc:sldMk cId="1100559221" sldId="264"/>
            <ac:spMk id="11" creationId="{7CF95F18-99B5-431A-9FE2-6F57CB90BD12}"/>
          </ac:spMkLst>
        </pc:spChg>
        <pc:spChg chg="add del">
          <ac:chgData name="LEUNG Nicole" userId="8ed04819-1a1c-42ab-ae09-44d42575f3a6" providerId="ADAL" clId="{3E657728-002F-4D06-8545-52875357E7CC}" dt="2023-03-09T06:09:51.342" v="165" actId="26606"/>
          <ac:spMkLst>
            <pc:docMk/>
            <pc:sldMk cId="1100559221" sldId="264"/>
            <ac:spMk id="12" creationId="{9080D120-BD54-46E1-BA37-82F5E8089E90}"/>
          </ac:spMkLst>
        </pc:spChg>
        <pc:spChg chg="add del">
          <ac:chgData name="LEUNG Nicole" userId="8ed04819-1a1c-42ab-ae09-44d42575f3a6" providerId="ADAL" clId="{3E657728-002F-4D06-8545-52875357E7CC}" dt="2023-03-09T06:09:51.342" v="165" actId="26606"/>
          <ac:spMkLst>
            <pc:docMk/>
            <pc:sldMk cId="1100559221" sldId="264"/>
            <ac:spMk id="14" creationId="{81D83946-74FA-498A-AC80-9926F041B5C5}"/>
          </ac:spMkLst>
        </pc:spChg>
        <pc:spChg chg="add del">
          <ac:chgData name="LEUNG Nicole" userId="8ed04819-1a1c-42ab-ae09-44d42575f3a6" providerId="ADAL" clId="{3E657728-002F-4D06-8545-52875357E7CC}" dt="2023-03-09T06:09:51.342" v="165" actId="26606"/>
          <ac:spMkLst>
            <pc:docMk/>
            <pc:sldMk cId="1100559221" sldId="264"/>
            <ac:spMk id="16" creationId="{5060D983-8B52-443A-8183-2A1DE05618B5}"/>
          </ac:spMkLst>
        </pc:spChg>
        <pc:picChg chg="add del mod ord">
          <ac:chgData name="LEUNG Nicole" userId="8ed04819-1a1c-42ab-ae09-44d42575f3a6" providerId="ADAL" clId="{3E657728-002F-4D06-8545-52875357E7CC}" dt="2023-03-09T06:13:08.303" v="225" actId="478"/>
          <ac:picMkLst>
            <pc:docMk/>
            <pc:sldMk cId="1100559221" sldId="264"/>
            <ac:picMk id="4" creationId="{96C3132E-46EA-480F-AA9A-8ECB2BB7CC30}"/>
          </ac:picMkLst>
        </pc:picChg>
        <pc:picChg chg="add del mod ord">
          <ac:chgData name="LEUNG Nicole" userId="8ed04819-1a1c-42ab-ae09-44d42575f3a6" providerId="ADAL" clId="{3E657728-002F-4D06-8545-52875357E7CC}" dt="2023-03-09T06:13:06.508" v="224" actId="478"/>
          <ac:picMkLst>
            <pc:docMk/>
            <pc:sldMk cId="1100559221" sldId="264"/>
            <ac:picMk id="5" creationId="{8706B64A-9DBE-42F7-AB52-B0D44A7905BC}"/>
          </ac:picMkLst>
        </pc:picChg>
        <pc:picChg chg="add del mod">
          <ac:chgData name="LEUNG Nicole" userId="8ed04819-1a1c-42ab-ae09-44d42575f3a6" providerId="ADAL" clId="{3E657728-002F-4D06-8545-52875357E7CC}" dt="2023-03-09T07:31:42.116" v="551" actId="478"/>
          <ac:picMkLst>
            <pc:docMk/>
            <pc:sldMk cId="1100559221" sldId="264"/>
            <ac:picMk id="7" creationId="{F63BF7FB-45B4-48D5-8547-3482213E38A5}"/>
          </ac:picMkLst>
        </pc:picChg>
        <pc:picChg chg="add del mod">
          <ac:chgData name="LEUNG Nicole" userId="8ed04819-1a1c-42ab-ae09-44d42575f3a6" providerId="ADAL" clId="{3E657728-002F-4D06-8545-52875357E7CC}" dt="2023-03-10T10:29:59.433" v="2661" actId="14100"/>
          <ac:picMkLst>
            <pc:docMk/>
            <pc:sldMk cId="1100559221" sldId="264"/>
            <ac:picMk id="9" creationId="{58EA6C68-8E83-45D7-BFD4-0DA0F4E45E60}"/>
          </ac:picMkLst>
        </pc:picChg>
        <pc:picChg chg="add mod">
          <ac:chgData name="LEUNG Nicole" userId="8ed04819-1a1c-42ab-ae09-44d42575f3a6" providerId="ADAL" clId="{3E657728-002F-4D06-8545-52875357E7CC}" dt="2023-03-10T10:30:11.764" v="2664" actId="1076"/>
          <ac:picMkLst>
            <pc:docMk/>
            <pc:sldMk cId="1100559221" sldId="264"/>
            <ac:picMk id="15" creationId="{9168F329-27DA-4FBE-911E-C8E6EB7FFD47}"/>
          </ac:picMkLst>
        </pc:picChg>
      </pc:sldChg>
      <pc:sldChg chg="new del">
        <pc:chgData name="LEUNG Nicole" userId="8ed04819-1a1c-42ab-ae09-44d42575f3a6" providerId="ADAL" clId="{3E657728-002F-4D06-8545-52875357E7CC}" dt="2023-03-09T06:17:56.566" v="275" actId="2696"/>
        <pc:sldMkLst>
          <pc:docMk/>
          <pc:sldMk cId="2708006194" sldId="265"/>
        </pc:sldMkLst>
      </pc:sldChg>
      <pc:sldChg chg="addSp delSp modSp add mod ord delDesignElem">
        <pc:chgData name="LEUNG Nicole" userId="8ed04819-1a1c-42ab-ae09-44d42575f3a6" providerId="ADAL" clId="{3E657728-002F-4D06-8545-52875357E7CC}" dt="2023-03-09T07:27:07.275" v="452" actId="14100"/>
        <pc:sldMkLst>
          <pc:docMk/>
          <pc:sldMk cId="3442902861" sldId="266"/>
        </pc:sldMkLst>
        <pc:spChg chg="mod">
          <ac:chgData name="LEUNG Nicole" userId="8ed04819-1a1c-42ab-ae09-44d42575f3a6" providerId="ADAL" clId="{3E657728-002F-4D06-8545-52875357E7CC}" dt="2023-03-09T07:26:59.438" v="450" actId="1076"/>
          <ac:spMkLst>
            <pc:docMk/>
            <pc:sldMk cId="3442902861" sldId="266"/>
            <ac:spMk id="2" creationId="{D6124752-D21F-4C37-8C89-5A6D49E7D613}"/>
          </ac:spMkLst>
        </pc:spChg>
        <pc:spChg chg="mod">
          <ac:chgData name="LEUNG Nicole" userId="8ed04819-1a1c-42ab-ae09-44d42575f3a6" providerId="ADAL" clId="{3E657728-002F-4D06-8545-52875357E7CC}" dt="2023-03-09T07:27:07.275" v="452" actId="14100"/>
          <ac:spMkLst>
            <pc:docMk/>
            <pc:sldMk cId="3442902861" sldId="266"/>
            <ac:spMk id="3" creationId="{0722FC5A-B29F-4C58-940E-4D925D707B51}"/>
          </ac:spMkLst>
        </pc:spChg>
        <pc:spChg chg="del">
          <ac:chgData name="LEUNG Nicole" userId="8ed04819-1a1c-42ab-ae09-44d42575f3a6" providerId="ADAL" clId="{3E657728-002F-4D06-8545-52875357E7CC}" dt="2023-03-09T06:19:34.070" v="292"/>
          <ac:spMkLst>
            <pc:docMk/>
            <pc:sldMk cId="3442902861" sldId="266"/>
            <ac:spMk id="12" creationId="{3CE5203E-F2D1-469A-A50E-9C6654211B85}"/>
          </ac:spMkLst>
        </pc:spChg>
        <pc:spChg chg="del">
          <ac:chgData name="LEUNG Nicole" userId="8ed04819-1a1c-42ab-ae09-44d42575f3a6" providerId="ADAL" clId="{3E657728-002F-4D06-8545-52875357E7CC}" dt="2023-03-09T06:19:34.070" v="292"/>
          <ac:spMkLst>
            <pc:docMk/>
            <pc:sldMk cId="3442902861" sldId="266"/>
            <ac:spMk id="14" creationId="{9080D120-BD54-46E1-BA37-82F5E8089E90}"/>
          </ac:spMkLst>
        </pc:spChg>
        <pc:spChg chg="del">
          <ac:chgData name="LEUNG Nicole" userId="8ed04819-1a1c-42ab-ae09-44d42575f3a6" providerId="ADAL" clId="{3E657728-002F-4D06-8545-52875357E7CC}" dt="2023-03-09T06:19:34.070" v="292"/>
          <ac:spMkLst>
            <pc:docMk/>
            <pc:sldMk cId="3442902861" sldId="266"/>
            <ac:spMk id="16" creationId="{81D83946-74FA-498A-AC80-9926F041B5C5}"/>
          </ac:spMkLst>
        </pc:spChg>
        <pc:spChg chg="del">
          <ac:chgData name="LEUNG Nicole" userId="8ed04819-1a1c-42ab-ae09-44d42575f3a6" providerId="ADAL" clId="{3E657728-002F-4D06-8545-52875357E7CC}" dt="2023-03-09T06:19:34.070" v="292"/>
          <ac:spMkLst>
            <pc:docMk/>
            <pc:sldMk cId="3442902861" sldId="266"/>
            <ac:spMk id="18" creationId="{5060D983-8B52-443A-8183-2A1DE05618B5}"/>
          </ac:spMkLst>
        </pc:spChg>
        <pc:picChg chg="add mod">
          <ac:chgData name="LEUNG Nicole" userId="8ed04819-1a1c-42ab-ae09-44d42575f3a6" providerId="ADAL" clId="{3E657728-002F-4D06-8545-52875357E7CC}" dt="2023-03-09T06:30:16.392" v="324" actId="1076"/>
          <ac:picMkLst>
            <pc:docMk/>
            <pc:sldMk cId="3442902861" sldId="266"/>
            <ac:picMk id="5" creationId="{5A74EE3E-9A1E-4F94-BBA7-B2FF46777420}"/>
          </ac:picMkLst>
        </pc:picChg>
        <pc:picChg chg="add mod">
          <ac:chgData name="LEUNG Nicole" userId="8ed04819-1a1c-42ab-ae09-44d42575f3a6" providerId="ADAL" clId="{3E657728-002F-4D06-8545-52875357E7CC}" dt="2023-03-09T06:30:25.815" v="326" actId="1076"/>
          <ac:picMkLst>
            <pc:docMk/>
            <pc:sldMk cId="3442902861" sldId="266"/>
            <ac:picMk id="7" creationId="{7D11AFA2-FAE3-45D7-811D-958F565C4297}"/>
          </ac:picMkLst>
        </pc:picChg>
        <pc:picChg chg="del">
          <ac:chgData name="LEUNG Nicole" userId="8ed04819-1a1c-42ab-ae09-44d42575f3a6" providerId="ADAL" clId="{3E657728-002F-4D06-8545-52875357E7CC}" dt="2023-03-09T06:17:47.689" v="273" actId="478"/>
          <ac:picMkLst>
            <pc:docMk/>
            <pc:sldMk cId="3442902861" sldId="266"/>
            <ac:picMk id="19" creationId="{A9925FD3-3EA1-48B5-B575-8B2931BC9836}"/>
          </ac:picMkLst>
        </pc:picChg>
        <pc:picChg chg="del">
          <ac:chgData name="LEUNG Nicole" userId="8ed04819-1a1c-42ab-ae09-44d42575f3a6" providerId="ADAL" clId="{3E657728-002F-4D06-8545-52875357E7CC}" dt="2023-03-09T06:17:46.967" v="272" actId="478"/>
          <ac:picMkLst>
            <pc:docMk/>
            <pc:sldMk cId="3442902861" sldId="266"/>
            <ac:picMk id="21" creationId="{EDD630A4-2DB9-4BCC-BE2D-2C106EED9673}"/>
          </ac:picMkLst>
        </pc:picChg>
      </pc:sldChg>
      <pc:sldChg chg="addSp delSp modSp add mod setBg">
        <pc:chgData name="LEUNG Nicole" userId="8ed04819-1a1c-42ab-ae09-44d42575f3a6" providerId="ADAL" clId="{3E657728-002F-4D06-8545-52875357E7CC}" dt="2023-03-09T09:22:32.315" v="951" actId="14100"/>
        <pc:sldMkLst>
          <pc:docMk/>
          <pc:sldMk cId="2172804706" sldId="267"/>
        </pc:sldMkLst>
        <pc:spChg chg="del">
          <ac:chgData name="LEUNG Nicole" userId="8ed04819-1a1c-42ab-ae09-44d42575f3a6" providerId="ADAL" clId="{3E657728-002F-4D06-8545-52875357E7CC}" dt="2023-03-09T06:32:02.078" v="353"/>
          <ac:spMkLst>
            <pc:docMk/>
            <pc:sldMk cId="2172804706" sldId="267"/>
            <ac:spMk id="2" creationId="{D6124752-D21F-4C37-8C89-5A6D49E7D613}"/>
          </ac:spMkLst>
        </pc:spChg>
        <pc:spChg chg="mod">
          <ac:chgData name="LEUNG Nicole" userId="8ed04819-1a1c-42ab-ae09-44d42575f3a6" providerId="ADAL" clId="{3E657728-002F-4D06-8545-52875357E7CC}" dt="2023-03-09T09:22:29.515" v="950" actId="14100"/>
          <ac:spMkLst>
            <pc:docMk/>
            <pc:sldMk cId="2172804706" sldId="267"/>
            <ac:spMk id="3" creationId="{0722FC5A-B29F-4C58-940E-4D925D707B51}"/>
          </ac:spMkLst>
        </pc:spChg>
        <pc:spChg chg="add mod">
          <ac:chgData name="LEUNG Nicole" userId="8ed04819-1a1c-42ab-ae09-44d42575f3a6" providerId="ADAL" clId="{3E657728-002F-4D06-8545-52875357E7CC}" dt="2023-03-09T09:22:32.315" v="951" actId="14100"/>
          <ac:spMkLst>
            <pc:docMk/>
            <pc:sldMk cId="2172804706" sldId="267"/>
            <ac:spMk id="8" creationId="{4AC6116F-469F-4A0D-BD15-3D93A5ABDC3B}"/>
          </ac:spMkLst>
        </pc:spChg>
        <pc:picChg chg="add mod">
          <ac:chgData name="LEUNG Nicole" userId="8ed04819-1a1c-42ab-ae09-44d42575f3a6" providerId="ADAL" clId="{3E657728-002F-4D06-8545-52875357E7CC}" dt="2023-03-09T06:30:38.808" v="328" actId="1076"/>
          <ac:picMkLst>
            <pc:docMk/>
            <pc:sldMk cId="2172804706" sldId="267"/>
            <ac:picMk id="5" creationId="{C04A081E-9852-46B6-A49B-0E508ECE54F3}"/>
          </ac:picMkLst>
        </pc:picChg>
        <pc:picChg chg="add mod">
          <ac:chgData name="LEUNG Nicole" userId="8ed04819-1a1c-42ab-ae09-44d42575f3a6" providerId="ADAL" clId="{3E657728-002F-4D06-8545-52875357E7CC}" dt="2023-03-09T06:30:46.052" v="330" actId="1076"/>
          <ac:picMkLst>
            <pc:docMk/>
            <pc:sldMk cId="2172804706" sldId="267"/>
            <ac:picMk id="7" creationId="{E1444774-6B0E-4908-860A-2618E04FA654}"/>
          </ac:picMkLst>
        </pc:picChg>
      </pc:sldChg>
      <pc:sldChg chg="addSp delSp add del setBg delDesignElem">
        <pc:chgData name="LEUNG Nicole" userId="8ed04819-1a1c-42ab-ae09-44d42575f3a6" providerId="ADAL" clId="{3E657728-002F-4D06-8545-52875357E7CC}" dt="2023-03-09T06:18:50.264" v="287"/>
        <pc:sldMkLst>
          <pc:docMk/>
          <pc:sldMk cId="2661803978" sldId="267"/>
        </pc:sldMkLst>
        <pc:spChg chg="add del">
          <ac:chgData name="LEUNG Nicole" userId="8ed04819-1a1c-42ab-ae09-44d42575f3a6" providerId="ADAL" clId="{3E657728-002F-4D06-8545-52875357E7CC}" dt="2023-03-09T06:18:50.264" v="287"/>
          <ac:spMkLst>
            <pc:docMk/>
            <pc:sldMk cId="2661803978" sldId="267"/>
            <ac:spMk id="12" creationId="{3CE5203E-F2D1-469A-A50E-9C6654211B85}"/>
          </ac:spMkLst>
        </pc:spChg>
        <pc:spChg chg="add del">
          <ac:chgData name="LEUNG Nicole" userId="8ed04819-1a1c-42ab-ae09-44d42575f3a6" providerId="ADAL" clId="{3E657728-002F-4D06-8545-52875357E7CC}" dt="2023-03-09T06:18:50.264" v="287"/>
          <ac:spMkLst>
            <pc:docMk/>
            <pc:sldMk cId="2661803978" sldId="267"/>
            <ac:spMk id="14" creationId="{9080D120-BD54-46E1-BA37-82F5E8089E90}"/>
          </ac:spMkLst>
        </pc:spChg>
        <pc:spChg chg="add del">
          <ac:chgData name="LEUNG Nicole" userId="8ed04819-1a1c-42ab-ae09-44d42575f3a6" providerId="ADAL" clId="{3E657728-002F-4D06-8545-52875357E7CC}" dt="2023-03-09T06:18:50.264" v="287"/>
          <ac:spMkLst>
            <pc:docMk/>
            <pc:sldMk cId="2661803978" sldId="267"/>
            <ac:spMk id="16" creationId="{81D83946-74FA-498A-AC80-9926F041B5C5}"/>
          </ac:spMkLst>
        </pc:spChg>
        <pc:spChg chg="add del">
          <ac:chgData name="LEUNG Nicole" userId="8ed04819-1a1c-42ab-ae09-44d42575f3a6" providerId="ADAL" clId="{3E657728-002F-4D06-8545-52875357E7CC}" dt="2023-03-09T06:18:50.264" v="287"/>
          <ac:spMkLst>
            <pc:docMk/>
            <pc:sldMk cId="2661803978" sldId="267"/>
            <ac:spMk id="18" creationId="{5060D983-8B52-443A-8183-2A1DE05618B5}"/>
          </ac:spMkLst>
        </pc:spChg>
      </pc:sldChg>
      <pc:sldChg chg="addSp delSp add del setBg delDesignElem">
        <pc:chgData name="LEUNG Nicole" userId="8ed04819-1a1c-42ab-ae09-44d42575f3a6" providerId="ADAL" clId="{3E657728-002F-4D06-8545-52875357E7CC}" dt="2023-03-09T06:18:49.752" v="286"/>
        <pc:sldMkLst>
          <pc:docMk/>
          <pc:sldMk cId="498048518" sldId="268"/>
        </pc:sldMkLst>
        <pc:spChg chg="add del">
          <ac:chgData name="LEUNG Nicole" userId="8ed04819-1a1c-42ab-ae09-44d42575f3a6" providerId="ADAL" clId="{3E657728-002F-4D06-8545-52875357E7CC}" dt="2023-03-09T06:18:49.752" v="286"/>
          <ac:spMkLst>
            <pc:docMk/>
            <pc:sldMk cId="498048518" sldId="268"/>
            <ac:spMk id="12" creationId="{3CE5203E-F2D1-469A-A50E-9C6654211B85}"/>
          </ac:spMkLst>
        </pc:spChg>
        <pc:spChg chg="add del">
          <ac:chgData name="LEUNG Nicole" userId="8ed04819-1a1c-42ab-ae09-44d42575f3a6" providerId="ADAL" clId="{3E657728-002F-4D06-8545-52875357E7CC}" dt="2023-03-09T06:18:49.752" v="286"/>
          <ac:spMkLst>
            <pc:docMk/>
            <pc:sldMk cId="498048518" sldId="268"/>
            <ac:spMk id="14" creationId="{9080D120-BD54-46E1-BA37-82F5E8089E90}"/>
          </ac:spMkLst>
        </pc:spChg>
        <pc:spChg chg="add del">
          <ac:chgData name="LEUNG Nicole" userId="8ed04819-1a1c-42ab-ae09-44d42575f3a6" providerId="ADAL" clId="{3E657728-002F-4D06-8545-52875357E7CC}" dt="2023-03-09T06:18:49.752" v="286"/>
          <ac:spMkLst>
            <pc:docMk/>
            <pc:sldMk cId="498048518" sldId="268"/>
            <ac:spMk id="16" creationId="{81D83946-74FA-498A-AC80-9926F041B5C5}"/>
          </ac:spMkLst>
        </pc:spChg>
        <pc:spChg chg="add del">
          <ac:chgData name="LEUNG Nicole" userId="8ed04819-1a1c-42ab-ae09-44d42575f3a6" providerId="ADAL" clId="{3E657728-002F-4D06-8545-52875357E7CC}" dt="2023-03-09T06:18:49.752" v="286"/>
          <ac:spMkLst>
            <pc:docMk/>
            <pc:sldMk cId="498048518" sldId="268"/>
            <ac:spMk id="18" creationId="{5060D983-8B52-443A-8183-2A1DE05618B5}"/>
          </ac:spMkLst>
        </pc:spChg>
      </pc:sldChg>
      <pc:sldChg chg="addSp modSp add del mod setBg">
        <pc:chgData name="LEUNG Nicole" userId="8ed04819-1a1c-42ab-ae09-44d42575f3a6" providerId="ADAL" clId="{3E657728-002F-4D06-8545-52875357E7CC}" dt="2023-03-10T10:39:12.469" v="2732" actId="2696"/>
        <pc:sldMkLst>
          <pc:docMk/>
          <pc:sldMk cId="3832514624" sldId="268"/>
        </pc:sldMkLst>
        <pc:spChg chg="mod">
          <ac:chgData name="LEUNG Nicole" userId="8ed04819-1a1c-42ab-ae09-44d42575f3a6" providerId="ADAL" clId="{3E657728-002F-4D06-8545-52875357E7CC}" dt="2023-03-09T09:22:39.939" v="953" actId="14100"/>
          <ac:spMkLst>
            <pc:docMk/>
            <pc:sldMk cId="3832514624" sldId="268"/>
            <ac:spMk id="2" creationId="{D6124752-D21F-4C37-8C89-5A6D49E7D613}"/>
          </ac:spMkLst>
        </pc:spChg>
        <pc:spChg chg="mod">
          <ac:chgData name="LEUNG Nicole" userId="8ed04819-1a1c-42ab-ae09-44d42575f3a6" providerId="ADAL" clId="{3E657728-002F-4D06-8545-52875357E7CC}" dt="2023-03-09T09:22:36.643" v="952" actId="14100"/>
          <ac:spMkLst>
            <pc:docMk/>
            <pc:sldMk cId="3832514624" sldId="268"/>
            <ac:spMk id="3" creationId="{0722FC5A-B29F-4C58-940E-4D925D707B51}"/>
          </ac:spMkLst>
        </pc:spChg>
        <pc:picChg chg="add mod">
          <ac:chgData name="LEUNG Nicole" userId="8ed04819-1a1c-42ab-ae09-44d42575f3a6" providerId="ADAL" clId="{3E657728-002F-4D06-8545-52875357E7CC}" dt="2023-03-09T06:30:58.822" v="332" actId="1076"/>
          <ac:picMkLst>
            <pc:docMk/>
            <pc:sldMk cId="3832514624" sldId="268"/>
            <ac:picMk id="5" creationId="{735ED6F1-0101-4DEC-8E2B-FCF76D608159}"/>
          </ac:picMkLst>
        </pc:picChg>
        <pc:picChg chg="add mod">
          <ac:chgData name="LEUNG Nicole" userId="8ed04819-1a1c-42ab-ae09-44d42575f3a6" providerId="ADAL" clId="{3E657728-002F-4D06-8545-52875357E7CC}" dt="2023-03-09T06:31:04.950" v="334" actId="1076"/>
          <ac:picMkLst>
            <pc:docMk/>
            <pc:sldMk cId="3832514624" sldId="268"/>
            <ac:picMk id="7" creationId="{2E085EE4-FEA6-4368-8E94-85BDDBB7F64E}"/>
          </ac:picMkLst>
        </pc:picChg>
      </pc:sldChg>
      <pc:sldChg chg="addSp delSp add del setBg delDesignElem">
        <pc:chgData name="LEUNG Nicole" userId="8ed04819-1a1c-42ab-ae09-44d42575f3a6" providerId="ADAL" clId="{3E657728-002F-4D06-8545-52875357E7CC}" dt="2023-03-09T06:18:48.720" v="284"/>
        <pc:sldMkLst>
          <pc:docMk/>
          <pc:sldMk cId="1079996666" sldId="269"/>
        </pc:sldMkLst>
        <pc:spChg chg="add del">
          <ac:chgData name="LEUNG Nicole" userId="8ed04819-1a1c-42ab-ae09-44d42575f3a6" providerId="ADAL" clId="{3E657728-002F-4D06-8545-52875357E7CC}" dt="2023-03-09T06:18:48.720" v="284"/>
          <ac:spMkLst>
            <pc:docMk/>
            <pc:sldMk cId="1079996666" sldId="269"/>
            <ac:spMk id="12" creationId="{3CE5203E-F2D1-469A-A50E-9C6654211B85}"/>
          </ac:spMkLst>
        </pc:spChg>
        <pc:spChg chg="add del">
          <ac:chgData name="LEUNG Nicole" userId="8ed04819-1a1c-42ab-ae09-44d42575f3a6" providerId="ADAL" clId="{3E657728-002F-4D06-8545-52875357E7CC}" dt="2023-03-09T06:18:48.720" v="284"/>
          <ac:spMkLst>
            <pc:docMk/>
            <pc:sldMk cId="1079996666" sldId="269"/>
            <ac:spMk id="14" creationId="{9080D120-BD54-46E1-BA37-82F5E8089E90}"/>
          </ac:spMkLst>
        </pc:spChg>
        <pc:spChg chg="add del">
          <ac:chgData name="LEUNG Nicole" userId="8ed04819-1a1c-42ab-ae09-44d42575f3a6" providerId="ADAL" clId="{3E657728-002F-4D06-8545-52875357E7CC}" dt="2023-03-09T06:18:48.720" v="284"/>
          <ac:spMkLst>
            <pc:docMk/>
            <pc:sldMk cId="1079996666" sldId="269"/>
            <ac:spMk id="16" creationId="{81D83946-74FA-498A-AC80-9926F041B5C5}"/>
          </ac:spMkLst>
        </pc:spChg>
        <pc:spChg chg="add del">
          <ac:chgData name="LEUNG Nicole" userId="8ed04819-1a1c-42ab-ae09-44d42575f3a6" providerId="ADAL" clId="{3E657728-002F-4D06-8545-52875357E7CC}" dt="2023-03-09T06:18:48.720" v="284"/>
          <ac:spMkLst>
            <pc:docMk/>
            <pc:sldMk cId="1079996666" sldId="269"/>
            <ac:spMk id="18" creationId="{5060D983-8B52-443A-8183-2A1DE05618B5}"/>
          </ac:spMkLst>
        </pc:spChg>
      </pc:sldChg>
      <pc:sldChg chg="addSp delSp modSp add mod setBg">
        <pc:chgData name="LEUNG Nicole" userId="8ed04819-1a1c-42ab-ae09-44d42575f3a6" providerId="ADAL" clId="{3E657728-002F-4D06-8545-52875357E7CC}" dt="2023-03-20T09:21:26.331" v="5759" actId="20577"/>
        <pc:sldMkLst>
          <pc:docMk/>
          <pc:sldMk cId="3223329462" sldId="269"/>
        </pc:sldMkLst>
        <pc:spChg chg="del">
          <ac:chgData name="LEUNG Nicole" userId="8ed04819-1a1c-42ab-ae09-44d42575f3a6" providerId="ADAL" clId="{3E657728-002F-4D06-8545-52875357E7CC}" dt="2023-03-09T06:32:17.872" v="382"/>
          <ac:spMkLst>
            <pc:docMk/>
            <pc:sldMk cId="3223329462" sldId="269"/>
            <ac:spMk id="2" creationId="{D6124752-D21F-4C37-8C89-5A6D49E7D613}"/>
          </ac:spMkLst>
        </pc:spChg>
        <pc:spChg chg="mod">
          <ac:chgData name="LEUNG Nicole" userId="8ed04819-1a1c-42ab-ae09-44d42575f3a6" providerId="ADAL" clId="{3E657728-002F-4D06-8545-52875357E7CC}" dt="2023-03-13T03:12:26.171" v="3237" actId="20577"/>
          <ac:spMkLst>
            <pc:docMk/>
            <pc:sldMk cId="3223329462" sldId="269"/>
            <ac:spMk id="3" creationId="{0722FC5A-B29F-4C58-940E-4D925D707B51}"/>
          </ac:spMkLst>
        </pc:spChg>
        <pc:spChg chg="add mod">
          <ac:chgData name="LEUNG Nicole" userId="8ed04819-1a1c-42ab-ae09-44d42575f3a6" providerId="ADAL" clId="{3E657728-002F-4D06-8545-52875357E7CC}" dt="2023-03-20T09:21:26.331" v="5759" actId="20577"/>
          <ac:spMkLst>
            <pc:docMk/>
            <pc:sldMk cId="3223329462" sldId="269"/>
            <ac:spMk id="6" creationId="{83861B73-95BF-4669-8FF5-2BBE57D09DFE}"/>
          </ac:spMkLst>
        </pc:spChg>
        <pc:picChg chg="add del mod">
          <ac:chgData name="LEUNG Nicole" userId="8ed04819-1a1c-42ab-ae09-44d42575f3a6" providerId="ADAL" clId="{3E657728-002F-4D06-8545-52875357E7CC}" dt="2023-03-09T06:32:46.022" v="383" actId="478"/>
          <ac:picMkLst>
            <pc:docMk/>
            <pc:sldMk cId="3223329462" sldId="269"/>
            <ac:picMk id="5" creationId="{C8454D4B-35B5-4C68-BE93-1143BDC4C57C}"/>
          </ac:picMkLst>
        </pc:picChg>
        <pc:picChg chg="add mod">
          <ac:chgData name="LEUNG Nicole" userId="8ed04819-1a1c-42ab-ae09-44d42575f3a6" providerId="ADAL" clId="{3E657728-002F-4D06-8545-52875357E7CC}" dt="2023-03-09T06:32:48.644" v="385" actId="1076"/>
          <ac:picMkLst>
            <pc:docMk/>
            <pc:sldMk cId="3223329462" sldId="269"/>
            <ac:picMk id="8" creationId="{4EAB1F09-034D-4FBE-B9A1-EEE1406402AA}"/>
          </ac:picMkLst>
        </pc:picChg>
        <pc:picChg chg="add mod">
          <ac:chgData name="LEUNG Nicole" userId="8ed04819-1a1c-42ab-ae09-44d42575f3a6" providerId="ADAL" clId="{3E657728-002F-4D06-8545-52875357E7CC}" dt="2023-03-09T09:29:14.457" v="954" actId="1076"/>
          <ac:picMkLst>
            <pc:docMk/>
            <pc:sldMk cId="3223329462" sldId="269"/>
            <ac:picMk id="10" creationId="{8728F3A2-6B75-49D6-BC9B-800F3AE9B5FD}"/>
          </ac:picMkLst>
        </pc:picChg>
      </pc:sldChg>
      <pc:sldChg chg="addSp delSp modSp add del mod">
        <pc:chgData name="LEUNG Nicole" userId="8ed04819-1a1c-42ab-ae09-44d42575f3a6" providerId="ADAL" clId="{3E657728-002F-4D06-8545-52875357E7CC}" dt="2023-03-20T08:07:03.684" v="4842" actId="2696"/>
        <pc:sldMkLst>
          <pc:docMk/>
          <pc:sldMk cId="2660804446" sldId="270"/>
        </pc:sldMkLst>
        <pc:spChg chg="mod">
          <ac:chgData name="LEUNG Nicole" userId="8ed04819-1a1c-42ab-ae09-44d42575f3a6" providerId="ADAL" clId="{3E657728-002F-4D06-8545-52875357E7CC}" dt="2023-03-09T23:10:32.833" v="1110" actId="1076"/>
          <ac:spMkLst>
            <pc:docMk/>
            <pc:sldMk cId="2660804446" sldId="270"/>
            <ac:spMk id="2" creationId="{D6124752-D21F-4C37-8C89-5A6D49E7D613}"/>
          </ac:spMkLst>
        </pc:spChg>
        <pc:spChg chg="del mod">
          <ac:chgData name="LEUNG Nicole" userId="8ed04819-1a1c-42ab-ae09-44d42575f3a6" providerId="ADAL" clId="{3E657728-002F-4D06-8545-52875357E7CC}" dt="2023-03-20T08:07:00.025" v="4841" actId="478"/>
          <ac:spMkLst>
            <pc:docMk/>
            <pc:sldMk cId="2660804446" sldId="270"/>
            <ac:spMk id="3" creationId="{0722FC5A-B29F-4C58-940E-4D925D707B51}"/>
          </ac:spMkLst>
        </pc:spChg>
        <pc:spChg chg="add mod">
          <ac:chgData name="LEUNG Nicole" userId="8ed04819-1a1c-42ab-ae09-44d42575f3a6" providerId="ADAL" clId="{3E657728-002F-4D06-8545-52875357E7CC}" dt="2023-03-20T08:07:00.025" v="4841" actId="478"/>
          <ac:spMkLst>
            <pc:docMk/>
            <pc:sldMk cId="2660804446" sldId="270"/>
            <ac:spMk id="6" creationId="{661EF688-9C16-4BC1-B820-549E3D2CB4F1}"/>
          </ac:spMkLst>
        </pc:spChg>
        <pc:picChg chg="add del mod">
          <ac:chgData name="LEUNG Nicole" userId="8ed04819-1a1c-42ab-ae09-44d42575f3a6" providerId="ADAL" clId="{3E657728-002F-4D06-8545-52875357E7CC}" dt="2023-03-20T08:06:57.389" v="4840" actId="478"/>
          <ac:picMkLst>
            <pc:docMk/>
            <pc:sldMk cId="2660804446" sldId="270"/>
            <ac:picMk id="5" creationId="{F9C05481-9B4B-42C9-A4B6-21ED0F0EB6E4}"/>
          </ac:picMkLst>
        </pc:picChg>
      </pc:sldChg>
      <pc:sldChg chg="add del setBg">
        <pc:chgData name="LEUNG Nicole" userId="8ed04819-1a1c-42ab-ae09-44d42575f3a6" providerId="ADAL" clId="{3E657728-002F-4D06-8545-52875357E7CC}" dt="2023-03-09T23:01:46.639" v="964" actId="2696"/>
        <pc:sldMkLst>
          <pc:docMk/>
          <pc:sldMk cId="3305399674" sldId="270"/>
        </pc:sldMkLst>
      </pc:sldChg>
      <pc:sldChg chg="addSp delSp modSp add mod">
        <pc:chgData name="LEUNG Nicole" userId="8ed04819-1a1c-42ab-ae09-44d42575f3a6" providerId="ADAL" clId="{3E657728-002F-4D06-8545-52875357E7CC}" dt="2023-03-09T23:59:31.881" v="1227" actId="20577"/>
        <pc:sldMkLst>
          <pc:docMk/>
          <pc:sldMk cId="148509534" sldId="271"/>
        </pc:sldMkLst>
        <pc:spChg chg="mod">
          <ac:chgData name="LEUNG Nicole" userId="8ed04819-1a1c-42ab-ae09-44d42575f3a6" providerId="ADAL" clId="{3E657728-002F-4D06-8545-52875357E7CC}" dt="2023-03-09T23:58:20.416" v="1160" actId="1076"/>
          <ac:spMkLst>
            <pc:docMk/>
            <pc:sldMk cId="148509534" sldId="271"/>
            <ac:spMk id="2" creationId="{D6124752-D21F-4C37-8C89-5A6D49E7D613}"/>
          </ac:spMkLst>
        </pc:spChg>
        <pc:spChg chg="del">
          <ac:chgData name="LEUNG Nicole" userId="8ed04819-1a1c-42ab-ae09-44d42575f3a6" providerId="ADAL" clId="{3E657728-002F-4D06-8545-52875357E7CC}" dt="2023-03-09T23:58:14.920" v="1157" actId="478"/>
          <ac:spMkLst>
            <pc:docMk/>
            <pc:sldMk cId="148509534" sldId="271"/>
            <ac:spMk id="3" creationId="{0722FC5A-B29F-4C58-940E-4D925D707B51}"/>
          </ac:spMkLst>
        </pc:spChg>
        <pc:spChg chg="add mod">
          <ac:chgData name="LEUNG Nicole" userId="8ed04819-1a1c-42ab-ae09-44d42575f3a6" providerId="ADAL" clId="{3E657728-002F-4D06-8545-52875357E7CC}" dt="2023-03-09T23:59:31.881" v="1227" actId="20577"/>
          <ac:spMkLst>
            <pc:docMk/>
            <pc:sldMk cId="148509534" sldId="271"/>
            <ac:spMk id="10" creationId="{6FDF8BAA-5517-44E5-A349-459CB9334C39}"/>
          </ac:spMkLst>
        </pc:spChg>
        <pc:picChg chg="add mod">
          <ac:chgData name="LEUNG Nicole" userId="8ed04819-1a1c-42ab-ae09-44d42575f3a6" providerId="ADAL" clId="{3E657728-002F-4D06-8545-52875357E7CC}" dt="2023-03-09T23:58:01.096" v="1154" actId="1076"/>
          <ac:picMkLst>
            <pc:docMk/>
            <pc:sldMk cId="148509534" sldId="271"/>
            <ac:picMk id="5" creationId="{8CF5FB87-8925-4D39-AA93-0DA03D9C80CD}"/>
          </ac:picMkLst>
        </pc:picChg>
        <pc:picChg chg="add mod">
          <ac:chgData name="LEUNG Nicole" userId="8ed04819-1a1c-42ab-ae09-44d42575f3a6" providerId="ADAL" clId="{3E657728-002F-4D06-8545-52875357E7CC}" dt="2023-03-09T23:58:08.600" v="1156" actId="1076"/>
          <ac:picMkLst>
            <pc:docMk/>
            <pc:sldMk cId="148509534" sldId="271"/>
            <ac:picMk id="7" creationId="{FFDB1482-D936-4C7D-819E-E30B132A47F3}"/>
          </ac:picMkLst>
        </pc:picChg>
        <pc:picChg chg="add mod">
          <ac:chgData name="LEUNG Nicole" userId="8ed04819-1a1c-42ab-ae09-44d42575f3a6" providerId="ADAL" clId="{3E657728-002F-4D06-8545-52875357E7CC}" dt="2023-03-09T23:58:17.934" v="1159" actId="1076"/>
          <ac:picMkLst>
            <pc:docMk/>
            <pc:sldMk cId="148509534" sldId="271"/>
            <ac:picMk id="9" creationId="{3DA9B211-5337-4408-8A2D-37760443C69D}"/>
          </ac:picMkLst>
        </pc:picChg>
      </pc:sldChg>
      <pc:sldChg chg="add del setBg">
        <pc:chgData name="LEUNG Nicole" userId="8ed04819-1a1c-42ab-ae09-44d42575f3a6" providerId="ADAL" clId="{3E657728-002F-4D06-8545-52875357E7CC}" dt="2023-03-09T23:01:46.639" v="964" actId="2696"/>
        <pc:sldMkLst>
          <pc:docMk/>
          <pc:sldMk cId="243309239" sldId="271"/>
        </pc:sldMkLst>
      </pc:sldChg>
      <pc:sldChg chg="addSp delSp modSp new mod">
        <pc:chgData name="LEUNG Nicole" userId="8ed04819-1a1c-42ab-ae09-44d42575f3a6" providerId="ADAL" clId="{3E657728-002F-4D06-8545-52875357E7CC}" dt="2023-03-09T07:27:27.512" v="458" actId="478"/>
        <pc:sldMkLst>
          <pc:docMk/>
          <pc:sldMk cId="4289746519" sldId="274"/>
        </pc:sldMkLst>
        <pc:spChg chg="del">
          <ac:chgData name="LEUNG Nicole" userId="8ed04819-1a1c-42ab-ae09-44d42575f3a6" providerId="ADAL" clId="{3E657728-002F-4D06-8545-52875357E7CC}" dt="2023-03-09T07:27:24.877" v="457" actId="478"/>
          <ac:spMkLst>
            <pc:docMk/>
            <pc:sldMk cId="4289746519" sldId="274"/>
            <ac:spMk id="2" creationId="{B3B61538-2005-4CD9-9658-78F6E2343B9F}"/>
          </ac:spMkLst>
        </pc:spChg>
        <pc:spChg chg="del">
          <ac:chgData name="LEUNG Nicole" userId="8ed04819-1a1c-42ab-ae09-44d42575f3a6" providerId="ADAL" clId="{3E657728-002F-4D06-8545-52875357E7CC}" dt="2023-03-09T07:27:27.512" v="458" actId="478"/>
          <ac:spMkLst>
            <pc:docMk/>
            <pc:sldMk cId="4289746519" sldId="274"/>
            <ac:spMk id="3" creationId="{632D5E2A-9992-4497-A0DF-31F9F0E65B2E}"/>
          </ac:spMkLst>
        </pc:spChg>
        <pc:picChg chg="add mod">
          <ac:chgData name="LEUNG Nicole" userId="8ed04819-1a1c-42ab-ae09-44d42575f3a6" providerId="ADAL" clId="{3E657728-002F-4D06-8545-52875357E7CC}" dt="2023-03-09T07:27:19.542" v="456" actId="14100"/>
          <ac:picMkLst>
            <pc:docMk/>
            <pc:sldMk cId="4289746519" sldId="274"/>
            <ac:picMk id="4" creationId="{38ECB1B0-01D9-4425-9D79-48F72EC65172}"/>
          </ac:picMkLst>
        </pc:picChg>
      </pc:sldChg>
      <pc:sldChg chg="addSp delSp modSp new mod">
        <pc:chgData name="LEUNG Nicole" userId="8ed04819-1a1c-42ab-ae09-44d42575f3a6" providerId="ADAL" clId="{3E657728-002F-4D06-8545-52875357E7CC}" dt="2023-03-09T09:16:53.778" v="894"/>
        <pc:sldMkLst>
          <pc:docMk/>
          <pc:sldMk cId="3717067589" sldId="275"/>
        </pc:sldMkLst>
        <pc:spChg chg="mod">
          <ac:chgData name="LEUNG Nicole" userId="8ed04819-1a1c-42ab-ae09-44d42575f3a6" providerId="ADAL" clId="{3E657728-002F-4D06-8545-52875357E7CC}" dt="2023-03-09T08:25:33.739" v="792" actId="20577"/>
          <ac:spMkLst>
            <pc:docMk/>
            <pc:sldMk cId="3717067589" sldId="275"/>
            <ac:spMk id="2" creationId="{50913557-26C6-4DE5-8056-31DE97D97CC8}"/>
          </ac:spMkLst>
        </pc:spChg>
        <pc:spChg chg="del">
          <ac:chgData name="LEUNG Nicole" userId="8ed04819-1a1c-42ab-ae09-44d42575f3a6" providerId="ADAL" clId="{3E657728-002F-4D06-8545-52875357E7CC}" dt="2023-03-09T06:44:42.648" v="412" actId="22"/>
          <ac:spMkLst>
            <pc:docMk/>
            <pc:sldMk cId="3717067589" sldId="275"/>
            <ac:spMk id="3" creationId="{D5705B69-D4DB-45F2-B081-0311AB3D9F53}"/>
          </ac:spMkLst>
        </pc:spChg>
        <pc:spChg chg="add del mod">
          <ac:chgData name="LEUNG Nicole" userId="8ed04819-1a1c-42ab-ae09-44d42575f3a6" providerId="ADAL" clId="{3E657728-002F-4D06-8545-52875357E7CC}" dt="2023-03-09T09:16:53.778" v="894"/>
          <ac:spMkLst>
            <pc:docMk/>
            <pc:sldMk cId="3717067589" sldId="275"/>
            <ac:spMk id="8" creationId="{920E1045-E847-4002-A556-C01E5722D6E8}"/>
          </ac:spMkLst>
        </pc:spChg>
        <pc:spChg chg="add mod">
          <ac:chgData name="LEUNG Nicole" userId="8ed04819-1a1c-42ab-ae09-44d42575f3a6" providerId="ADAL" clId="{3E657728-002F-4D06-8545-52875357E7CC}" dt="2023-03-09T09:16:52.323" v="892" actId="1076"/>
          <ac:spMkLst>
            <pc:docMk/>
            <pc:sldMk cId="3717067589" sldId="275"/>
            <ac:spMk id="9" creationId="{AD07311F-AE2E-43BA-A80E-67FB67398EEF}"/>
          </ac:spMkLst>
        </pc:spChg>
        <pc:picChg chg="add mod">
          <ac:chgData name="LEUNG Nicole" userId="8ed04819-1a1c-42ab-ae09-44d42575f3a6" providerId="ADAL" clId="{3E657728-002F-4D06-8545-52875357E7CC}" dt="2023-03-09T06:43:16.772" v="411" actId="1076"/>
          <ac:picMkLst>
            <pc:docMk/>
            <pc:sldMk cId="3717067589" sldId="275"/>
            <ac:picMk id="4" creationId="{B67DCFD8-EE9F-412D-95FA-C460B28FF81D}"/>
          </ac:picMkLst>
        </pc:picChg>
        <pc:picChg chg="add mod">
          <ac:chgData name="LEUNG Nicole" userId="8ed04819-1a1c-42ab-ae09-44d42575f3a6" providerId="ADAL" clId="{3E657728-002F-4D06-8545-52875357E7CC}" dt="2023-03-09T06:43:09.104" v="410" actId="1076"/>
          <ac:picMkLst>
            <pc:docMk/>
            <pc:sldMk cId="3717067589" sldId="275"/>
            <ac:picMk id="5" creationId="{5C625D91-5548-47C6-A3B0-00336E786440}"/>
          </ac:picMkLst>
        </pc:picChg>
        <pc:picChg chg="add mod ord">
          <ac:chgData name="LEUNG Nicole" userId="8ed04819-1a1c-42ab-ae09-44d42575f3a6" providerId="ADAL" clId="{3E657728-002F-4D06-8545-52875357E7CC}" dt="2023-03-09T09:16:35.210" v="888" actId="1076"/>
          <ac:picMkLst>
            <pc:docMk/>
            <pc:sldMk cId="3717067589" sldId="275"/>
            <ac:picMk id="7" creationId="{AE40A6C8-D29D-4AAC-93E8-1762C83FF2C6}"/>
          </ac:picMkLst>
        </pc:picChg>
      </pc:sldChg>
      <pc:sldChg chg="addSp modSp new mod">
        <pc:chgData name="LEUNG Nicole" userId="8ed04819-1a1c-42ab-ae09-44d42575f3a6" providerId="ADAL" clId="{3E657728-002F-4D06-8545-52875357E7CC}" dt="2023-03-09T08:23:46.193" v="773" actId="1076"/>
        <pc:sldMkLst>
          <pc:docMk/>
          <pc:sldMk cId="2242469584" sldId="276"/>
        </pc:sldMkLst>
        <pc:picChg chg="add mod">
          <ac:chgData name="LEUNG Nicole" userId="8ed04819-1a1c-42ab-ae09-44d42575f3a6" providerId="ADAL" clId="{3E657728-002F-4D06-8545-52875357E7CC}" dt="2023-03-09T08:23:46.193" v="773" actId="1076"/>
          <ac:picMkLst>
            <pc:docMk/>
            <pc:sldMk cId="2242469584" sldId="276"/>
            <ac:picMk id="4" creationId="{52188A1D-31D7-4244-B882-F33431080577}"/>
          </ac:picMkLst>
        </pc:picChg>
      </pc:sldChg>
      <pc:sldChg chg="add del">
        <pc:chgData name="LEUNG Nicole" userId="8ed04819-1a1c-42ab-ae09-44d42575f3a6" providerId="ADAL" clId="{3E657728-002F-4D06-8545-52875357E7CC}" dt="2023-03-09T23:01:46.639" v="964" actId="2696"/>
        <pc:sldMkLst>
          <pc:docMk/>
          <pc:sldMk cId="456702253" sldId="278"/>
        </pc:sldMkLst>
      </pc:sldChg>
      <pc:sldChg chg="addSp delSp modSp add mod">
        <pc:chgData name="LEUNG Nicole" userId="8ed04819-1a1c-42ab-ae09-44d42575f3a6" providerId="ADAL" clId="{3E657728-002F-4D06-8545-52875357E7CC}" dt="2023-03-14T03:23:21.675" v="3662" actId="14100"/>
        <pc:sldMkLst>
          <pc:docMk/>
          <pc:sldMk cId="1673887901" sldId="278"/>
        </pc:sldMkLst>
        <pc:spChg chg="mod">
          <ac:chgData name="LEUNG Nicole" userId="8ed04819-1a1c-42ab-ae09-44d42575f3a6" providerId="ADAL" clId="{3E657728-002F-4D06-8545-52875357E7CC}" dt="2023-03-09T23:57:34.508" v="1148" actId="20577"/>
          <ac:spMkLst>
            <pc:docMk/>
            <pc:sldMk cId="1673887901" sldId="278"/>
            <ac:spMk id="2" creationId="{D6124752-D21F-4C37-8C89-5A6D49E7D613}"/>
          </ac:spMkLst>
        </pc:spChg>
        <pc:picChg chg="add del mod">
          <ac:chgData name="LEUNG Nicole" userId="8ed04819-1a1c-42ab-ae09-44d42575f3a6" providerId="ADAL" clId="{3E657728-002F-4D06-8545-52875357E7CC}" dt="2023-03-10T00:05:48.657" v="1228" actId="478"/>
          <ac:picMkLst>
            <pc:docMk/>
            <pc:sldMk cId="1673887901" sldId="278"/>
            <ac:picMk id="5" creationId="{A419A572-1C68-47A9-A686-4086A301AF04}"/>
          </ac:picMkLst>
        </pc:picChg>
        <pc:picChg chg="add del mod">
          <ac:chgData name="LEUNG Nicole" userId="8ed04819-1a1c-42ab-ae09-44d42575f3a6" providerId="ADAL" clId="{3E657728-002F-4D06-8545-52875357E7CC}" dt="2023-03-10T00:05:55.689" v="1231" actId="478"/>
          <ac:picMkLst>
            <pc:docMk/>
            <pc:sldMk cId="1673887901" sldId="278"/>
            <ac:picMk id="7" creationId="{D03C068E-64E6-420F-8822-2CE2E78A9646}"/>
          </ac:picMkLst>
        </pc:picChg>
        <pc:picChg chg="add mod">
          <ac:chgData name="LEUNG Nicole" userId="8ed04819-1a1c-42ab-ae09-44d42575f3a6" providerId="ADAL" clId="{3E657728-002F-4D06-8545-52875357E7CC}" dt="2023-03-14T03:23:16.686" v="3660" actId="14100"/>
          <ac:picMkLst>
            <pc:docMk/>
            <pc:sldMk cId="1673887901" sldId="278"/>
            <ac:picMk id="9" creationId="{C76A8198-097E-4C51-A953-C6CFEC1EA7BE}"/>
          </ac:picMkLst>
        </pc:picChg>
        <pc:picChg chg="add mod">
          <ac:chgData name="LEUNG Nicole" userId="8ed04819-1a1c-42ab-ae09-44d42575f3a6" providerId="ADAL" clId="{3E657728-002F-4D06-8545-52875357E7CC}" dt="2023-03-14T03:23:21.675" v="3662" actId="14100"/>
          <ac:picMkLst>
            <pc:docMk/>
            <pc:sldMk cId="1673887901" sldId="278"/>
            <ac:picMk id="11" creationId="{33ACBCB4-91C8-4F83-A5CA-9CC202B99F1C}"/>
          </ac:picMkLst>
        </pc:picChg>
      </pc:sldChg>
      <pc:sldChg chg="addSp delSp modSp add mod ord">
        <pc:chgData name="LEUNG Nicole" userId="8ed04819-1a1c-42ab-ae09-44d42575f3a6" providerId="ADAL" clId="{3E657728-002F-4D06-8545-52875357E7CC}" dt="2023-03-10T10:45:27.395" v="2809" actId="5793"/>
        <pc:sldMkLst>
          <pc:docMk/>
          <pc:sldMk cId="1173804814" sldId="279"/>
        </pc:sldMkLst>
        <pc:spChg chg="mod">
          <ac:chgData name="LEUNG Nicole" userId="8ed04819-1a1c-42ab-ae09-44d42575f3a6" providerId="ADAL" clId="{3E657728-002F-4D06-8545-52875357E7CC}" dt="2023-03-10T10:45:10.136" v="2793" actId="20577"/>
          <ac:spMkLst>
            <pc:docMk/>
            <pc:sldMk cId="1173804814" sldId="279"/>
            <ac:spMk id="3" creationId="{0722FC5A-B29F-4C58-940E-4D925D707B51}"/>
          </ac:spMkLst>
        </pc:spChg>
        <pc:spChg chg="add del mod">
          <ac:chgData name="LEUNG Nicole" userId="8ed04819-1a1c-42ab-ae09-44d42575f3a6" providerId="ADAL" clId="{3E657728-002F-4D06-8545-52875357E7CC}" dt="2023-03-10T10:44:42.049" v="2786"/>
          <ac:spMkLst>
            <pc:docMk/>
            <pc:sldMk cId="1173804814" sldId="279"/>
            <ac:spMk id="5" creationId="{44A67809-93EA-4242-820A-965B7D9A4718}"/>
          </ac:spMkLst>
        </pc:spChg>
        <pc:spChg chg="add mod">
          <ac:chgData name="LEUNG Nicole" userId="8ed04819-1a1c-42ab-ae09-44d42575f3a6" providerId="ADAL" clId="{3E657728-002F-4D06-8545-52875357E7CC}" dt="2023-03-10T10:45:27.395" v="2809" actId="5793"/>
          <ac:spMkLst>
            <pc:docMk/>
            <pc:sldMk cId="1173804814" sldId="279"/>
            <ac:spMk id="6" creationId="{CACCD751-7A22-4794-B853-E1CA9C8303E9}"/>
          </ac:spMkLst>
        </pc:spChg>
        <pc:picChg chg="add mod">
          <ac:chgData name="LEUNG Nicole" userId="8ed04819-1a1c-42ab-ae09-44d42575f3a6" providerId="ADAL" clId="{3E657728-002F-4D06-8545-52875357E7CC}" dt="2023-03-10T10:29:35.404" v="2655" actId="1076"/>
          <ac:picMkLst>
            <pc:docMk/>
            <pc:sldMk cId="1173804814" sldId="279"/>
            <ac:picMk id="4" creationId="{DA986F42-603A-4580-8D54-7022D9A07114}"/>
          </ac:picMkLst>
        </pc:picChg>
        <pc:picChg chg="add del mod">
          <ac:chgData name="LEUNG Nicole" userId="8ed04819-1a1c-42ab-ae09-44d42575f3a6" providerId="ADAL" clId="{3E657728-002F-4D06-8545-52875357E7CC}" dt="2023-03-09T07:23:31.015" v="427" actId="478"/>
          <ac:picMkLst>
            <pc:docMk/>
            <pc:sldMk cId="1173804814" sldId="279"/>
            <ac:picMk id="6" creationId="{B929B930-ED6C-4E1B-A2A6-4B7DB85AE2B8}"/>
          </ac:picMkLst>
        </pc:picChg>
        <pc:picChg chg="add mod">
          <ac:chgData name="LEUNG Nicole" userId="8ed04819-1a1c-42ab-ae09-44d42575f3a6" providerId="ADAL" clId="{3E657728-002F-4D06-8545-52875357E7CC}" dt="2023-03-10T10:29:52.339" v="2659" actId="14100"/>
          <ac:picMkLst>
            <pc:docMk/>
            <pc:sldMk cId="1173804814" sldId="279"/>
            <ac:picMk id="8" creationId="{D99CEC79-2D59-4430-81FD-335B7794599A}"/>
          </ac:picMkLst>
        </pc:picChg>
      </pc:sldChg>
      <pc:sldChg chg="addSp modSp new mod ord">
        <pc:chgData name="LEUNG Nicole" userId="8ed04819-1a1c-42ab-ae09-44d42575f3a6" providerId="ADAL" clId="{3E657728-002F-4D06-8545-52875357E7CC}" dt="2023-03-10T10:30:21.549" v="2667" actId="14100"/>
        <pc:sldMkLst>
          <pc:docMk/>
          <pc:sldMk cId="3426910520" sldId="280"/>
        </pc:sldMkLst>
        <pc:spChg chg="mod">
          <ac:chgData name="LEUNG Nicole" userId="8ed04819-1a1c-42ab-ae09-44d42575f3a6" providerId="ADAL" clId="{3E657728-002F-4D06-8545-52875357E7CC}" dt="2023-03-09T07:26:09.582" v="440" actId="14100"/>
          <ac:spMkLst>
            <pc:docMk/>
            <pc:sldMk cId="3426910520" sldId="280"/>
            <ac:spMk id="2" creationId="{37702A86-600A-4100-A556-60DB9834732A}"/>
          </ac:spMkLst>
        </pc:spChg>
        <pc:spChg chg="mod">
          <ac:chgData name="LEUNG Nicole" userId="8ed04819-1a1c-42ab-ae09-44d42575f3a6" providerId="ADAL" clId="{3E657728-002F-4D06-8545-52875357E7CC}" dt="2023-03-09T07:26:11.887" v="441" actId="14100"/>
          <ac:spMkLst>
            <pc:docMk/>
            <pc:sldMk cId="3426910520" sldId="280"/>
            <ac:spMk id="3" creationId="{9A6BB529-0666-4400-9FE6-534F0544F88F}"/>
          </ac:spMkLst>
        </pc:spChg>
        <pc:picChg chg="add mod">
          <ac:chgData name="LEUNG Nicole" userId="8ed04819-1a1c-42ab-ae09-44d42575f3a6" providerId="ADAL" clId="{3E657728-002F-4D06-8545-52875357E7CC}" dt="2023-03-10T10:30:16.994" v="2665" actId="14100"/>
          <ac:picMkLst>
            <pc:docMk/>
            <pc:sldMk cId="3426910520" sldId="280"/>
            <ac:picMk id="4" creationId="{F04B4781-6BFF-4D86-90F5-5F5AEB2121CF}"/>
          </ac:picMkLst>
        </pc:picChg>
        <pc:picChg chg="add mod">
          <ac:chgData name="LEUNG Nicole" userId="8ed04819-1a1c-42ab-ae09-44d42575f3a6" providerId="ADAL" clId="{3E657728-002F-4D06-8545-52875357E7CC}" dt="2023-03-10T10:30:21.549" v="2667" actId="14100"/>
          <ac:picMkLst>
            <pc:docMk/>
            <pc:sldMk cId="3426910520" sldId="280"/>
            <ac:picMk id="6" creationId="{E23E8307-427E-43EF-A511-EE5BF6B413B8}"/>
          </ac:picMkLst>
        </pc:picChg>
      </pc:sldChg>
      <pc:sldChg chg="addSp delSp modSp new mod setBg">
        <pc:chgData name="LEUNG Nicole" userId="8ed04819-1a1c-42ab-ae09-44d42575f3a6" providerId="ADAL" clId="{3E657728-002F-4D06-8545-52875357E7CC}" dt="2023-03-10T10:31:34.080" v="2685" actId="1076"/>
        <pc:sldMkLst>
          <pc:docMk/>
          <pc:sldMk cId="2849692965" sldId="281"/>
        </pc:sldMkLst>
        <pc:spChg chg="mod">
          <ac:chgData name="LEUNG Nicole" userId="8ed04819-1a1c-42ab-ae09-44d42575f3a6" providerId="ADAL" clId="{3E657728-002F-4D06-8545-52875357E7CC}" dt="2023-03-10T00:17:19.907" v="1265" actId="26606"/>
          <ac:spMkLst>
            <pc:docMk/>
            <pc:sldMk cId="2849692965" sldId="281"/>
            <ac:spMk id="2" creationId="{F09A210E-360A-47E9-A993-8A1FDECC8EBE}"/>
          </ac:spMkLst>
        </pc:spChg>
        <pc:spChg chg="del mod">
          <ac:chgData name="LEUNG Nicole" userId="8ed04819-1a1c-42ab-ae09-44d42575f3a6" providerId="ADAL" clId="{3E657728-002F-4D06-8545-52875357E7CC}" dt="2023-03-09T09:04:08.379" v="811" actId="478"/>
          <ac:spMkLst>
            <pc:docMk/>
            <pc:sldMk cId="2849692965" sldId="281"/>
            <ac:spMk id="3" creationId="{D05A86DA-1AD5-4DD6-9EF3-A644933C6F82}"/>
          </ac:spMkLst>
        </pc:spChg>
        <pc:spChg chg="add del mod">
          <ac:chgData name="LEUNG Nicole" userId="8ed04819-1a1c-42ab-ae09-44d42575f3a6" providerId="ADAL" clId="{3E657728-002F-4D06-8545-52875357E7CC}" dt="2023-03-09T09:04:12.999" v="813" actId="478"/>
          <ac:spMkLst>
            <pc:docMk/>
            <pc:sldMk cId="2849692965" sldId="281"/>
            <ac:spMk id="7" creationId="{782BEBAF-2C43-45AD-90F6-C75CE5A0C78B}"/>
          </ac:spMkLst>
        </pc:spChg>
        <pc:spChg chg="add mod">
          <ac:chgData name="LEUNG Nicole" userId="8ed04819-1a1c-42ab-ae09-44d42575f3a6" providerId="ADAL" clId="{3E657728-002F-4D06-8545-52875357E7CC}" dt="2023-03-10T00:18:16.476" v="1340" actId="1076"/>
          <ac:spMkLst>
            <pc:docMk/>
            <pc:sldMk cId="2849692965" sldId="281"/>
            <ac:spMk id="8" creationId="{3692BA82-60E2-4967-972B-99C61A2DB1FC}"/>
          </ac:spMkLst>
        </pc:spChg>
        <pc:spChg chg="add mod ord">
          <ac:chgData name="LEUNG Nicole" userId="8ed04819-1a1c-42ab-ae09-44d42575f3a6" providerId="ADAL" clId="{3E657728-002F-4D06-8545-52875357E7CC}" dt="2023-03-10T00:17:34.732" v="1272" actId="14100"/>
          <ac:spMkLst>
            <pc:docMk/>
            <pc:sldMk cId="2849692965" sldId="281"/>
            <ac:spMk id="9" creationId="{3EAC9597-6B07-4672-A8E2-ACED71D96A42}"/>
          </ac:spMkLst>
        </pc:spChg>
        <pc:spChg chg="add del">
          <ac:chgData name="LEUNG Nicole" userId="8ed04819-1a1c-42ab-ae09-44d42575f3a6" providerId="ADAL" clId="{3E657728-002F-4D06-8545-52875357E7CC}" dt="2023-03-10T00:17:19.907" v="1265" actId="26606"/>
          <ac:spMkLst>
            <pc:docMk/>
            <pc:sldMk cId="2849692965" sldId="281"/>
            <ac:spMk id="14" creationId="{2B97F24A-32CE-4C1C-A50D-3016B394DCFB}"/>
          </ac:spMkLst>
        </pc:spChg>
        <pc:spChg chg="add del">
          <ac:chgData name="LEUNG Nicole" userId="8ed04819-1a1c-42ab-ae09-44d42575f3a6" providerId="ADAL" clId="{3E657728-002F-4D06-8545-52875357E7CC}" dt="2023-03-10T00:17:19.907" v="1265" actId="26606"/>
          <ac:spMkLst>
            <pc:docMk/>
            <pc:sldMk cId="2849692965" sldId="281"/>
            <ac:spMk id="16" creationId="{CD8B4F24-440B-49E9-B85D-733523DC064B}"/>
          </ac:spMkLst>
        </pc:spChg>
        <pc:spChg chg="add del">
          <ac:chgData name="LEUNG Nicole" userId="8ed04819-1a1c-42ab-ae09-44d42575f3a6" providerId="ADAL" clId="{3E657728-002F-4D06-8545-52875357E7CC}" dt="2023-03-10T00:17:13.195" v="1256" actId="26606"/>
          <ac:spMkLst>
            <pc:docMk/>
            <pc:sldMk cId="2849692965" sldId="281"/>
            <ac:spMk id="21" creationId="{5EBC18B6-E5C3-4AD1-97A4-E6A3477A0BB9}"/>
          </ac:spMkLst>
        </pc:spChg>
        <pc:spChg chg="add del">
          <ac:chgData name="LEUNG Nicole" userId="8ed04819-1a1c-42ab-ae09-44d42575f3a6" providerId="ADAL" clId="{3E657728-002F-4D06-8545-52875357E7CC}" dt="2023-03-10T00:17:13.195" v="1256" actId="26606"/>
          <ac:spMkLst>
            <pc:docMk/>
            <pc:sldMk cId="2849692965" sldId="281"/>
            <ac:spMk id="23" creationId="{136A4AB6-B72B-4CC6-ADCF-BE807B6C3D71}"/>
          </ac:spMkLst>
        </pc:spChg>
        <pc:spChg chg="add del">
          <ac:chgData name="LEUNG Nicole" userId="8ed04819-1a1c-42ab-ae09-44d42575f3a6" providerId="ADAL" clId="{3E657728-002F-4D06-8545-52875357E7CC}" dt="2023-03-10T00:17:13.195" v="1256" actId="26606"/>
          <ac:spMkLst>
            <pc:docMk/>
            <pc:sldMk cId="2849692965" sldId="281"/>
            <ac:spMk id="25" creationId="{B35D540D-9486-4236-952A-F72DC52D79BF}"/>
          </ac:spMkLst>
        </pc:spChg>
        <pc:spChg chg="add del">
          <ac:chgData name="LEUNG Nicole" userId="8ed04819-1a1c-42ab-ae09-44d42575f3a6" providerId="ADAL" clId="{3E657728-002F-4D06-8545-52875357E7CC}" dt="2023-03-10T00:17:15.305" v="1258" actId="26606"/>
          <ac:spMkLst>
            <pc:docMk/>
            <pc:sldMk cId="2849692965" sldId="281"/>
            <ac:spMk id="27" creationId="{FE43805F-24A6-46A4-B19B-54F28347355C}"/>
          </ac:spMkLst>
        </pc:spChg>
        <pc:spChg chg="add del">
          <ac:chgData name="LEUNG Nicole" userId="8ed04819-1a1c-42ab-ae09-44d42575f3a6" providerId="ADAL" clId="{3E657728-002F-4D06-8545-52875357E7CC}" dt="2023-03-10T00:17:15.305" v="1258" actId="26606"/>
          <ac:spMkLst>
            <pc:docMk/>
            <pc:sldMk cId="2849692965" sldId="281"/>
            <ac:spMk id="28" creationId="{A016CB47-C4D4-4332-9ED0-DBB916252F76}"/>
          </ac:spMkLst>
        </pc:spChg>
        <pc:spChg chg="add del">
          <ac:chgData name="LEUNG Nicole" userId="8ed04819-1a1c-42ab-ae09-44d42575f3a6" providerId="ADAL" clId="{3E657728-002F-4D06-8545-52875357E7CC}" dt="2023-03-10T00:17:15.305" v="1258" actId="26606"/>
          <ac:spMkLst>
            <pc:docMk/>
            <pc:sldMk cId="2849692965" sldId="281"/>
            <ac:spMk id="29" creationId="{95C8260E-968F-44E8-A823-ABB431311926}"/>
          </ac:spMkLst>
        </pc:spChg>
        <pc:spChg chg="add del">
          <ac:chgData name="LEUNG Nicole" userId="8ed04819-1a1c-42ab-ae09-44d42575f3a6" providerId="ADAL" clId="{3E657728-002F-4D06-8545-52875357E7CC}" dt="2023-03-10T00:17:15.305" v="1258" actId="26606"/>
          <ac:spMkLst>
            <pc:docMk/>
            <pc:sldMk cId="2849692965" sldId="281"/>
            <ac:spMk id="30" creationId="{2C1BBA94-3F40-40AA-8BB9-E69E25E537C1}"/>
          </ac:spMkLst>
        </pc:spChg>
        <pc:spChg chg="add del">
          <ac:chgData name="LEUNG Nicole" userId="8ed04819-1a1c-42ab-ae09-44d42575f3a6" providerId="ADAL" clId="{3E657728-002F-4D06-8545-52875357E7CC}" dt="2023-03-10T00:17:17.108" v="1260" actId="26606"/>
          <ac:spMkLst>
            <pc:docMk/>
            <pc:sldMk cId="2849692965" sldId="281"/>
            <ac:spMk id="32" creationId="{AD96FDFD-4E42-4A06-B8B5-768A1DB9C2A9}"/>
          </ac:spMkLst>
        </pc:spChg>
        <pc:spChg chg="add del">
          <ac:chgData name="LEUNG Nicole" userId="8ed04819-1a1c-42ab-ae09-44d42575f3a6" providerId="ADAL" clId="{3E657728-002F-4D06-8545-52875357E7CC}" dt="2023-03-10T00:17:18.803" v="1262" actId="26606"/>
          <ac:spMkLst>
            <pc:docMk/>
            <pc:sldMk cId="2849692965" sldId="281"/>
            <ac:spMk id="34" creationId="{A016CB47-C4D4-4332-9ED0-DBB916252F76}"/>
          </ac:spMkLst>
        </pc:spChg>
        <pc:spChg chg="add del">
          <ac:chgData name="LEUNG Nicole" userId="8ed04819-1a1c-42ab-ae09-44d42575f3a6" providerId="ADAL" clId="{3E657728-002F-4D06-8545-52875357E7CC}" dt="2023-03-10T00:17:18.803" v="1262" actId="26606"/>
          <ac:spMkLst>
            <pc:docMk/>
            <pc:sldMk cId="2849692965" sldId="281"/>
            <ac:spMk id="35" creationId="{95C8260E-968F-44E8-A823-ABB431311926}"/>
          </ac:spMkLst>
        </pc:spChg>
        <pc:spChg chg="add del">
          <ac:chgData name="LEUNG Nicole" userId="8ed04819-1a1c-42ab-ae09-44d42575f3a6" providerId="ADAL" clId="{3E657728-002F-4D06-8545-52875357E7CC}" dt="2023-03-10T00:17:18.803" v="1262" actId="26606"/>
          <ac:spMkLst>
            <pc:docMk/>
            <pc:sldMk cId="2849692965" sldId="281"/>
            <ac:spMk id="36" creationId="{2C1BBA94-3F40-40AA-8BB9-E69E25E537C1}"/>
          </ac:spMkLst>
        </pc:spChg>
        <pc:spChg chg="add del">
          <ac:chgData name="LEUNG Nicole" userId="8ed04819-1a1c-42ab-ae09-44d42575f3a6" providerId="ADAL" clId="{3E657728-002F-4D06-8545-52875357E7CC}" dt="2023-03-10T00:17:18.803" v="1262" actId="26606"/>
          <ac:spMkLst>
            <pc:docMk/>
            <pc:sldMk cId="2849692965" sldId="281"/>
            <ac:spMk id="37" creationId="{FE43805F-24A6-46A4-B19B-54F28347355C}"/>
          </ac:spMkLst>
        </pc:spChg>
        <pc:spChg chg="add del">
          <ac:chgData name="LEUNG Nicole" userId="8ed04819-1a1c-42ab-ae09-44d42575f3a6" providerId="ADAL" clId="{3E657728-002F-4D06-8545-52875357E7CC}" dt="2023-03-10T00:17:19.899" v="1264" actId="26606"/>
          <ac:spMkLst>
            <pc:docMk/>
            <pc:sldMk cId="2849692965" sldId="281"/>
            <ac:spMk id="39" creationId="{AE6CA01B-0DEB-4E9A-9768-B728DA42C1D4}"/>
          </ac:spMkLst>
        </pc:spChg>
        <pc:spChg chg="add">
          <ac:chgData name="LEUNG Nicole" userId="8ed04819-1a1c-42ab-ae09-44d42575f3a6" providerId="ADAL" clId="{3E657728-002F-4D06-8545-52875357E7CC}" dt="2023-03-10T00:17:19.907" v="1265" actId="26606"/>
          <ac:spMkLst>
            <pc:docMk/>
            <pc:sldMk cId="2849692965" sldId="281"/>
            <ac:spMk id="44" creationId="{26FF42C2-EA15-4154-B242-E98E88CED99C}"/>
          </ac:spMkLst>
        </pc:spChg>
        <pc:spChg chg="add">
          <ac:chgData name="LEUNG Nicole" userId="8ed04819-1a1c-42ab-ae09-44d42575f3a6" providerId="ADAL" clId="{3E657728-002F-4D06-8545-52875357E7CC}" dt="2023-03-10T00:17:19.907" v="1265" actId="26606"/>
          <ac:spMkLst>
            <pc:docMk/>
            <pc:sldMk cId="2849692965" sldId="281"/>
            <ac:spMk id="45" creationId="{D79DE9F7-28C4-4856-BA57-D696E124C137}"/>
          </ac:spMkLst>
        </pc:spChg>
        <pc:spChg chg="add">
          <ac:chgData name="LEUNG Nicole" userId="8ed04819-1a1c-42ab-ae09-44d42575f3a6" providerId="ADAL" clId="{3E657728-002F-4D06-8545-52875357E7CC}" dt="2023-03-10T00:17:19.907" v="1265" actId="26606"/>
          <ac:spMkLst>
            <pc:docMk/>
            <pc:sldMk cId="2849692965" sldId="281"/>
            <ac:spMk id="46" creationId="{E1F9ED9C-121B-44C6-A308-5824769C40D5}"/>
          </ac:spMkLst>
        </pc:spChg>
        <pc:spChg chg="add">
          <ac:chgData name="LEUNG Nicole" userId="8ed04819-1a1c-42ab-ae09-44d42575f3a6" providerId="ADAL" clId="{3E657728-002F-4D06-8545-52875357E7CC}" dt="2023-03-10T00:17:19.907" v="1265" actId="26606"/>
          <ac:spMkLst>
            <pc:docMk/>
            <pc:sldMk cId="2849692965" sldId="281"/>
            <ac:spMk id="47" creationId="{4A5F8185-F27B-4E99-A06C-007336FE3F2D}"/>
          </ac:spMkLst>
        </pc:spChg>
        <pc:grpChg chg="add del">
          <ac:chgData name="LEUNG Nicole" userId="8ed04819-1a1c-42ab-ae09-44d42575f3a6" providerId="ADAL" clId="{3E657728-002F-4D06-8545-52875357E7CC}" dt="2023-03-10T00:17:19.899" v="1264" actId="26606"/>
          <ac:grpSpMkLst>
            <pc:docMk/>
            <pc:sldMk cId="2849692965" sldId="281"/>
            <ac:grpSpMk id="40" creationId="{A57D8C8E-634E-4E83-9657-225A4DFE47ED}"/>
          </ac:grpSpMkLst>
        </pc:grpChg>
        <pc:picChg chg="add mod">
          <ac:chgData name="LEUNG Nicole" userId="8ed04819-1a1c-42ab-ae09-44d42575f3a6" providerId="ADAL" clId="{3E657728-002F-4D06-8545-52875357E7CC}" dt="2023-03-10T10:31:34.080" v="2685" actId="1076"/>
          <ac:picMkLst>
            <pc:docMk/>
            <pc:sldMk cId="2849692965" sldId="281"/>
            <ac:picMk id="4" creationId="{7239D268-D566-4448-A0B5-C4223FAAE021}"/>
          </ac:picMkLst>
        </pc:picChg>
        <pc:picChg chg="add mod ord">
          <ac:chgData name="LEUNG Nicole" userId="8ed04819-1a1c-42ab-ae09-44d42575f3a6" providerId="ADAL" clId="{3E657728-002F-4D06-8545-52875357E7CC}" dt="2023-03-10T10:31:05.420" v="2677" actId="1076"/>
          <ac:picMkLst>
            <pc:docMk/>
            <pc:sldMk cId="2849692965" sldId="281"/>
            <ac:picMk id="5" creationId="{80A5A896-78E0-4FB9-8FCB-AEBA436DB3C4}"/>
          </ac:picMkLst>
        </pc:picChg>
        <pc:picChg chg="add mod">
          <ac:chgData name="LEUNG Nicole" userId="8ed04819-1a1c-42ab-ae09-44d42575f3a6" providerId="ADAL" clId="{3E657728-002F-4D06-8545-52875357E7CC}" dt="2023-03-10T10:31:20.692" v="2682" actId="1076"/>
          <ac:picMkLst>
            <pc:docMk/>
            <pc:sldMk cId="2849692965" sldId="281"/>
            <ac:picMk id="7" creationId="{EE8CA801-F2FC-47F0-93F8-866B80116BE4}"/>
          </ac:picMkLst>
        </pc:picChg>
      </pc:sldChg>
      <pc:sldChg chg="addSp delSp modSp new del mod setBg">
        <pc:chgData name="LEUNG Nicole" userId="8ed04819-1a1c-42ab-ae09-44d42575f3a6" providerId="ADAL" clId="{3E657728-002F-4D06-8545-52875357E7CC}" dt="2023-03-10T02:47:05.359" v="1361" actId="2696"/>
        <pc:sldMkLst>
          <pc:docMk/>
          <pc:sldMk cId="3475977333" sldId="282"/>
        </pc:sldMkLst>
        <pc:spChg chg="mod">
          <ac:chgData name="LEUNG Nicole" userId="8ed04819-1a1c-42ab-ae09-44d42575f3a6" providerId="ADAL" clId="{3E657728-002F-4D06-8545-52875357E7CC}" dt="2023-03-09T09:50:26.238" v="960" actId="26606"/>
          <ac:spMkLst>
            <pc:docMk/>
            <pc:sldMk cId="3475977333" sldId="282"/>
            <ac:spMk id="2" creationId="{F79E8B75-85AE-4BA9-B09B-F0E04E436062}"/>
          </ac:spMkLst>
        </pc:spChg>
        <pc:spChg chg="add del mod">
          <ac:chgData name="LEUNG Nicole" userId="8ed04819-1a1c-42ab-ae09-44d42575f3a6" providerId="ADAL" clId="{3E657728-002F-4D06-8545-52875357E7CC}" dt="2023-03-09T09:50:26.238" v="960" actId="26606"/>
          <ac:spMkLst>
            <pc:docMk/>
            <pc:sldMk cId="3475977333" sldId="282"/>
            <ac:spMk id="3" creationId="{AF5DFFEF-A210-4B59-8B32-1C8B7F972AA9}"/>
          </ac:spMkLst>
        </pc:spChg>
        <pc:spChg chg="add del">
          <ac:chgData name="LEUNG Nicole" userId="8ed04819-1a1c-42ab-ae09-44d42575f3a6" providerId="ADAL" clId="{3E657728-002F-4D06-8545-52875357E7CC}" dt="2023-03-09T09:50:23.821" v="957" actId="26606"/>
          <ac:spMkLst>
            <pc:docMk/>
            <pc:sldMk cId="3475977333" sldId="282"/>
            <ac:spMk id="9" creationId="{B819A166-7571-4003-A6B8-B62034C3ED30}"/>
          </ac:spMkLst>
        </pc:spChg>
        <pc:spChg chg="add del">
          <ac:chgData name="LEUNG Nicole" userId="8ed04819-1a1c-42ab-ae09-44d42575f3a6" providerId="ADAL" clId="{3E657728-002F-4D06-8545-52875357E7CC}" dt="2023-03-09T09:50:26.228" v="959" actId="26606"/>
          <ac:spMkLst>
            <pc:docMk/>
            <pc:sldMk cId="3475977333" sldId="282"/>
            <ac:spMk id="15" creationId="{56E9B3E6-E277-4D68-BA48-9CB43FFBD6E2}"/>
          </ac:spMkLst>
        </pc:spChg>
        <pc:spChg chg="add del">
          <ac:chgData name="LEUNG Nicole" userId="8ed04819-1a1c-42ab-ae09-44d42575f3a6" providerId="ADAL" clId="{3E657728-002F-4D06-8545-52875357E7CC}" dt="2023-03-09T09:50:26.228" v="959" actId="26606"/>
          <ac:spMkLst>
            <pc:docMk/>
            <pc:sldMk cId="3475977333" sldId="282"/>
            <ac:spMk id="16" creationId="{D5B0017B-2ECA-49AF-B397-DC140825DF8D}"/>
          </ac:spMkLst>
        </pc:spChg>
        <pc:spChg chg="add">
          <ac:chgData name="LEUNG Nicole" userId="8ed04819-1a1c-42ab-ae09-44d42575f3a6" providerId="ADAL" clId="{3E657728-002F-4D06-8545-52875357E7CC}" dt="2023-03-09T09:50:26.238" v="960" actId="26606"/>
          <ac:spMkLst>
            <pc:docMk/>
            <pc:sldMk cId="3475977333" sldId="282"/>
            <ac:spMk id="20" creationId="{B819A166-7571-4003-A6B8-B62034C3ED30}"/>
          </ac:spMkLst>
        </pc:spChg>
        <pc:grpChg chg="add del">
          <ac:chgData name="LEUNG Nicole" userId="8ed04819-1a1c-42ab-ae09-44d42575f3a6" providerId="ADAL" clId="{3E657728-002F-4D06-8545-52875357E7CC}" dt="2023-03-09T09:50:26.228" v="959" actId="26606"/>
          <ac:grpSpMkLst>
            <pc:docMk/>
            <pc:sldMk cId="3475977333" sldId="282"/>
            <ac:grpSpMk id="11" creationId="{AE1C45F0-260A-458C-96ED-C1F6D2151219}"/>
          </ac:grpSpMkLst>
        </pc:grpChg>
        <pc:graphicFrameChg chg="add del">
          <ac:chgData name="LEUNG Nicole" userId="8ed04819-1a1c-42ab-ae09-44d42575f3a6" providerId="ADAL" clId="{3E657728-002F-4D06-8545-52875357E7CC}" dt="2023-03-09T09:50:23.821" v="957" actId="26606"/>
          <ac:graphicFrameMkLst>
            <pc:docMk/>
            <pc:sldMk cId="3475977333" sldId="282"/>
            <ac:graphicFrameMk id="5" creationId="{F260CC72-0445-CF62-3CF7-16812234931B}"/>
          </ac:graphicFrameMkLst>
        </pc:graphicFrameChg>
        <pc:graphicFrameChg chg="add del">
          <ac:chgData name="LEUNG Nicole" userId="8ed04819-1a1c-42ab-ae09-44d42575f3a6" providerId="ADAL" clId="{3E657728-002F-4D06-8545-52875357E7CC}" dt="2023-03-09T09:50:26.228" v="959" actId="26606"/>
          <ac:graphicFrameMkLst>
            <pc:docMk/>
            <pc:sldMk cId="3475977333" sldId="282"/>
            <ac:graphicFrameMk id="17" creationId="{B926F605-406F-D6BA-2FCD-61D89BBB1423}"/>
          </ac:graphicFrameMkLst>
        </pc:graphicFrameChg>
        <pc:graphicFrameChg chg="add">
          <ac:chgData name="LEUNG Nicole" userId="8ed04819-1a1c-42ab-ae09-44d42575f3a6" providerId="ADAL" clId="{3E657728-002F-4D06-8545-52875357E7CC}" dt="2023-03-09T09:50:26.238" v="960" actId="26606"/>
          <ac:graphicFrameMkLst>
            <pc:docMk/>
            <pc:sldMk cId="3475977333" sldId="282"/>
            <ac:graphicFrameMk id="21" creationId="{F260CC72-0445-CF62-3CF7-16812234931B}"/>
          </ac:graphicFrameMkLst>
        </pc:graphicFrameChg>
        <pc:cxnChg chg="add del">
          <ac:chgData name="LEUNG Nicole" userId="8ed04819-1a1c-42ab-ae09-44d42575f3a6" providerId="ADAL" clId="{3E657728-002F-4D06-8545-52875357E7CC}" dt="2023-03-09T09:50:26.228" v="959" actId="26606"/>
          <ac:cxnSpMkLst>
            <pc:docMk/>
            <pc:sldMk cId="3475977333" sldId="282"/>
            <ac:cxnSpMk id="18" creationId="{6CF1BAF6-AD41-4082-B212-8A1F9A2E8779}"/>
          </ac:cxnSpMkLst>
        </pc:cxnChg>
      </pc:sldChg>
      <pc:sldChg chg="addSp delSp modSp new mod">
        <pc:chgData name="LEUNG Nicole" userId="8ed04819-1a1c-42ab-ae09-44d42575f3a6" providerId="ADAL" clId="{3E657728-002F-4D06-8545-52875357E7CC}" dt="2023-03-10T10:30:53.293" v="2674" actId="14100"/>
        <pc:sldMkLst>
          <pc:docMk/>
          <pc:sldMk cId="4159790325" sldId="283"/>
        </pc:sldMkLst>
        <pc:spChg chg="mod">
          <ac:chgData name="LEUNG Nicole" userId="8ed04819-1a1c-42ab-ae09-44d42575f3a6" providerId="ADAL" clId="{3E657728-002F-4D06-8545-52875357E7CC}" dt="2023-03-10T10:30:50.368" v="2673" actId="14100"/>
          <ac:spMkLst>
            <pc:docMk/>
            <pc:sldMk cId="4159790325" sldId="283"/>
            <ac:spMk id="2" creationId="{AED9B812-38EB-43A9-861B-E84234C0DD61}"/>
          </ac:spMkLst>
        </pc:spChg>
        <pc:spChg chg="mod">
          <ac:chgData name="LEUNG Nicole" userId="8ed04819-1a1c-42ab-ae09-44d42575f3a6" providerId="ADAL" clId="{3E657728-002F-4D06-8545-52875357E7CC}" dt="2023-03-10T10:30:53.293" v="2674" actId="14100"/>
          <ac:spMkLst>
            <pc:docMk/>
            <pc:sldMk cId="4159790325" sldId="283"/>
            <ac:spMk id="3" creationId="{6094BA60-024E-4F66-AC74-E5CC6ADC6BE8}"/>
          </ac:spMkLst>
        </pc:spChg>
        <pc:picChg chg="add del mod">
          <ac:chgData name="LEUNG Nicole" userId="8ed04819-1a1c-42ab-ae09-44d42575f3a6" providerId="ADAL" clId="{3E657728-002F-4D06-8545-52875357E7CC}" dt="2023-03-10T00:39:01.356" v="1355" actId="478"/>
          <ac:picMkLst>
            <pc:docMk/>
            <pc:sldMk cId="4159790325" sldId="283"/>
            <ac:picMk id="5" creationId="{057B75DD-033F-4178-8FEB-7C976E3C9C37}"/>
          </ac:picMkLst>
        </pc:picChg>
        <pc:picChg chg="add del mod">
          <ac:chgData name="LEUNG Nicole" userId="8ed04819-1a1c-42ab-ae09-44d42575f3a6" providerId="ADAL" clId="{3E657728-002F-4D06-8545-52875357E7CC}" dt="2023-03-09T09:20:43.152" v="898" actId="478"/>
          <ac:picMkLst>
            <pc:docMk/>
            <pc:sldMk cId="4159790325" sldId="283"/>
            <ac:picMk id="5" creationId="{A0DD6B80-C828-4641-B217-13068FF8C94D}"/>
          </ac:picMkLst>
        </pc:picChg>
        <pc:picChg chg="add del mod">
          <ac:chgData name="LEUNG Nicole" userId="8ed04819-1a1c-42ab-ae09-44d42575f3a6" providerId="ADAL" clId="{3E657728-002F-4D06-8545-52875357E7CC}" dt="2023-03-10T00:38:48.242" v="1352" actId="478"/>
          <ac:picMkLst>
            <pc:docMk/>
            <pc:sldMk cId="4159790325" sldId="283"/>
            <ac:picMk id="7" creationId="{E0FC0ACA-AB13-4AF1-BB9B-BFF44502B88D}"/>
          </ac:picMkLst>
        </pc:picChg>
        <pc:picChg chg="add mod">
          <ac:chgData name="LEUNG Nicole" userId="8ed04819-1a1c-42ab-ae09-44d42575f3a6" providerId="ADAL" clId="{3E657728-002F-4D06-8545-52875357E7CC}" dt="2023-03-10T10:30:46.022" v="2672" actId="1076"/>
          <ac:picMkLst>
            <pc:docMk/>
            <pc:sldMk cId="4159790325" sldId="283"/>
            <ac:picMk id="8" creationId="{0EB9A571-C79B-404A-B530-1AEBE84475F6}"/>
          </ac:picMkLst>
        </pc:picChg>
        <pc:picChg chg="add mod">
          <ac:chgData name="LEUNG Nicole" userId="8ed04819-1a1c-42ab-ae09-44d42575f3a6" providerId="ADAL" clId="{3E657728-002F-4D06-8545-52875357E7CC}" dt="2023-03-09T09:20:49.339" v="901" actId="14100"/>
          <ac:picMkLst>
            <pc:docMk/>
            <pc:sldMk cId="4159790325" sldId="283"/>
            <ac:picMk id="9" creationId="{F26DD8D8-9976-4726-9BE3-41B1321FE1C1}"/>
          </ac:picMkLst>
        </pc:picChg>
      </pc:sldChg>
      <pc:sldChg chg="new del">
        <pc:chgData name="LEUNG Nicole" userId="8ed04819-1a1c-42ab-ae09-44d42575f3a6" providerId="ADAL" clId="{3E657728-002F-4D06-8545-52875357E7CC}" dt="2023-03-09T09:15:14.976" v="866" actId="2696"/>
        <pc:sldMkLst>
          <pc:docMk/>
          <pc:sldMk cId="825249424" sldId="284"/>
        </pc:sldMkLst>
      </pc:sldChg>
      <pc:sldChg chg="modSp mod">
        <pc:chgData name="LEUNG Nicole" userId="8ed04819-1a1c-42ab-ae09-44d42575f3a6" providerId="ADAL" clId="{3E657728-002F-4D06-8545-52875357E7CC}" dt="2023-03-10T00:13:45.240" v="1241" actId="1076"/>
        <pc:sldMkLst>
          <pc:docMk/>
          <pc:sldMk cId="3394698022" sldId="284"/>
        </pc:sldMkLst>
        <pc:picChg chg="mod">
          <ac:chgData name="LEUNG Nicole" userId="8ed04819-1a1c-42ab-ae09-44d42575f3a6" providerId="ADAL" clId="{3E657728-002F-4D06-8545-52875357E7CC}" dt="2023-03-10T00:13:45.240" v="1241" actId="1076"/>
          <ac:picMkLst>
            <pc:docMk/>
            <pc:sldMk cId="3394698022" sldId="284"/>
            <ac:picMk id="6" creationId="{8FCF6D7B-D99E-4BAB-9D70-E9A16164D4EB}"/>
          </ac:picMkLst>
        </pc:picChg>
      </pc:sldChg>
      <pc:sldChg chg="new del">
        <pc:chgData name="LEUNG Nicole" userId="8ed04819-1a1c-42ab-ae09-44d42575f3a6" providerId="ADAL" clId="{3E657728-002F-4D06-8545-52875357E7CC}" dt="2023-03-09T23:01:41.143" v="963" actId="47"/>
        <pc:sldMkLst>
          <pc:docMk/>
          <pc:sldMk cId="995716311" sldId="285"/>
        </pc:sldMkLst>
      </pc:sldChg>
      <pc:sldChg chg="addSp modSp new mod">
        <pc:chgData name="LEUNG Nicole" userId="8ed04819-1a1c-42ab-ae09-44d42575f3a6" providerId="ADAL" clId="{3E657728-002F-4D06-8545-52875357E7CC}" dt="2023-03-10T10:31:43.749" v="2686" actId="20577"/>
        <pc:sldMkLst>
          <pc:docMk/>
          <pc:sldMk cId="1739127976" sldId="285"/>
        </pc:sldMkLst>
        <pc:spChg chg="mod">
          <ac:chgData name="LEUNG Nicole" userId="8ed04819-1a1c-42ab-ae09-44d42575f3a6" providerId="ADAL" clId="{3E657728-002F-4D06-8545-52875357E7CC}" dt="2023-03-10T10:31:43.749" v="2686" actId="20577"/>
          <ac:spMkLst>
            <pc:docMk/>
            <pc:sldMk cId="1739127976" sldId="285"/>
            <ac:spMk id="2" creationId="{B1748EFC-037C-4D62-BA8D-09FD14A862CD}"/>
          </ac:spMkLst>
        </pc:spChg>
        <pc:spChg chg="mod">
          <ac:chgData name="LEUNG Nicole" userId="8ed04819-1a1c-42ab-ae09-44d42575f3a6" providerId="ADAL" clId="{3E657728-002F-4D06-8545-52875357E7CC}" dt="2023-03-10T02:52:17.383" v="1507" actId="1076"/>
          <ac:spMkLst>
            <pc:docMk/>
            <pc:sldMk cId="1739127976" sldId="285"/>
            <ac:spMk id="3" creationId="{E1D53481-D0F7-4989-AE93-2EC86E926AEF}"/>
          </ac:spMkLst>
        </pc:spChg>
        <pc:picChg chg="add mod">
          <ac:chgData name="LEUNG Nicole" userId="8ed04819-1a1c-42ab-ae09-44d42575f3a6" providerId="ADAL" clId="{3E657728-002F-4D06-8545-52875357E7CC}" dt="2023-03-10T02:47:18.660" v="1366" actId="1076"/>
          <ac:picMkLst>
            <pc:docMk/>
            <pc:sldMk cId="1739127976" sldId="285"/>
            <ac:picMk id="5" creationId="{BA50BCDC-823C-4383-96A6-D171EE293D0F}"/>
          </ac:picMkLst>
        </pc:picChg>
        <pc:picChg chg="add mod">
          <ac:chgData name="LEUNG Nicole" userId="8ed04819-1a1c-42ab-ae09-44d42575f3a6" providerId="ADAL" clId="{3E657728-002F-4D06-8545-52875357E7CC}" dt="2023-03-10T02:47:40.181" v="1369" actId="14100"/>
          <ac:picMkLst>
            <pc:docMk/>
            <pc:sldMk cId="1739127976" sldId="285"/>
            <ac:picMk id="7" creationId="{720C46F9-6FA2-490F-902F-209B26BFE1BB}"/>
          </ac:picMkLst>
        </pc:picChg>
      </pc:sldChg>
      <pc:sldChg chg="new del">
        <pc:chgData name="LEUNG Nicole" userId="8ed04819-1a1c-42ab-ae09-44d42575f3a6" providerId="ADAL" clId="{3E657728-002F-4D06-8545-52875357E7CC}" dt="2023-03-10T03:03:22.153" v="1512" actId="2696"/>
        <pc:sldMkLst>
          <pc:docMk/>
          <pc:sldMk cId="2997608409" sldId="286"/>
        </pc:sldMkLst>
      </pc:sldChg>
      <pc:sldChg chg="new del">
        <pc:chgData name="LEUNG Nicole" userId="8ed04819-1a1c-42ab-ae09-44d42575f3a6" providerId="ADAL" clId="{3E657728-002F-4D06-8545-52875357E7CC}" dt="2023-03-10T03:03:24.603" v="1513" actId="2696"/>
        <pc:sldMkLst>
          <pc:docMk/>
          <pc:sldMk cId="3541431756" sldId="287"/>
        </pc:sldMkLst>
      </pc:sldChg>
      <pc:sldChg chg="new del">
        <pc:chgData name="LEUNG Nicole" userId="8ed04819-1a1c-42ab-ae09-44d42575f3a6" providerId="ADAL" clId="{3E657728-002F-4D06-8545-52875357E7CC}" dt="2023-03-10T03:03:26.724" v="1514" actId="2696"/>
        <pc:sldMkLst>
          <pc:docMk/>
          <pc:sldMk cId="3237368110" sldId="288"/>
        </pc:sldMkLst>
      </pc:sldChg>
      <pc:sldChg chg="addSp delSp modSp new mod setBg">
        <pc:chgData name="LEUNG Nicole" userId="8ed04819-1a1c-42ab-ae09-44d42575f3a6" providerId="ADAL" clId="{3E657728-002F-4D06-8545-52875357E7CC}" dt="2023-03-10T10:49:45.692" v="2813" actId="20577"/>
        <pc:sldMkLst>
          <pc:docMk/>
          <pc:sldMk cId="2244824" sldId="289"/>
        </pc:sldMkLst>
        <pc:spChg chg="mod">
          <ac:chgData name="LEUNG Nicole" userId="8ed04819-1a1c-42ab-ae09-44d42575f3a6" providerId="ADAL" clId="{3E657728-002F-4D06-8545-52875357E7CC}" dt="2023-03-10T03:06:55.106" v="1604" actId="26606"/>
          <ac:spMkLst>
            <pc:docMk/>
            <pc:sldMk cId="2244824" sldId="289"/>
            <ac:spMk id="2" creationId="{4B0F2189-DD66-4CB6-B965-78BFE9445B63}"/>
          </ac:spMkLst>
        </pc:spChg>
        <pc:spChg chg="del mod">
          <ac:chgData name="LEUNG Nicole" userId="8ed04819-1a1c-42ab-ae09-44d42575f3a6" providerId="ADAL" clId="{3E657728-002F-4D06-8545-52875357E7CC}" dt="2023-03-10T03:04:27.305" v="1517"/>
          <ac:spMkLst>
            <pc:docMk/>
            <pc:sldMk cId="2244824" sldId="289"/>
            <ac:spMk id="3" creationId="{1AAD5C79-A6DF-45EA-ABBD-DCF7C8E111AC}"/>
          </ac:spMkLst>
        </pc:spChg>
        <pc:spChg chg="add del mod">
          <ac:chgData name="LEUNG Nicole" userId="8ed04819-1a1c-42ab-ae09-44d42575f3a6" providerId="ADAL" clId="{3E657728-002F-4D06-8545-52875357E7CC}" dt="2023-03-10T08:07:15.729" v="1607"/>
          <ac:spMkLst>
            <pc:docMk/>
            <pc:sldMk cId="2244824" sldId="289"/>
            <ac:spMk id="4" creationId="{1C7A2DE5-87B1-4F75-8415-1503940A740D}"/>
          </ac:spMkLst>
        </pc:spChg>
        <pc:spChg chg="add mod">
          <ac:chgData name="LEUNG Nicole" userId="8ed04819-1a1c-42ab-ae09-44d42575f3a6" providerId="ADAL" clId="{3E657728-002F-4D06-8545-52875357E7CC}" dt="2023-03-10T10:24:01.346" v="2481" actId="20577"/>
          <ac:spMkLst>
            <pc:docMk/>
            <pc:sldMk cId="2244824" sldId="289"/>
            <ac:spMk id="6" creationId="{2033B45C-581A-4A1D-A145-DD2275726760}"/>
          </ac:spMkLst>
        </pc:spChg>
        <pc:spChg chg="add del mod">
          <ac:chgData name="LEUNG Nicole" userId="8ed04819-1a1c-42ab-ae09-44d42575f3a6" providerId="ADAL" clId="{3E657728-002F-4D06-8545-52875357E7CC}" dt="2023-03-10T03:05:38.957" v="1519"/>
          <ac:spMkLst>
            <pc:docMk/>
            <pc:sldMk cId="2244824" sldId="289"/>
            <ac:spMk id="6" creationId="{7364C573-3C10-4810-A6D0-92B3D9E112DA}"/>
          </ac:spMkLst>
        </pc:spChg>
        <pc:spChg chg="add del">
          <ac:chgData name="LEUNG Nicole" userId="8ed04819-1a1c-42ab-ae09-44d42575f3a6" providerId="ADAL" clId="{3E657728-002F-4D06-8545-52875357E7CC}" dt="2023-03-10T03:06:55.106" v="1604" actId="26606"/>
          <ac:spMkLst>
            <pc:docMk/>
            <pc:sldMk cId="2244824" sldId="289"/>
            <ac:spMk id="12" creationId="{AE2B703B-46F9-481A-A605-82E2A828C4FA}"/>
          </ac:spMkLst>
        </pc:spChg>
        <pc:spChg chg="add del">
          <ac:chgData name="LEUNG Nicole" userId="8ed04819-1a1c-42ab-ae09-44d42575f3a6" providerId="ADAL" clId="{3E657728-002F-4D06-8545-52875357E7CC}" dt="2023-03-10T03:06:55.106" v="1604" actId="26606"/>
          <ac:spMkLst>
            <pc:docMk/>
            <pc:sldMk cId="2244824" sldId="289"/>
            <ac:spMk id="14" creationId="{F13BE4D7-0C3D-4906-B230-A1C5B4665CCF}"/>
          </ac:spMkLst>
        </pc:spChg>
        <pc:spChg chg="add del">
          <ac:chgData name="LEUNG Nicole" userId="8ed04819-1a1c-42ab-ae09-44d42575f3a6" providerId="ADAL" clId="{3E657728-002F-4D06-8545-52875357E7CC}" dt="2023-03-10T03:06:27.098" v="1573" actId="26606"/>
          <ac:spMkLst>
            <pc:docMk/>
            <pc:sldMk cId="2244824" sldId="289"/>
            <ac:spMk id="19" creationId="{9DBC8166-481C-4473-95F5-9A5B9073B7F1}"/>
          </ac:spMkLst>
        </pc:spChg>
        <pc:spChg chg="add del">
          <ac:chgData name="LEUNG Nicole" userId="8ed04819-1a1c-42ab-ae09-44d42575f3a6" providerId="ADAL" clId="{3E657728-002F-4D06-8545-52875357E7CC}" dt="2023-03-10T03:06:27.098" v="1573" actId="26606"/>
          <ac:spMkLst>
            <pc:docMk/>
            <pc:sldMk cId="2244824" sldId="289"/>
            <ac:spMk id="21" creationId="{A5A5CE6E-90AF-4D43-A014-1F9EC83EB93D}"/>
          </ac:spMkLst>
        </pc:spChg>
        <pc:spChg chg="add del">
          <ac:chgData name="LEUNG Nicole" userId="8ed04819-1a1c-42ab-ae09-44d42575f3a6" providerId="ADAL" clId="{3E657728-002F-4D06-8545-52875357E7CC}" dt="2023-03-10T03:06:43.749" v="1585" actId="26606"/>
          <ac:spMkLst>
            <pc:docMk/>
            <pc:sldMk cId="2244824" sldId="289"/>
            <ac:spMk id="25" creationId="{089440EF-9BE9-4AE9-8C28-00B02296CDB6}"/>
          </ac:spMkLst>
        </pc:spChg>
        <pc:spChg chg="add del">
          <ac:chgData name="LEUNG Nicole" userId="8ed04819-1a1c-42ab-ae09-44d42575f3a6" providerId="ADAL" clId="{3E657728-002F-4D06-8545-52875357E7CC}" dt="2023-03-10T03:06:30.123" v="1575" actId="26606"/>
          <ac:spMkLst>
            <pc:docMk/>
            <pc:sldMk cId="2244824" sldId="289"/>
            <ac:spMk id="27" creationId="{F575A102-D95D-4D6E-8F1B-49EED0AEC65C}"/>
          </ac:spMkLst>
        </pc:spChg>
        <pc:spChg chg="add del">
          <ac:chgData name="LEUNG Nicole" userId="8ed04819-1a1c-42ab-ae09-44d42575f3a6" providerId="ADAL" clId="{3E657728-002F-4D06-8545-52875357E7CC}" dt="2023-03-10T03:06:30.123" v="1575" actId="26606"/>
          <ac:spMkLst>
            <pc:docMk/>
            <pc:sldMk cId="2244824" sldId="289"/>
            <ac:spMk id="29" creationId="{158B3569-73B2-4D05-8E95-886A6EE17F1F}"/>
          </ac:spMkLst>
        </pc:spChg>
        <pc:spChg chg="add del">
          <ac:chgData name="LEUNG Nicole" userId="8ed04819-1a1c-42ab-ae09-44d42575f3a6" providerId="ADAL" clId="{3E657728-002F-4D06-8545-52875357E7CC}" dt="2023-03-10T03:06:39.710" v="1577" actId="26606"/>
          <ac:spMkLst>
            <pc:docMk/>
            <pc:sldMk cId="2244824" sldId="289"/>
            <ac:spMk id="31" creationId="{F575A102-D95D-4D6E-8F1B-49EED0AEC65C}"/>
          </ac:spMkLst>
        </pc:spChg>
        <pc:spChg chg="add del">
          <ac:chgData name="LEUNG Nicole" userId="8ed04819-1a1c-42ab-ae09-44d42575f3a6" providerId="ADAL" clId="{3E657728-002F-4D06-8545-52875357E7CC}" dt="2023-03-10T03:06:39.710" v="1577" actId="26606"/>
          <ac:spMkLst>
            <pc:docMk/>
            <pc:sldMk cId="2244824" sldId="289"/>
            <ac:spMk id="32" creationId="{158B3569-73B2-4D05-8E95-886A6EE17F1F}"/>
          </ac:spMkLst>
        </pc:spChg>
        <pc:spChg chg="add del">
          <ac:chgData name="LEUNG Nicole" userId="8ed04819-1a1c-42ab-ae09-44d42575f3a6" providerId="ADAL" clId="{3E657728-002F-4D06-8545-52875357E7CC}" dt="2023-03-10T03:06:41.012" v="1579" actId="26606"/>
          <ac:spMkLst>
            <pc:docMk/>
            <pc:sldMk cId="2244824" sldId="289"/>
            <ac:spMk id="39" creationId="{9DBC8166-481C-4473-95F5-9A5B9073B7F1}"/>
          </ac:spMkLst>
        </pc:spChg>
        <pc:spChg chg="add del">
          <ac:chgData name="LEUNG Nicole" userId="8ed04819-1a1c-42ab-ae09-44d42575f3a6" providerId="ADAL" clId="{3E657728-002F-4D06-8545-52875357E7CC}" dt="2023-03-10T03:06:41.012" v="1579" actId="26606"/>
          <ac:spMkLst>
            <pc:docMk/>
            <pc:sldMk cId="2244824" sldId="289"/>
            <ac:spMk id="40" creationId="{A5A5CE6E-90AF-4D43-A014-1F9EC83EB93D}"/>
          </ac:spMkLst>
        </pc:spChg>
        <pc:spChg chg="add del">
          <ac:chgData name="LEUNG Nicole" userId="8ed04819-1a1c-42ab-ae09-44d42575f3a6" providerId="ADAL" clId="{3E657728-002F-4D06-8545-52875357E7CC}" dt="2023-03-10T03:06:41.614" v="1581" actId="26606"/>
          <ac:spMkLst>
            <pc:docMk/>
            <pc:sldMk cId="2244824" sldId="289"/>
            <ac:spMk id="42" creationId="{AE2B703B-46F9-481A-A605-82E2A828C4FA}"/>
          </ac:spMkLst>
        </pc:spChg>
        <pc:spChg chg="add del">
          <ac:chgData name="LEUNG Nicole" userId="8ed04819-1a1c-42ab-ae09-44d42575f3a6" providerId="ADAL" clId="{3E657728-002F-4D06-8545-52875357E7CC}" dt="2023-03-10T03:06:41.614" v="1581" actId="26606"/>
          <ac:spMkLst>
            <pc:docMk/>
            <pc:sldMk cId="2244824" sldId="289"/>
            <ac:spMk id="43" creationId="{F13BE4D7-0C3D-4906-B230-A1C5B4665CCF}"/>
          </ac:spMkLst>
        </pc:spChg>
        <pc:spChg chg="add del">
          <ac:chgData name="LEUNG Nicole" userId="8ed04819-1a1c-42ab-ae09-44d42575f3a6" providerId="ADAL" clId="{3E657728-002F-4D06-8545-52875357E7CC}" dt="2023-03-10T03:06:42.764" v="1583" actId="26606"/>
          <ac:spMkLst>
            <pc:docMk/>
            <pc:sldMk cId="2244824" sldId="289"/>
            <ac:spMk id="45" creationId="{AE2B703B-46F9-481A-A605-82E2A828C4FA}"/>
          </ac:spMkLst>
        </pc:spChg>
        <pc:spChg chg="add del">
          <ac:chgData name="LEUNG Nicole" userId="8ed04819-1a1c-42ab-ae09-44d42575f3a6" providerId="ADAL" clId="{3E657728-002F-4D06-8545-52875357E7CC}" dt="2023-03-10T03:06:42.764" v="1583" actId="26606"/>
          <ac:spMkLst>
            <pc:docMk/>
            <pc:sldMk cId="2244824" sldId="289"/>
            <ac:spMk id="46" creationId="{F13BE4D7-0C3D-4906-B230-A1C5B4665CCF}"/>
          </ac:spMkLst>
        </pc:spChg>
        <pc:spChg chg="add del">
          <ac:chgData name="LEUNG Nicole" userId="8ed04819-1a1c-42ab-ae09-44d42575f3a6" providerId="ADAL" clId="{3E657728-002F-4D06-8545-52875357E7CC}" dt="2023-03-10T03:06:43.749" v="1585" actId="26606"/>
          <ac:spMkLst>
            <pc:docMk/>
            <pc:sldMk cId="2244824" sldId="289"/>
            <ac:spMk id="48" creationId="{89A320C9-9735-4D13-8279-C1C674841392}"/>
          </ac:spMkLst>
        </pc:spChg>
        <pc:spChg chg="add del">
          <ac:chgData name="LEUNG Nicole" userId="8ed04819-1a1c-42ab-ae09-44d42575f3a6" providerId="ADAL" clId="{3E657728-002F-4D06-8545-52875357E7CC}" dt="2023-03-10T03:06:43.749" v="1585" actId="26606"/>
          <ac:spMkLst>
            <pc:docMk/>
            <pc:sldMk cId="2244824" sldId="289"/>
            <ac:spMk id="49" creationId="{92544CF4-9B52-4A7B-A4B3-88C72729B77D}"/>
          </ac:spMkLst>
        </pc:spChg>
        <pc:spChg chg="add del">
          <ac:chgData name="LEUNG Nicole" userId="8ed04819-1a1c-42ab-ae09-44d42575f3a6" providerId="ADAL" clId="{3E657728-002F-4D06-8545-52875357E7CC}" dt="2023-03-10T03:06:43.749" v="1585" actId="26606"/>
          <ac:spMkLst>
            <pc:docMk/>
            <pc:sldMk cId="2244824" sldId="289"/>
            <ac:spMk id="50" creationId="{E75862C5-5C00-4421-BC7B-9B7B86DBC80D}"/>
          </ac:spMkLst>
        </pc:spChg>
        <pc:spChg chg="add del">
          <ac:chgData name="LEUNG Nicole" userId="8ed04819-1a1c-42ab-ae09-44d42575f3a6" providerId="ADAL" clId="{3E657728-002F-4D06-8545-52875357E7CC}" dt="2023-03-10T03:06:44.635" v="1587" actId="26606"/>
          <ac:spMkLst>
            <pc:docMk/>
            <pc:sldMk cId="2244824" sldId="289"/>
            <ac:spMk id="52" creationId="{89A320C9-9735-4D13-8279-C1C674841392}"/>
          </ac:spMkLst>
        </pc:spChg>
        <pc:spChg chg="add del">
          <ac:chgData name="LEUNG Nicole" userId="8ed04819-1a1c-42ab-ae09-44d42575f3a6" providerId="ADAL" clId="{3E657728-002F-4D06-8545-52875357E7CC}" dt="2023-03-10T03:06:44.635" v="1587" actId="26606"/>
          <ac:spMkLst>
            <pc:docMk/>
            <pc:sldMk cId="2244824" sldId="289"/>
            <ac:spMk id="53" creationId="{92544CF4-9B52-4A7B-A4B3-88C72729B77D}"/>
          </ac:spMkLst>
        </pc:spChg>
        <pc:spChg chg="add del">
          <ac:chgData name="LEUNG Nicole" userId="8ed04819-1a1c-42ab-ae09-44d42575f3a6" providerId="ADAL" clId="{3E657728-002F-4D06-8545-52875357E7CC}" dt="2023-03-10T03:06:44.635" v="1587" actId="26606"/>
          <ac:spMkLst>
            <pc:docMk/>
            <pc:sldMk cId="2244824" sldId="289"/>
            <ac:spMk id="54" creationId="{E75862C5-5C00-4421-BC7B-9B7B86DBC80D}"/>
          </ac:spMkLst>
        </pc:spChg>
        <pc:spChg chg="add del">
          <ac:chgData name="LEUNG Nicole" userId="8ed04819-1a1c-42ab-ae09-44d42575f3a6" providerId="ADAL" clId="{3E657728-002F-4D06-8545-52875357E7CC}" dt="2023-03-10T03:06:44.635" v="1587" actId="26606"/>
          <ac:spMkLst>
            <pc:docMk/>
            <pc:sldMk cId="2244824" sldId="289"/>
            <ac:spMk id="55" creationId="{089440EF-9BE9-4AE9-8C28-00B02296CDB6}"/>
          </ac:spMkLst>
        </pc:spChg>
        <pc:spChg chg="add del">
          <ac:chgData name="LEUNG Nicole" userId="8ed04819-1a1c-42ab-ae09-44d42575f3a6" providerId="ADAL" clId="{3E657728-002F-4D06-8545-52875357E7CC}" dt="2023-03-10T03:06:46.469" v="1589" actId="26606"/>
          <ac:spMkLst>
            <pc:docMk/>
            <pc:sldMk cId="2244824" sldId="289"/>
            <ac:spMk id="57" creationId="{F575A102-D95D-4D6E-8F1B-49EED0AEC65C}"/>
          </ac:spMkLst>
        </pc:spChg>
        <pc:spChg chg="add del">
          <ac:chgData name="LEUNG Nicole" userId="8ed04819-1a1c-42ab-ae09-44d42575f3a6" providerId="ADAL" clId="{3E657728-002F-4D06-8545-52875357E7CC}" dt="2023-03-10T03:06:46.469" v="1589" actId="26606"/>
          <ac:spMkLst>
            <pc:docMk/>
            <pc:sldMk cId="2244824" sldId="289"/>
            <ac:spMk id="58" creationId="{158B3569-73B2-4D05-8E95-886A6EE17F1F}"/>
          </ac:spMkLst>
        </pc:spChg>
        <pc:spChg chg="add del">
          <ac:chgData name="LEUNG Nicole" userId="8ed04819-1a1c-42ab-ae09-44d42575f3a6" providerId="ADAL" clId="{3E657728-002F-4D06-8545-52875357E7CC}" dt="2023-03-10T03:06:48.797" v="1591" actId="26606"/>
          <ac:spMkLst>
            <pc:docMk/>
            <pc:sldMk cId="2244824" sldId="289"/>
            <ac:spMk id="63" creationId="{F575A102-D95D-4D6E-8F1B-49EED0AEC65C}"/>
          </ac:spMkLst>
        </pc:spChg>
        <pc:spChg chg="add del">
          <ac:chgData name="LEUNG Nicole" userId="8ed04819-1a1c-42ab-ae09-44d42575f3a6" providerId="ADAL" clId="{3E657728-002F-4D06-8545-52875357E7CC}" dt="2023-03-10T03:06:48.797" v="1591" actId="26606"/>
          <ac:spMkLst>
            <pc:docMk/>
            <pc:sldMk cId="2244824" sldId="289"/>
            <ac:spMk id="64" creationId="{158B3569-73B2-4D05-8E95-886A6EE17F1F}"/>
          </ac:spMkLst>
        </pc:spChg>
        <pc:spChg chg="add del">
          <ac:chgData name="LEUNG Nicole" userId="8ed04819-1a1c-42ab-ae09-44d42575f3a6" providerId="ADAL" clId="{3E657728-002F-4D06-8545-52875357E7CC}" dt="2023-03-10T03:06:49.877" v="1593" actId="26606"/>
          <ac:spMkLst>
            <pc:docMk/>
            <pc:sldMk cId="2244824" sldId="289"/>
            <ac:spMk id="71" creationId="{F575A102-D95D-4D6E-8F1B-49EED0AEC65C}"/>
          </ac:spMkLst>
        </pc:spChg>
        <pc:spChg chg="add del">
          <ac:chgData name="LEUNG Nicole" userId="8ed04819-1a1c-42ab-ae09-44d42575f3a6" providerId="ADAL" clId="{3E657728-002F-4D06-8545-52875357E7CC}" dt="2023-03-10T03:06:49.877" v="1593" actId="26606"/>
          <ac:spMkLst>
            <pc:docMk/>
            <pc:sldMk cId="2244824" sldId="289"/>
            <ac:spMk id="72" creationId="{158B3569-73B2-4D05-8E95-886A6EE17F1F}"/>
          </ac:spMkLst>
        </pc:spChg>
        <pc:spChg chg="add del">
          <ac:chgData name="LEUNG Nicole" userId="8ed04819-1a1c-42ab-ae09-44d42575f3a6" providerId="ADAL" clId="{3E657728-002F-4D06-8545-52875357E7CC}" dt="2023-03-10T03:06:50.973" v="1595" actId="26606"/>
          <ac:spMkLst>
            <pc:docMk/>
            <pc:sldMk cId="2244824" sldId="289"/>
            <ac:spMk id="77" creationId="{7DA1F35B-C8F7-4A5A-9339-7DA4D785B300}"/>
          </ac:spMkLst>
        </pc:spChg>
        <pc:spChg chg="add del">
          <ac:chgData name="LEUNG Nicole" userId="8ed04819-1a1c-42ab-ae09-44d42575f3a6" providerId="ADAL" clId="{3E657728-002F-4D06-8545-52875357E7CC}" dt="2023-03-10T03:06:50.973" v="1595" actId="26606"/>
          <ac:spMkLst>
            <pc:docMk/>
            <pc:sldMk cId="2244824" sldId="289"/>
            <ac:spMk id="78" creationId="{B2D4AD41-40DA-4A81-92F5-B6E3BA1ED82A}"/>
          </ac:spMkLst>
        </pc:spChg>
        <pc:spChg chg="add del">
          <ac:chgData name="LEUNG Nicole" userId="8ed04819-1a1c-42ab-ae09-44d42575f3a6" providerId="ADAL" clId="{3E657728-002F-4D06-8545-52875357E7CC}" dt="2023-03-10T03:06:51.796" v="1597" actId="26606"/>
          <ac:spMkLst>
            <pc:docMk/>
            <pc:sldMk cId="2244824" sldId="289"/>
            <ac:spMk id="80" creationId="{89A320C9-9735-4D13-8279-C1C674841392}"/>
          </ac:spMkLst>
        </pc:spChg>
        <pc:spChg chg="add del">
          <ac:chgData name="LEUNG Nicole" userId="8ed04819-1a1c-42ab-ae09-44d42575f3a6" providerId="ADAL" clId="{3E657728-002F-4D06-8545-52875357E7CC}" dt="2023-03-10T03:06:51.796" v="1597" actId="26606"/>
          <ac:spMkLst>
            <pc:docMk/>
            <pc:sldMk cId="2244824" sldId="289"/>
            <ac:spMk id="81" creationId="{92544CF4-9B52-4A7B-A4B3-88C72729B77D}"/>
          </ac:spMkLst>
        </pc:spChg>
        <pc:spChg chg="add del">
          <ac:chgData name="LEUNG Nicole" userId="8ed04819-1a1c-42ab-ae09-44d42575f3a6" providerId="ADAL" clId="{3E657728-002F-4D06-8545-52875357E7CC}" dt="2023-03-10T03:06:51.796" v="1597" actId="26606"/>
          <ac:spMkLst>
            <pc:docMk/>
            <pc:sldMk cId="2244824" sldId="289"/>
            <ac:spMk id="82" creationId="{E75862C5-5C00-4421-BC7B-9B7B86DBC80D}"/>
          </ac:spMkLst>
        </pc:spChg>
        <pc:spChg chg="add del">
          <ac:chgData name="LEUNG Nicole" userId="8ed04819-1a1c-42ab-ae09-44d42575f3a6" providerId="ADAL" clId="{3E657728-002F-4D06-8545-52875357E7CC}" dt="2023-03-10T03:06:51.796" v="1597" actId="26606"/>
          <ac:spMkLst>
            <pc:docMk/>
            <pc:sldMk cId="2244824" sldId="289"/>
            <ac:spMk id="83" creationId="{089440EF-9BE9-4AE9-8C28-00B02296CDB6}"/>
          </ac:spMkLst>
        </pc:spChg>
        <pc:spChg chg="add del">
          <ac:chgData name="LEUNG Nicole" userId="8ed04819-1a1c-42ab-ae09-44d42575f3a6" providerId="ADAL" clId="{3E657728-002F-4D06-8545-52875357E7CC}" dt="2023-03-10T03:06:54.136" v="1599" actId="26606"/>
          <ac:spMkLst>
            <pc:docMk/>
            <pc:sldMk cId="2244824" sldId="289"/>
            <ac:spMk id="85" creationId="{9DBC8166-481C-4473-95F5-9A5B9073B7F1}"/>
          </ac:spMkLst>
        </pc:spChg>
        <pc:spChg chg="add del">
          <ac:chgData name="LEUNG Nicole" userId="8ed04819-1a1c-42ab-ae09-44d42575f3a6" providerId="ADAL" clId="{3E657728-002F-4D06-8545-52875357E7CC}" dt="2023-03-10T03:06:54.136" v="1599" actId="26606"/>
          <ac:spMkLst>
            <pc:docMk/>
            <pc:sldMk cId="2244824" sldId="289"/>
            <ac:spMk id="86" creationId="{A5A5CE6E-90AF-4D43-A014-1F9EC83EB93D}"/>
          </ac:spMkLst>
        </pc:spChg>
        <pc:spChg chg="add del">
          <ac:chgData name="LEUNG Nicole" userId="8ed04819-1a1c-42ab-ae09-44d42575f3a6" providerId="ADAL" clId="{3E657728-002F-4D06-8545-52875357E7CC}" dt="2023-03-10T03:06:54.685" v="1601" actId="26606"/>
          <ac:spMkLst>
            <pc:docMk/>
            <pc:sldMk cId="2244824" sldId="289"/>
            <ac:spMk id="88" creationId="{AE2B703B-46F9-481A-A605-82E2A828C4FA}"/>
          </ac:spMkLst>
        </pc:spChg>
        <pc:spChg chg="add del">
          <ac:chgData name="LEUNG Nicole" userId="8ed04819-1a1c-42ab-ae09-44d42575f3a6" providerId="ADAL" clId="{3E657728-002F-4D06-8545-52875357E7CC}" dt="2023-03-10T03:06:54.685" v="1601" actId="26606"/>
          <ac:spMkLst>
            <pc:docMk/>
            <pc:sldMk cId="2244824" sldId="289"/>
            <ac:spMk id="89" creationId="{F13BE4D7-0C3D-4906-B230-A1C5B4665CCF}"/>
          </ac:spMkLst>
        </pc:spChg>
        <pc:spChg chg="add del">
          <ac:chgData name="LEUNG Nicole" userId="8ed04819-1a1c-42ab-ae09-44d42575f3a6" providerId="ADAL" clId="{3E657728-002F-4D06-8545-52875357E7CC}" dt="2023-03-10T03:06:55.079" v="1603" actId="26606"/>
          <ac:spMkLst>
            <pc:docMk/>
            <pc:sldMk cId="2244824" sldId="289"/>
            <ac:spMk id="91" creationId="{AE2B703B-46F9-481A-A605-82E2A828C4FA}"/>
          </ac:spMkLst>
        </pc:spChg>
        <pc:spChg chg="add del">
          <ac:chgData name="LEUNG Nicole" userId="8ed04819-1a1c-42ab-ae09-44d42575f3a6" providerId="ADAL" clId="{3E657728-002F-4D06-8545-52875357E7CC}" dt="2023-03-10T03:06:55.079" v="1603" actId="26606"/>
          <ac:spMkLst>
            <pc:docMk/>
            <pc:sldMk cId="2244824" sldId="289"/>
            <ac:spMk id="92" creationId="{F13BE4D7-0C3D-4906-B230-A1C5B4665CCF}"/>
          </ac:spMkLst>
        </pc:spChg>
        <pc:spChg chg="add del">
          <ac:chgData name="LEUNG Nicole" userId="8ed04819-1a1c-42ab-ae09-44d42575f3a6" providerId="ADAL" clId="{3E657728-002F-4D06-8545-52875357E7CC}" dt="2023-03-10T08:07:21.461" v="1609" actId="26606"/>
          <ac:spMkLst>
            <pc:docMk/>
            <pc:sldMk cId="2244824" sldId="289"/>
            <ac:spMk id="94" creationId="{9DBC8166-481C-4473-95F5-9A5B9073B7F1}"/>
          </ac:spMkLst>
        </pc:spChg>
        <pc:spChg chg="add del">
          <ac:chgData name="LEUNG Nicole" userId="8ed04819-1a1c-42ab-ae09-44d42575f3a6" providerId="ADAL" clId="{3E657728-002F-4D06-8545-52875357E7CC}" dt="2023-03-10T08:07:21.461" v="1609" actId="26606"/>
          <ac:spMkLst>
            <pc:docMk/>
            <pc:sldMk cId="2244824" sldId="289"/>
            <ac:spMk id="95" creationId="{A5A5CE6E-90AF-4D43-A014-1F9EC83EB93D}"/>
          </ac:spMkLst>
        </pc:spChg>
        <pc:spChg chg="add">
          <ac:chgData name="LEUNG Nicole" userId="8ed04819-1a1c-42ab-ae09-44d42575f3a6" providerId="ADAL" clId="{3E657728-002F-4D06-8545-52875357E7CC}" dt="2023-03-10T08:07:21.461" v="1609" actId="26606"/>
          <ac:spMkLst>
            <pc:docMk/>
            <pc:sldMk cId="2244824" sldId="289"/>
            <ac:spMk id="100" creationId="{9DBC8166-481C-4473-95F5-9A5B9073B7F1}"/>
          </ac:spMkLst>
        </pc:spChg>
        <pc:spChg chg="add">
          <ac:chgData name="LEUNG Nicole" userId="8ed04819-1a1c-42ab-ae09-44d42575f3a6" providerId="ADAL" clId="{3E657728-002F-4D06-8545-52875357E7CC}" dt="2023-03-10T08:07:21.461" v="1609" actId="26606"/>
          <ac:spMkLst>
            <pc:docMk/>
            <pc:sldMk cId="2244824" sldId="289"/>
            <ac:spMk id="102" creationId="{A5A5CE6E-90AF-4D43-A014-1F9EC83EB93D}"/>
          </ac:spMkLst>
        </pc:spChg>
        <pc:grpChg chg="add del">
          <ac:chgData name="LEUNG Nicole" userId="8ed04819-1a1c-42ab-ae09-44d42575f3a6" providerId="ADAL" clId="{3E657728-002F-4D06-8545-52875357E7CC}" dt="2023-03-10T03:06:30.123" v="1575" actId="26606"/>
          <ac:grpSpMkLst>
            <pc:docMk/>
            <pc:sldMk cId="2244824" sldId="289"/>
            <ac:grpSpMk id="23" creationId="{CF0FFF1F-79B6-4A13-A464-070CD6F896AF}"/>
          </ac:grpSpMkLst>
        </pc:grpChg>
        <pc:grpChg chg="add del">
          <ac:chgData name="LEUNG Nicole" userId="8ed04819-1a1c-42ab-ae09-44d42575f3a6" providerId="ADAL" clId="{3E657728-002F-4D06-8545-52875357E7CC}" dt="2023-03-10T03:06:39.710" v="1577" actId="26606"/>
          <ac:grpSpMkLst>
            <pc:docMk/>
            <pc:sldMk cId="2244824" sldId="289"/>
            <ac:grpSpMk id="33" creationId="{CF0FFF1F-79B6-4A13-A464-070CD6F896AF}"/>
          </ac:grpSpMkLst>
        </pc:grpChg>
        <pc:grpChg chg="add del">
          <ac:chgData name="LEUNG Nicole" userId="8ed04819-1a1c-42ab-ae09-44d42575f3a6" providerId="ADAL" clId="{3E657728-002F-4D06-8545-52875357E7CC}" dt="2023-03-10T03:06:46.469" v="1589" actId="26606"/>
          <ac:grpSpMkLst>
            <pc:docMk/>
            <pc:sldMk cId="2244824" sldId="289"/>
            <ac:grpSpMk id="59" creationId="{CF0FFF1F-79B6-4A13-A464-070CD6F896AF}"/>
          </ac:grpSpMkLst>
        </pc:grpChg>
        <pc:grpChg chg="add del">
          <ac:chgData name="LEUNG Nicole" userId="8ed04819-1a1c-42ab-ae09-44d42575f3a6" providerId="ADAL" clId="{3E657728-002F-4D06-8545-52875357E7CC}" dt="2023-03-10T03:06:48.797" v="1591" actId="26606"/>
          <ac:grpSpMkLst>
            <pc:docMk/>
            <pc:sldMk cId="2244824" sldId="289"/>
            <ac:grpSpMk id="65" creationId="{CF0FFF1F-79B6-4A13-A464-070CD6F896AF}"/>
          </ac:grpSpMkLst>
        </pc:grpChg>
        <pc:grpChg chg="add del">
          <ac:chgData name="LEUNG Nicole" userId="8ed04819-1a1c-42ab-ae09-44d42575f3a6" providerId="ADAL" clId="{3E657728-002F-4D06-8545-52875357E7CC}" dt="2023-03-10T03:06:49.877" v="1593" actId="26606"/>
          <ac:grpSpMkLst>
            <pc:docMk/>
            <pc:sldMk cId="2244824" sldId="289"/>
            <ac:grpSpMk id="73" creationId="{CF0FFF1F-79B6-4A13-A464-070CD6F896AF}"/>
          </ac:grpSpMkLst>
        </pc:grpChg>
        <pc:graphicFrameChg chg="add del mod">
          <ac:chgData name="LEUNG Nicole" userId="8ed04819-1a1c-42ab-ae09-44d42575f3a6" providerId="ADAL" clId="{3E657728-002F-4D06-8545-52875357E7CC}" dt="2023-03-10T03:04:30.694" v="1518" actId="478"/>
          <ac:graphicFrameMkLst>
            <pc:docMk/>
            <pc:sldMk cId="2244824" sldId="289"/>
            <ac:graphicFrameMk id="4" creationId="{FE101BCF-47BE-44C2-9AE4-9ADC2FD3DF4E}"/>
          </ac:graphicFrameMkLst>
        </pc:graphicFrameChg>
        <pc:graphicFrameChg chg="add mod modGraphic">
          <ac:chgData name="LEUNG Nicole" userId="8ed04819-1a1c-42ab-ae09-44d42575f3a6" providerId="ADAL" clId="{3E657728-002F-4D06-8545-52875357E7CC}" dt="2023-03-10T10:49:45.692" v="2813" actId="20577"/>
          <ac:graphicFrameMkLst>
            <pc:docMk/>
            <pc:sldMk cId="2244824" sldId="289"/>
            <ac:graphicFrameMk id="5" creationId="{896A0D97-381C-44E5-A277-977F62E1C1DE}"/>
          </ac:graphicFrameMkLst>
        </pc:graphicFrameChg>
        <pc:graphicFrameChg chg="add del mod modGraphic">
          <ac:chgData name="LEUNG Nicole" userId="8ed04819-1a1c-42ab-ae09-44d42575f3a6" providerId="ADAL" clId="{3E657728-002F-4D06-8545-52875357E7CC}" dt="2023-03-10T08:07:14.795" v="1606" actId="478"/>
          <ac:graphicFrameMkLst>
            <pc:docMk/>
            <pc:sldMk cId="2244824" sldId="289"/>
            <ac:graphicFrameMk id="7" creationId="{FB2D4249-1C60-49A8-9CE6-FE01B98E504F}"/>
          </ac:graphicFrameMkLst>
        </pc:graphicFrameChg>
        <pc:cxnChg chg="add del">
          <ac:chgData name="LEUNG Nicole" userId="8ed04819-1a1c-42ab-ae09-44d42575f3a6" providerId="ADAL" clId="{3E657728-002F-4D06-8545-52875357E7CC}" dt="2023-03-10T03:06:30.123" v="1575" actId="26606"/>
          <ac:cxnSpMkLst>
            <pc:docMk/>
            <pc:sldMk cId="2244824" sldId="289"/>
            <ac:cxnSpMk id="28" creationId="{56020367-4FD5-4596-8E10-C5F095CD8DBF}"/>
          </ac:cxnSpMkLst>
        </pc:cxnChg>
        <pc:cxnChg chg="add del">
          <ac:chgData name="LEUNG Nicole" userId="8ed04819-1a1c-42ab-ae09-44d42575f3a6" providerId="ADAL" clId="{3E657728-002F-4D06-8545-52875357E7CC}" dt="2023-03-10T03:06:39.710" v="1577" actId="26606"/>
          <ac:cxnSpMkLst>
            <pc:docMk/>
            <pc:sldMk cId="2244824" sldId="289"/>
            <ac:cxnSpMk id="37" creationId="{56020367-4FD5-4596-8E10-C5F095CD8DBF}"/>
          </ac:cxnSpMkLst>
        </pc:cxnChg>
        <pc:cxnChg chg="add del">
          <ac:chgData name="LEUNG Nicole" userId="8ed04819-1a1c-42ab-ae09-44d42575f3a6" providerId="ADAL" clId="{3E657728-002F-4D06-8545-52875357E7CC}" dt="2023-03-10T03:06:46.469" v="1589" actId="26606"/>
          <ac:cxnSpMkLst>
            <pc:docMk/>
            <pc:sldMk cId="2244824" sldId="289"/>
            <ac:cxnSpMk id="61" creationId="{56020367-4FD5-4596-8E10-C5F095CD8DBF}"/>
          </ac:cxnSpMkLst>
        </pc:cxnChg>
        <pc:cxnChg chg="add del">
          <ac:chgData name="LEUNG Nicole" userId="8ed04819-1a1c-42ab-ae09-44d42575f3a6" providerId="ADAL" clId="{3E657728-002F-4D06-8545-52875357E7CC}" dt="2023-03-10T03:06:48.797" v="1591" actId="26606"/>
          <ac:cxnSpMkLst>
            <pc:docMk/>
            <pc:sldMk cId="2244824" sldId="289"/>
            <ac:cxnSpMk id="69" creationId="{56020367-4FD5-4596-8E10-C5F095CD8DBF}"/>
          </ac:cxnSpMkLst>
        </pc:cxnChg>
        <pc:cxnChg chg="add del">
          <ac:chgData name="LEUNG Nicole" userId="8ed04819-1a1c-42ab-ae09-44d42575f3a6" providerId="ADAL" clId="{3E657728-002F-4D06-8545-52875357E7CC}" dt="2023-03-10T03:06:49.877" v="1593" actId="26606"/>
          <ac:cxnSpMkLst>
            <pc:docMk/>
            <pc:sldMk cId="2244824" sldId="289"/>
            <ac:cxnSpMk id="75" creationId="{56020367-4FD5-4596-8E10-C5F095CD8DBF}"/>
          </ac:cxnSpMkLst>
        </pc:cxnChg>
      </pc:sldChg>
      <pc:sldChg chg="addSp delSp modSp new mod ord setBg">
        <pc:chgData name="LEUNG Nicole" userId="8ed04819-1a1c-42ab-ae09-44d42575f3a6" providerId="ADAL" clId="{3E657728-002F-4D06-8545-52875357E7CC}" dt="2023-03-20T09:11:17.138" v="5646" actId="1076"/>
        <pc:sldMkLst>
          <pc:docMk/>
          <pc:sldMk cId="2506668147" sldId="290"/>
        </pc:sldMkLst>
        <pc:spChg chg="mod">
          <ac:chgData name="LEUNG Nicole" userId="8ed04819-1a1c-42ab-ae09-44d42575f3a6" providerId="ADAL" clId="{3E657728-002F-4D06-8545-52875357E7CC}" dt="2023-03-20T09:11:17.138" v="5646" actId="1076"/>
          <ac:spMkLst>
            <pc:docMk/>
            <pc:sldMk cId="2506668147" sldId="290"/>
            <ac:spMk id="2" creationId="{EC523B02-5F95-4633-8AAA-EFDF6751F9AC}"/>
          </ac:spMkLst>
        </pc:spChg>
        <pc:spChg chg="add del mod">
          <ac:chgData name="LEUNG Nicole" userId="8ed04819-1a1c-42ab-ae09-44d42575f3a6" providerId="ADAL" clId="{3E657728-002F-4D06-8545-52875357E7CC}" dt="2023-03-20T08:49:48.799" v="5108" actId="1076"/>
          <ac:spMkLst>
            <pc:docMk/>
            <pc:sldMk cId="2506668147" sldId="290"/>
            <ac:spMk id="3" creationId="{C4E4A81A-FF7F-43AE-905F-910C1DE44062}"/>
          </ac:spMkLst>
        </pc:spChg>
        <pc:spChg chg="add del mod">
          <ac:chgData name="LEUNG Nicole" userId="8ed04819-1a1c-42ab-ae09-44d42575f3a6" providerId="ADAL" clId="{3E657728-002F-4D06-8545-52875357E7CC}" dt="2023-03-10T10:21:11.362" v="2469" actId="478"/>
          <ac:spMkLst>
            <pc:docMk/>
            <pc:sldMk cId="2506668147" sldId="290"/>
            <ac:spMk id="7" creationId="{1ED76186-CEB1-4DB9-8019-BEF77D72D637}"/>
          </ac:spMkLst>
        </pc:spChg>
        <pc:spChg chg="add">
          <ac:chgData name="LEUNG Nicole" userId="8ed04819-1a1c-42ab-ae09-44d42575f3a6" providerId="ADAL" clId="{3E657728-002F-4D06-8545-52875357E7CC}" dt="2023-03-14T02:47:09.386" v="3316" actId="26606"/>
          <ac:spMkLst>
            <pc:docMk/>
            <pc:sldMk cId="2506668147" sldId="290"/>
            <ac:spMk id="11" creationId="{0D7B6173-1D58-48E2-83CF-37350F315F75}"/>
          </ac:spMkLst>
        </pc:spChg>
        <pc:spChg chg="add">
          <ac:chgData name="LEUNG Nicole" userId="8ed04819-1a1c-42ab-ae09-44d42575f3a6" providerId="ADAL" clId="{3E657728-002F-4D06-8545-52875357E7CC}" dt="2023-03-14T02:47:09.386" v="3316" actId="26606"/>
          <ac:spMkLst>
            <pc:docMk/>
            <pc:sldMk cId="2506668147" sldId="290"/>
            <ac:spMk id="13" creationId="{35D813D1-BA6B-40B4-A101-04BB89445561}"/>
          </ac:spMkLst>
        </pc:spChg>
        <pc:spChg chg="add">
          <ac:chgData name="LEUNG Nicole" userId="8ed04819-1a1c-42ab-ae09-44d42575f3a6" providerId="ADAL" clId="{3E657728-002F-4D06-8545-52875357E7CC}" dt="2023-03-14T02:47:09.386" v="3316" actId="26606"/>
          <ac:spMkLst>
            <pc:docMk/>
            <pc:sldMk cId="2506668147" sldId="290"/>
            <ac:spMk id="17" creationId="{21BDEC81-16A7-4451-B893-C15000083B77}"/>
          </ac:spMkLst>
        </pc:spChg>
        <pc:spChg chg="add">
          <ac:chgData name="LEUNG Nicole" userId="8ed04819-1a1c-42ab-ae09-44d42575f3a6" providerId="ADAL" clId="{3E657728-002F-4D06-8545-52875357E7CC}" dt="2023-03-14T02:47:09.386" v="3316" actId="26606"/>
          <ac:spMkLst>
            <pc:docMk/>
            <pc:sldMk cId="2506668147" sldId="290"/>
            <ac:spMk id="19" creationId="{AEA3DFA5-2D7B-4989-8ED7-8321EC114CF1}"/>
          </ac:spMkLst>
        </pc:spChg>
        <pc:picChg chg="add mod ord">
          <ac:chgData name="LEUNG Nicole" userId="8ed04819-1a1c-42ab-ae09-44d42575f3a6" providerId="ADAL" clId="{3E657728-002F-4D06-8545-52875357E7CC}" dt="2023-03-14T02:47:13.964" v="3318" actId="14100"/>
          <ac:picMkLst>
            <pc:docMk/>
            <pc:sldMk cId="2506668147" sldId="290"/>
            <ac:picMk id="5" creationId="{31A9851F-C57C-4CA1-98C5-EB6157295172}"/>
          </ac:picMkLst>
        </pc:picChg>
        <pc:picChg chg="add del mod">
          <ac:chgData name="LEUNG Nicole" userId="8ed04819-1a1c-42ab-ae09-44d42575f3a6" providerId="ADAL" clId="{3E657728-002F-4D06-8545-52875357E7CC}" dt="2023-03-14T02:57:13.524" v="3329" actId="478"/>
          <ac:picMkLst>
            <pc:docMk/>
            <pc:sldMk cId="2506668147" sldId="290"/>
            <ac:picMk id="6" creationId="{7C484D26-23D2-4AC9-8310-7081142F7216}"/>
          </ac:picMkLst>
        </pc:picChg>
        <pc:picChg chg="add mod">
          <ac:chgData name="LEUNG Nicole" userId="8ed04819-1a1c-42ab-ae09-44d42575f3a6" providerId="ADAL" clId="{3E657728-002F-4D06-8545-52875357E7CC}" dt="2023-03-20T09:11:10.342" v="5644" actId="14100"/>
          <ac:picMkLst>
            <pc:docMk/>
            <pc:sldMk cId="2506668147" sldId="290"/>
            <ac:picMk id="8" creationId="{EC20F656-3AE7-4635-AF55-0272180D0E2A}"/>
          </ac:picMkLst>
        </pc:picChg>
        <pc:picChg chg="add">
          <ac:chgData name="LEUNG Nicole" userId="8ed04819-1a1c-42ab-ae09-44d42575f3a6" providerId="ADAL" clId="{3E657728-002F-4D06-8545-52875357E7CC}" dt="2023-03-14T02:47:09.386" v="3316" actId="26606"/>
          <ac:picMkLst>
            <pc:docMk/>
            <pc:sldMk cId="2506668147" sldId="290"/>
            <ac:picMk id="15" creationId="{B0DAC8FB-A162-44E3-A606-C855A03A5B09}"/>
          </ac:picMkLst>
        </pc:picChg>
      </pc:sldChg>
      <pc:sldChg chg="modSp mod">
        <pc:chgData name="LEUNG Nicole" userId="8ed04819-1a1c-42ab-ae09-44d42575f3a6" providerId="ADAL" clId="{3E657728-002F-4D06-8545-52875357E7CC}" dt="2023-03-20T09:21:47.736" v="5760" actId="255"/>
        <pc:sldMkLst>
          <pc:docMk/>
          <pc:sldMk cId="2077699479" sldId="291"/>
        </pc:sldMkLst>
        <pc:spChg chg="mod">
          <ac:chgData name="LEUNG Nicole" userId="8ed04819-1a1c-42ab-ae09-44d42575f3a6" providerId="ADAL" clId="{3E657728-002F-4D06-8545-52875357E7CC}" dt="2023-03-20T09:21:47.736" v="5760" actId="255"/>
          <ac:spMkLst>
            <pc:docMk/>
            <pc:sldMk cId="2077699479" sldId="291"/>
            <ac:spMk id="10" creationId="{441E9043-238B-4820-A9B0-7E72A148164F}"/>
          </ac:spMkLst>
        </pc:spChg>
      </pc:sldChg>
      <pc:sldChg chg="modSp mod">
        <pc:chgData name="LEUNG Nicole" userId="8ed04819-1a1c-42ab-ae09-44d42575f3a6" providerId="ADAL" clId="{3E657728-002F-4D06-8545-52875357E7CC}" dt="2023-03-20T09:21:20.814" v="5758" actId="1076"/>
        <pc:sldMkLst>
          <pc:docMk/>
          <pc:sldMk cId="1601178964" sldId="292"/>
        </pc:sldMkLst>
        <pc:spChg chg="mod">
          <ac:chgData name="LEUNG Nicole" userId="8ed04819-1a1c-42ab-ae09-44d42575f3a6" providerId="ADAL" clId="{3E657728-002F-4D06-8545-52875357E7CC}" dt="2023-03-20T09:21:04.004" v="5756" actId="255"/>
          <ac:spMkLst>
            <pc:docMk/>
            <pc:sldMk cId="1601178964" sldId="292"/>
            <ac:spMk id="13" creationId="{E0B225A2-6DD1-4C47-BD87-0059102335A0}"/>
          </ac:spMkLst>
        </pc:spChg>
        <pc:spChg chg="mod">
          <ac:chgData name="LEUNG Nicole" userId="8ed04819-1a1c-42ab-ae09-44d42575f3a6" providerId="ADAL" clId="{3E657728-002F-4D06-8545-52875357E7CC}" dt="2023-03-20T09:21:20.814" v="5758" actId="1076"/>
          <ac:spMkLst>
            <pc:docMk/>
            <pc:sldMk cId="1601178964" sldId="292"/>
            <ac:spMk id="15" creationId="{80001105-1374-432C-8FDD-D954D89771F9}"/>
          </ac:spMkLst>
        </pc:spChg>
        <pc:picChg chg="mod">
          <ac:chgData name="LEUNG Nicole" userId="8ed04819-1a1c-42ab-ae09-44d42575f3a6" providerId="ADAL" clId="{3E657728-002F-4D06-8545-52875357E7CC}" dt="2023-03-20T09:20:46.438" v="5754" actId="1076"/>
          <ac:picMkLst>
            <pc:docMk/>
            <pc:sldMk cId="1601178964" sldId="292"/>
            <ac:picMk id="10" creationId="{8728F3A2-6B75-49D6-BC9B-800F3AE9B5FD}"/>
          </ac:picMkLst>
        </pc:picChg>
      </pc:sldChg>
      <pc:sldChg chg="addSp modSp add mod setBg">
        <pc:chgData name="LEUNG Nicole" userId="8ed04819-1a1c-42ab-ae09-44d42575f3a6" providerId="ADAL" clId="{3E657728-002F-4D06-8545-52875357E7CC}" dt="2023-03-10T10:35:06.253" v="2722" actId="14100"/>
        <pc:sldMkLst>
          <pc:docMk/>
          <pc:sldMk cId="2645904127" sldId="293"/>
        </pc:sldMkLst>
        <pc:spChg chg="mod">
          <ac:chgData name="LEUNG Nicole" userId="8ed04819-1a1c-42ab-ae09-44d42575f3a6" providerId="ADAL" clId="{3E657728-002F-4D06-8545-52875357E7CC}" dt="2023-03-10T08:26:14.256" v="1672" actId="26606"/>
          <ac:spMkLst>
            <pc:docMk/>
            <pc:sldMk cId="2645904127" sldId="293"/>
            <ac:spMk id="2" creationId="{EC523B02-5F95-4633-8AAA-EFDF6751F9AC}"/>
          </ac:spMkLst>
        </pc:spChg>
        <pc:spChg chg="mod ord">
          <ac:chgData name="LEUNG Nicole" userId="8ed04819-1a1c-42ab-ae09-44d42575f3a6" providerId="ADAL" clId="{3E657728-002F-4D06-8545-52875357E7CC}" dt="2023-03-10T08:26:14.256" v="1672" actId="26606"/>
          <ac:spMkLst>
            <pc:docMk/>
            <pc:sldMk cId="2645904127" sldId="293"/>
            <ac:spMk id="3" creationId="{C4E4A81A-FF7F-43AE-905F-910C1DE44062}"/>
          </ac:spMkLst>
        </pc:spChg>
        <pc:spChg chg="add">
          <ac:chgData name="LEUNG Nicole" userId="8ed04819-1a1c-42ab-ae09-44d42575f3a6" providerId="ADAL" clId="{3E657728-002F-4D06-8545-52875357E7CC}" dt="2023-03-10T08:26:14.256" v="1672" actId="26606"/>
          <ac:spMkLst>
            <pc:docMk/>
            <pc:sldMk cId="2645904127" sldId="293"/>
            <ac:spMk id="12" creationId="{53E60C6D-4E85-4E14-BCDF-BF15C241F7CA}"/>
          </ac:spMkLst>
        </pc:spChg>
        <pc:spChg chg="add">
          <ac:chgData name="LEUNG Nicole" userId="8ed04819-1a1c-42ab-ae09-44d42575f3a6" providerId="ADAL" clId="{3E657728-002F-4D06-8545-52875357E7CC}" dt="2023-03-10T08:26:14.256" v="1672" actId="26606"/>
          <ac:spMkLst>
            <pc:docMk/>
            <pc:sldMk cId="2645904127" sldId="293"/>
            <ac:spMk id="14" creationId="{7D42D292-4C48-479B-9E59-E29CD9871C0C}"/>
          </ac:spMkLst>
        </pc:spChg>
        <pc:spChg chg="add">
          <ac:chgData name="LEUNG Nicole" userId="8ed04819-1a1c-42ab-ae09-44d42575f3a6" providerId="ADAL" clId="{3E657728-002F-4D06-8545-52875357E7CC}" dt="2023-03-10T08:26:14.256" v="1672" actId="26606"/>
          <ac:spMkLst>
            <pc:docMk/>
            <pc:sldMk cId="2645904127" sldId="293"/>
            <ac:spMk id="16" creationId="{533DF362-939D-4EEE-8DC4-6B54607E5611}"/>
          </ac:spMkLst>
        </pc:spChg>
        <pc:picChg chg="add mod ord">
          <ac:chgData name="LEUNG Nicole" userId="8ed04819-1a1c-42ab-ae09-44d42575f3a6" providerId="ADAL" clId="{3E657728-002F-4D06-8545-52875357E7CC}" dt="2023-03-10T10:24:39.513" v="2482" actId="1076"/>
          <ac:picMkLst>
            <pc:docMk/>
            <pc:sldMk cId="2645904127" sldId="293"/>
            <ac:picMk id="5" creationId="{77323EF7-A466-4BE7-905C-09A907464CB3}"/>
          </ac:picMkLst>
        </pc:picChg>
        <pc:picChg chg="add mod">
          <ac:chgData name="LEUNG Nicole" userId="8ed04819-1a1c-42ab-ae09-44d42575f3a6" providerId="ADAL" clId="{3E657728-002F-4D06-8545-52875357E7CC}" dt="2023-03-10T10:35:06.253" v="2722" actId="14100"/>
          <ac:picMkLst>
            <pc:docMk/>
            <pc:sldMk cId="2645904127" sldId="293"/>
            <ac:picMk id="7" creationId="{3BF5D326-CBEB-4E3A-8535-FCB539B78EAB}"/>
          </ac:picMkLst>
        </pc:picChg>
      </pc:sldChg>
      <pc:sldChg chg="addSp modSp add mod">
        <pc:chgData name="LEUNG Nicole" userId="8ed04819-1a1c-42ab-ae09-44d42575f3a6" providerId="ADAL" clId="{3E657728-002F-4D06-8545-52875357E7CC}" dt="2023-03-10T10:32:20.533" v="2688" actId="1076"/>
        <pc:sldMkLst>
          <pc:docMk/>
          <pc:sldMk cId="3602892782" sldId="294"/>
        </pc:sldMkLst>
        <pc:spChg chg="mod">
          <ac:chgData name="LEUNG Nicole" userId="8ed04819-1a1c-42ab-ae09-44d42575f3a6" providerId="ADAL" clId="{3E657728-002F-4D06-8545-52875357E7CC}" dt="2023-03-10T10:24:52.528" v="2484" actId="27636"/>
          <ac:spMkLst>
            <pc:docMk/>
            <pc:sldMk cId="3602892782" sldId="294"/>
            <ac:spMk id="3" creationId="{C4E4A81A-FF7F-43AE-905F-910C1DE44062}"/>
          </ac:spMkLst>
        </pc:spChg>
        <pc:picChg chg="add mod">
          <ac:chgData name="LEUNG Nicole" userId="8ed04819-1a1c-42ab-ae09-44d42575f3a6" providerId="ADAL" clId="{3E657728-002F-4D06-8545-52875357E7CC}" dt="2023-03-10T08:24:24.676" v="1658" actId="1076"/>
          <ac:picMkLst>
            <pc:docMk/>
            <pc:sldMk cId="3602892782" sldId="294"/>
            <ac:picMk id="5" creationId="{FF3EF965-F447-4CBD-8EF9-4FCF0664A430}"/>
          </ac:picMkLst>
        </pc:picChg>
        <pc:picChg chg="add mod">
          <ac:chgData name="LEUNG Nicole" userId="8ed04819-1a1c-42ab-ae09-44d42575f3a6" providerId="ADAL" clId="{3E657728-002F-4D06-8545-52875357E7CC}" dt="2023-03-10T10:32:20.533" v="2688" actId="1076"/>
          <ac:picMkLst>
            <pc:docMk/>
            <pc:sldMk cId="3602892782" sldId="294"/>
            <ac:picMk id="6" creationId="{47CC361E-5B8B-4C64-8101-26440ADBCDCC}"/>
          </ac:picMkLst>
        </pc:picChg>
      </pc:sldChg>
      <pc:sldChg chg="addSp delSp modSp add mod setBg">
        <pc:chgData name="LEUNG Nicole" userId="8ed04819-1a1c-42ab-ae09-44d42575f3a6" providerId="ADAL" clId="{3E657728-002F-4D06-8545-52875357E7CC}" dt="2023-03-20T09:29:54.991" v="5894" actId="1076"/>
        <pc:sldMkLst>
          <pc:docMk/>
          <pc:sldMk cId="1455654293" sldId="295"/>
        </pc:sldMkLst>
        <pc:spChg chg="mod">
          <ac:chgData name="LEUNG Nicole" userId="8ed04819-1a1c-42ab-ae09-44d42575f3a6" providerId="ADAL" clId="{3E657728-002F-4D06-8545-52875357E7CC}" dt="2023-03-14T03:06:53.974" v="3573" actId="1076"/>
          <ac:spMkLst>
            <pc:docMk/>
            <pc:sldMk cId="1455654293" sldId="295"/>
            <ac:spMk id="2" creationId="{EC523B02-5F95-4633-8AAA-EFDF6751F9AC}"/>
          </ac:spMkLst>
        </pc:spChg>
        <pc:spChg chg="mod">
          <ac:chgData name="LEUNG Nicole" userId="8ed04819-1a1c-42ab-ae09-44d42575f3a6" providerId="ADAL" clId="{3E657728-002F-4D06-8545-52875357E7CC}" dt="2023-03-20T09:29:54.991" v="5894" actId="1076"/>
          <ac:spMkLst>
            <pc:docMk/>
            <pc:sldMk cId="1455654293" sldId="295"/>
            <ac:spMk id="3" creationId="{C4E4A81A-FF7F-43AE-905F-910C1DE44062}"/>
          </ac:spMkLst>
        </pc:spChg>
        <pc:spChg chg="add">
          <ac:chgData name="LEUNG Nicole" userId="8ed04819-1a1c-42ab-ae09-44d42575f3a6" providerId="ADAL" clId="{3E657728-002F-4D06-8545-52875357E7CC}" dt="2023-03-10T08:24:42.351" v="1661" actId="26606"/>
          <ac:spMkLst>
            <pc:docMk/>
            <pc:sldMk cId="1455654293" sldId="295"/>
            <ac:spMk id="10" creationId="{1A95671B-3CC6-4792-9114-B74FAEA224E6}"/>
          </ac:spMkLst>
        </pc:spChg>
        <pc:picChg chg="add mod">
          <ac:chgData name="LEUNG Nicole" userId="8ed04819-1a1c-42ab-ae09-44d42575f3a6" providerId="ADAL" clId="{3E657728-002F-4D06-8545-52875357E7CC}" dt="2023-03-14T03:06:10.539" v="3564" actId="1076"/>
          <ac:picMkLst>
            <pc:docMk/>
            <pc:sldMk cId="1455654293" sldId="295"/>
            <ac:picMk id="5" creationId="{15C938E3-EC16-41DB-8A20-E6C1BB21F1D2}"/>
          </ac:picMkLst>
        </pc:picChg>
        <pc:picChg chg="add del mod">
          <ac:chgData name="LEUNG Nicole" userId="8ed04819-1a1c-42ab-ae09-44d42575f3a6" providerId="ADAL" clId="{3E657728-002F-4D06-8545-52875357E7CC}" dt="2023-03-14T03:06:31.304" v="3566" actId="478"/>
          <ac:picMkLst>
            <pc:docMk/>
            <pc:sldMk cId="1455654293" sldId="295"/>
            <ac:picMk id="6" creationId="{2F5A5B18-E678-4980-8BDB-6EF9FC2F29F3}"/>
          </ac:picMkLst>
        </pc:picChg>
        <pc:picChg chg="add del mod">
          <ac:chgData name="LEUNG Nicole" userId="8ed04819-1a1c-42ab-ae09-44d42575f3a6" providerId="ADAL" clId="{3E657728-002F-4D06-8545-52875357E7CC}" dt="2023-03-10T08:24:36.301" v="1659" actId="478"/>
          <ac:picMkLst>
            <pc:docMk/>
            <pc:sldMk cId="1455654293" sldId="295"/>
            <ac:picMk id="7" creationId="{4CCB8A3C-BB26-4840-85B7-794EAF8EA0A6}"/>
          </ac:picMkLst>
        </pc:picChg>
        <pc:picChg chg="add mod">
          <ac:chgData name="LEUNG Nicole" userId="8ed04819-1a1c-42ab-ae09-44d42575f3a6" providerId="ADAL" clId="{3E657728-002F-4D06-8545-52875357E7CC}" dt="2023-03-14T03:06:54.976" v="3574" actId="1076"/>
          <ac:picMkLst>
            <pc:docMk/>
            <pc:sldMk cId="1455654293" sldId="295"/>
            <ac:picMk id="8" creationId="{B6EDF51D-501E-455D-BA67-1A3BD08EB015}"/>
          </ac:picMkLst>
        </pc:picChg>
      </pc:sldChg>
      <pc:sldChg chg="addSp modSp add mod">
        <pc:chgData name="LEUNG Nicole" userId="8ed04819-1a1c-42ab-ae09-44d42575f3a6" providerId="ADAL" clId="{3E657728-002F-4D06-8545-52875357E7CC}" dt="2023-03-20T09:29:16.439" v="5881" actId="20577"/>
        <pc:sldMkLst>
          <pc:docMk/>
          <pc:sldMk cId="3145441901" sldId="296"/>
        </pc:sldMkLst>
        <pc:spChg chg="mod">
          <ac:chgData name="LEUNG Nicole" userId="8ed04819-1a1c-42ab-ae09-44d42575f3a6" providerId="ADAL" clId="{3E657728-002F-4D06-8545-52875357E7CC}" dt="2023-03-20T09:29:16.439" v="5881" actId="20577"/>
          <ac:spMkLst>
            <pc:docMk/>
            <pc:sldMk cId="3145441901" sldId="296"/>
            <ac:spMk id="3" creationId="{C4E4A81A-FF7F-43AE-905F-910C1DE44062}"/>
          </ac:spMkLst>
        </pc:spChg>
        <pc:picChg chg="add mod">
          <ac:chgData name="LEUNG Nicole" userId="8ed04819-1a1c-42ab-ae09-44d42575f3a6" providerId="ADAL" clId="{3E657728-002F-4D06-8545-52875357E7CC}" dt="2023-03-20T09:15:58.830" v="5752" actId="14100"/>
          <ac:picMkLst>
            <pc:docMk/>
            <pc:sldMk cId="3145441901" sldId="296"/>
            <ac:picMk id="5" creationId="{A1C26CA2-0287-45F1-99A4-5AA5EEC4DC5A}"/>
          </ac:picMkLst>
        </pc:picChg>
        <pc:picChg chg="add mod">
          <ac:chgData name="LEUNG Nicole" userId="8ed04819-1a1c-42ab-ae09-44d42575f3a6" providerId="ADAL" clId="{3E657728-002F-4D06-8545-52875357E7CC}" dt="2023-03-20T09:16:01.586" v="5753" actId="1076"/>
          <ac:picMkLst>
            <pc:docMk/>
            <pc:sldMk cId="3145441901" sldId="296"/>
            <ac:picMk id="7" creationId="{3E4D60EE-3F1E-45A7-9F75-077CF313EA91}"/>
          </ac:picMkLst>
        </pc:picChg>
      </pc:sldChg>
      <pc:sldChg chg="addSp delSp modSp add mod setBg">
        <pc:chgData name="LEUNG Nicole" userId="8ed04819-1a1c-42ab-ae09-44d42575f3a6" providerId="ADAL" clId="{3E657728-002F-4D06-8545-52875357E7CC}" dt="2023-03-20T09:28:51.870" v="5879" actId="1076"/>
        <pc:sldMkLst>
          <pc:docMk/>
          <pc:sldMk cId="851749145" sldId="297"/>
        </pc:sldMkLst>
        <pc:spChg chg="mod">
          <ac:chgData name="LEUNG Nicole" userId="8ed04819-1a1c-42ab-ae09-44d42575f3a6" providerId="ADAL" clId="{3E657728-002F-4D06-8545-52875357E7CC}" dt="2023-03-20T09:15:49.744" v="5750" actId="20577"/>
          <ac:spMkLst>
            <pc:docMk/>
            <pc:sldMk cId="851749145" sldId="297"/>
            <ac:spMk id="2" creationId="{EC523B02-5F95-4633-8AAA-EFDF6751F9AC}"/>
          </ac:spMkLst>
        </pc:spChg>
        <pc:spChg chg="mod ord">
          <ac:chgData name="LEUNG Nicole" userId="8ed04819-1a1c-42ab-ae09-44d42575f3a6" providerId="ADAL" clId="{3E657728-002F-4D06-8545-52875357E7CC}" dt="2023-03-20T09:15:54.952" v="5751" actId="14100"/>
          <ac:spMkLst>
            <pc:docMk/>
            <pc:sldMk cId="851749145" sldId="297"/>
            <ac:spMk id="3" creationId="{C4E4A81A-FF7F-43AE-905F-910C1DE44062}"/>
          </ac:spMkLst>
        </pc:spChg>
        <pc:spChg chg="add del">
          <ac:chgData name="LEUNG Nicole" userId="8ed04819-1a1c-42ab-ae09-44d42575f3a6" providerId="ADAL" clId="{3E657728-002F-4D06-8545-52875357E7CC}" dt="2023-03-14T02:45:38.319" v="3304" actId="26606"/>
          <ac:spMkLst>
            <pc:docMk/>
            <pc:sldMk cId="851749145" sldId="297"/>
            <ac:spMk id="10" creationId="{1A95671B-3CC6-4792-9114-B74FAEA224E6}"/>
          </ac:spMkLst>
        </pc:spChg>
        <pc:spChg chg="add del">
          <ac:chgData name="LEUNG Nicole" userId="8ed04819-1a1c-42ab-ae09-44d42575f3a6" providerId="ADAL" clId="{3E657728-002F-4D06-8545-52875357E7CC}" dt="2023-03-14T03:02:53.180" v="3536" actId="26606"/>
          <ac:spMkLst>
            <pc:docMk/>
            <pc:sldMk cId="851749145" sldId="297"/>
            <ac:spMk id="15" creationId="{AAAE94E3-A7DB-4868-B1E3-E49703488BBC}"/>
          </ac:spMkLst>
        </pc:spChg>
        <pc:spChg chg="add del">
          <ac:chgData name="LEUNG Nicole" userId="8ed04819-1a1c-42ab-ae09-44d42575f3a6" providerId="ADAL" clId="{3E657728-002F-4D06-8545-52875357E7CC}" dt="2023-03-14T03:02:53.180" v="3536" actId="26606"/>
          <ac:spMkLst>
            <pc:docMk/>
            <pc:sldMk cId="851749145" sldId="297"/>
            <ac:spMk id="21" creationId="{3873B707-463F-40B0-8227-E8CC6C67EB25}"/>
          </ac:spMkLst>
        </pc:spChg>
        <pc:spChg chg="add del">
          <ac:chgData name="LEUNG Nicole" userId="8ed04819-1a1c-42ab-ae09-44d42575f3a6" providerId="ADAL" clId="{3E657728-002F-4D06-8545-52875357E7CC}" dt="2023-03-14T03:02:53.180" v="3536" actId="26606"/>
          <ac:spMkLst>
            <pc:docMk/>
            <pc:sldMk cId="851749145" sldId="297"/>
            <ac:spMk id="23" creationId="{C13237C8-E62C-4F0D-A318-BD6FB6C2D138}"/>
          </ac:spMkLst>
        </pc:spChg>
        <pc:spChg chg="add del">
          <ac:chgData name="LEUNG Nicole" userId="8ed04819-1a1c-42ab-ae09-44d42575f3a6" providerId="ADAL" clId="{3E657728-002F-4D06-8545-52875357E7CC}" dt="2023-03-14T03:02:53.180" v="3536" actId="26606"/>
          <ac:spMkLst>
            <pc:docMk/>
            <pc:sldMk cId="851749145" sldId="297"/>
            <ac:spMk id="25" creationId="{19C9EAEA-39D0-4B0E-A0EB-51E7B26740B1}"/>
          </ac:spMkLst>
        </pc:spChg>
        <pc:spChg chg="add del">
          <ac:chgData name="LEUNG Nicole" userId="8ed04819-1a1c-42ab-ae09-44d42575f3a6" providerId="ADAL" clId="{3E657728-002F-4D06-8545-52875357E7CC}" dt="2023-03-14T03:02:53.180" v="3536" actId="26606"/>
          <ac:spMkLst>
            <pc:docMk/>
            <pc:sldMk cId="851749145" sldId="297"/>
            <ac:spMk id="27" creationId="{8CB5D2D7-DF65-4E86-BFBA-FFB9B5ACEB64}"/>
          </ac:spMkLst>
        </pc:spChg>
        <pc:spChg chg="add del">
          <ac:chgData name="LEUNG Nicole" userId="8ed04819-1a1c-42ab-ae09-44d42575f3a6" providerId="ADAL" clId="{3E657728-002F-4D06-8545-52875357E7CC}" dt="2023-03-14T03:02:32.675" v="3531" actId="26606"/>
          <ac:spMkLst>
            <pc:docMk/>
            <pc:sldMk cId="851749145" sldId="297"/>
            <ac:spMk id="32" creationId="{0D7B6173-1D58-48E2-83CF-37350F315F75}"/>
          </ac:spMkLst>
        </pc:spChg>
        <pc:spChg chg="add del">
          <ac:chgData name="LEUNG Nicole" userId="8ed04819-1a1c-42ab-ae09-44d42575f3a6" providerId="ADAL" clId="{3E657728-002F-4D06-8545-52875357E7CC}" dt="2023-03-14T03:02:32.675" v="3531" actId="26606"/>
          <ac:spMkLst>
            <pc:docMk/>
            <pc:sldMk cId="851749145" sldId="297"/>
            <ac:spMk id="34" creationId="{35D813D1-BA6B-40B4-A101-04BB89445561}"/>
          </ac:spMkLst>
        </pc:spChg>
        <pc:spChg chg="add del">
          <ac:chgData name="LEUNG Nicole" userId="8ed04819-1a1c-42ab-ae09-44d42575f3a6" providerId="ADAL" clId="{3E657728-002F-4D06-8545-52875357E7CC}" dt="2023-03-14T03:02:32.675" v="3531" actId="26606"/>
          <ac:spMkLst>
            <pc:docMk/>
            <pc:sldMk cId="851749145" sldId="297"/>
            <ac:spMk id="38" creationId="{21BDEC81-16A7-4451-B893-C15000083B77}"/>
          </ac:spMkLst>
        </pc:spChg>
        <pc:spChg chg="add del">
          <ac:chgData name="LEUNG Nicole" userId="8ed04819-1a1c-42ab-ae09-44d42575f3a6" providerId="ADAL" clId="{3E657728-002F-4D06-8545-52875357E7CC}" dt="2023-03-14T03:02:32.675" v="3531" actId="26606"/>
          <ac:spMkLst>
            <pc:docMk/>
            <pc:sldMk cId="851749145" sldId="297"/>
            <ac:spMk id="40" creationId="{AEA3DFA5-2D7B-4989-8ED7-8321EC114CF1}"/>
          </ac:spMkLst>
        </pc:spChg>
        <pc:spChg chg="add del">
          <ac:chgData name="LEUNG Nicole" userId="8ed04819-1a1c-42ab-ae09-44d42575f3a6" providerId="ADAL" clId="{3E657728-002F-4D06-8545-52875357E7CC}" dt="2023-03-14T03:02:42.689" v="3533" actId="26606"/>
          <ac:spMkLst>
            <pc:docMk/>
            <pc:sldMk cId="851749145" sldId="297"/>
            <ac:spMk id="42" creationId="{CEF6118E-44FB-4509-B4D9-129052E4C6EE}"/>
          </ac:spMkLst>
        </pc:spChg>
        <pc:spChg chg="add del">
          <ac:chgData name="LEUNG Nicole" userId="8ed04819-1a1c-42ab-ae09-44d42575f3a6" providerId="ADAL" clId="{3E657728-002F-4D06-8545-52875357E7CC}" dt="2023-03-14T03:02:53.180" v="3535" actId="26606"/>
          <ac:spMkLst>
            <pc:docMk/>
            <pc:sldMk cId="851749145" sldId="297"/>
            <ac:spMk id="44" creationId="{0D7B6173-1D58-48E2-83CF-37350F315F75}"/>
          </ac:spMkLst>
        </pc:spChg>
        <pc:spChg chg="add del">
          <ac:chgData name="LEUNG Nicole" userId="8ed04819-1a1c-42ab-ae09-44d42575f3a6" providerId="ADAL" clId="{3E657728-002F-4D06-8545-52875357E7CC}" dt="2023-03-14T03:02:53.180" v="3535" actId="26606"/>
          <ac:spMkLst>
            <pc:docMk/>
            <pc:sldMk cId="851749145" sldId="297"/>
            <ac:spMk id="45" creationId="{8B068B58-6F94-4AFF-A8A7-18573884D6CD}"/>
          </ac:spMkLst>
        </pc:spChg>
        <pc:spChg chg="add del">
          <ac:chgData name="LEUNG Nicole" userId="8ed04819-1a1c-42ab-ae09-44d42575f3a6" providerId="ADAL" clId="{3E657728-002F-4D06-8545-52875357E7CC}" dt="2023-03-14T03:02:53.180" v="3535" actId="26606"/>
          <ac:spMkLst>
            <pc:docMk/>
            <pc:sldMk cId="851749145" sldId="297"/>
            <ac:spMk id="47" creationId="{21BDEC81-16A7-4451-B893-C15000083B77}"/>
          </ac:spMkLst>
        </pc:spChg>
        <pc:spChg chg="add del">
          <ac:chgData name="LEUNG Nicole" userId="8ed04819-1a1c-42ab-ae09-44d42575f3a6" providerId="ADAL" clId="{3E657728-002F-4D06-8545-52875357E7CC}" dt="2023-03-14T03:02:53.180" v="3535" actId="26606"/>
          <ac:spMkLst>
            <pc:docMk/>
            <pc:sldMk cId="851749145" sldId="297"/>
            <ac:spMk id="48" creationId="{BE5B028C-7535-45E5-9D2C-32C50D0E0E43}"/>
          </ac:spMkLst>
        </pc:spChg>
        <pc:spChg chg="add">
          <ac:chgData name="LEUNG Nicole" userId="8ed04819-1a1c-42ab-ae09-44d42575f3a6" providerId="ADAL" clId="{3E657728-002F-4D06-8545-52875357E7CC}" dt="2023-03-14T03:02:53.180" v="3536" actId="26606"/>
          <ac:spMkLst>
            <pc:docMk/>
            <pc:sldMk cId="851749145" sldId="297"/>
            <ac:spMk id="50" creationId="{84DF55BE-B4AB-4BA1-BDE1-E9F7FB3F110A}"/>
          </ac:spMkLst>
        </pc:spChg>
        <pc:grpChg chg="add del">
          <ac:chgData name="LEUNG Nicole" userId="8ed04819-1a1c-42ab-ae09-44d42575f3a6" providerId="ADAL" clId="{3E657728-002F-4D06-8545-52875357E7CC}" dt="2023-03-14T03:02:53.180" v="3536" actId="26606"/>
          <ac:grpSpMkLst>
            <pc:docMk/>
            <pc:sldMk cId="851749145" sldId="297"/>
            <ac:grpSpMk id="17" creationId="{1DE889C7-FAD6-4397-98E2-05D503484459}"/>
          </ac:grpSpMkLst>
        </pc:grpChg>
        <pc:picChg chg="add mod ord">
          <ac:chgData name="LEUNG Nicole" userId="8ed04819-1a1c-42ab-ae09-44d42575f3a6" providerId="ADAL" clId="{3E657728-002F-4D06-8545-52875357E7CC}" dt="2023-03-20T09:28:36.292" v="5877" actId="14100"/>
          <ac:picMkLst>
            <pc:docMk/>
            <pc:sldMk cId="851749145" sldId="297"/>
            <ac:picMk id="5" creationId="{6D311F15-EAB3-450C-B9CD-D91F16765136}"/>
          </ac:picMkLst>
        </pc:picChg>
        <pc:picChg chg="add mod">
          <ac:chgData name="LEUNG Nicole" userId="8ed04819-1a1c-42ab-ae09-44d42575f3a6" providerId="ADAL" clId="{3E657728-002F-4D06-8545-52875357E7CC}" dt="2023-03-20T09:28:51.870" v="5879" actId="1076"/>
          <ac:picMkLst>
            <pc:docMk/>
            <pc:sldMk cId="851749145" sldId="297"/>
            <ac:picMk id="6" creationId="{B95EBAE5-4566-400E-8D78-C5A7247771AC}"/>
          </ac:picMkLst>
        </pc:picChg>
        <pc:picChg chg="add del">
          <ac:chgData name="LEUNG Nicole" userId="8ed04819-1a1c-42ab-ae09-44d42575f3a6" providerId="ADAL" clId="{3E657728-002F-4D06-8545-52875357E7CC}" dt="2023-03-14T03:02:32.675" v="3531" actId="26606"/>
          <ac:picMkLst>
            <pc:docMk/>
            <pc:sldMk cId="851749145" sldId="297"/>
            <ac:picMk id="36" creationId="{B0DAC8FB-A162-44E3-A606-C855A03A5B09}"/>
          </ac:picMkLst>
        </pc:picChg>
        <pc:picChg chg="add del">
          <ac:chgData name="LEUNG Nicole" userId="8ed04819-1a1c-42ab-ae09-44d42575f3a6" providerId="ADAL" clId="{3E657728-002F-4D06-8545-52875357E7CC}" dt="2023-03-14T03:02:53.180" v="3535" actId="26606"/>
          <ac:picMkLst>
            <pc:docMk/>
            <pc:sldMk cId="851749145" sldId="297"/>
            <ac:picMk id="46" creationId="{B0DAC8FB-A162-44E3-A606-C855A03A5B09}"/>
          </ac:picMkLst>
        </pc:picChg>
      </pc:sldChg>
      <pc:sldChg chg="addSp modSp add mod">
        <pc:chgData name="LEUNG Nicole" userId="8ed04819-1a1c-42ab-ae09-44d42575f3a6" providerId="ADAL" clId="{3E657728-002F-4D06-8545-52875357E7CC}" dt="2023-03-20T09:28:22.774" v="5874" actId="1076"/>
        <pc:sldMkLst>
          <pc:docMk/>
          <pc:sldMk cId="1017373201" sldId="298"/>
        </pc:sldMkLst>
        <pc:spChg chg="mod">
          <ac:chgData name="LEUNG Nicole" userId="8ed04819-1a1c-42ab-ae09-44d42575f3a6" providerId="ADAL" clId="{3E657728-002F-4D06-8545-52875357E7CC}" dt="2023-03-20T09:28:13.168" v="5872" actId="20577"/>
          <ac:spMkLst>
            <pc:docMk/>
            <pc:sldMk cId="1017373201" sldId="298"/>
            <ac:spMk id="2" creationId="{EC523B02-5F95-4633-8AAA-EFDF6751F9AC}"/>
          </ac:spMkLst>
        </pc:spChg>
        <pc:spChg chg="mod">
          <ac:chgData name="LEUNG Nicole" userId="8ed04819-1a1c-42ab-ae09-44d42575f3a6" providerId="ADAL" clId="{3E657728-002F-4D06-8545-52875357E7CC}" dt="2023-03-20T09:28:22.774" v="5874" actId="1076"/>
          <ac:spMkLst>
            <pc:docMk/>
            <pc:sldMk cId="1017373201" sldId="298"/>
            <ac:spMk id="3" creationId="{C4E4A81A-FF7F-43AE-905F-910C1DE44062}"/>
          </ac:spMkLst>
        </pc:spChg>
        <pc:picChg chg="add mod">
          <ac:chgData name="LEUNG Nicole" userId="8ed04819-1a1c-42ab-ae09-44d42575f3a6" providerId="ADAL" clId="{3E657728-002F-4D06-8545-52875357E7CC}" dt="2023-03-10T08:25:05.303" v="1663" actId="1076"/>
          <ac:picMkLst>
            <pc:docMk/>
            <pc:sldMk cId="1017373201" sldId="298"/>
            <ac:picMk id="5" creationId="{CF978665-ED7F-498E-B170-74074F690EE4}"/>
          </ac:picMkLst>
        </pc:picChg>
        <pc:picChg chg="add mod">
          <ac:chgData name="LEUNG Nicole" userId="8ed04819-1a1c-42ab-ae09-44d42575f3a6" providerId="ADAL" clId="{3E657728-002F-4D06-8545-52875357E7CC}" dt="2023-03-10T10:32:47.432" v="2693" actId="1076"/>
          <ac:picMkLst>
            <pc:docMk/>
            <pc:sldMk cId="1017373201" sldId="298"/>
            <ac:picMk id="7" creationId="{8BA78BF7-87C1-4158-8520-AAD7EB2C145F}"/>
          </ac:picMkLst>
        </pc:picChg>
      </pc:sldChg>
      <pc:sldChg chg="addSp modSp add mod">
        <pc:chgData name="LEUNG Nicole" userId="8ed04819-1a1c-42ab-ae09-44d42575f3a6" providerId="ADAL" clId="{3E657728-002F-4D06-8545-52875357E7CC}" dt="2023-03-20T08:05:44.179" v="4837" actId="20577"/>
        <pc:sldMkLst>
          <pc:docMk/>
          <pc:sldMk cId="2796572706" sldId="299"/>
        </pc:sldMkLst>
        <pc:spChg chg="mod">
          <ac:chgData name="LEUNG Nicole" userId="8ed04819-1a1c-42ab-ae09-44d42575f3a6" providerId="ADAL" clId="{3E657728-002F-4D06-8545-52875357E7CC}" dt="2023-03-10T08:20:30.758" v="1635" actId="20577"/>
          <ac:spMkLst>
            <pc:docMk/>
            <pc:sldMk cId="2796572706" sldId="299"/>
            <ac:spMk id="2" creationId="{EC523B02-5F95-4633-8AAA-EFDF6751F9AC}"/>
          </ac:spMkLst>
        </pc:spChg>
        <pc:spChg chg="mod">
          <ac:chgData name="LEUNG Nicole" userId="8ed04819-1a1c-42ab-ae09-44d42575f3a6" providerId="ADAL" clId="{3E657728-002F-4D06-8545-52875357E7CC}" dt="2023-03-20T08:05:44.179" v="4837" actId="20577"/>
          <ac:spMkLst>
            <pc:docMk/>
            <pc:sldMk cId="2796572706" sldId="299"/>
            <ac:spMk id="3" creationId="{C4E4A81A-FF7F-43AE-905F-910C1DE44062}"/>
          </ac:spMkLst>
        </pc:spChg>
        <pc:picChg chg="add mod">
          <ac:chgData name="LEUNG Nicole" userId="8ed04819-1a1c-42ab-ae09-44d42575f3a6" providerId="ADAL" clId="{3E657728-002F-4D06-8545-52875357E7CC}" dt="2023-03-10T08:25:13.499" v="1667" actId="1076"/>
          <ac:picMkLst>
            <pc:docMk/>
            <pc:sldMk cId="2796572706" sldId="299"/>
            <ac:picMk id="5" creationId="{79A4E094-2C35-46E0-805B-1975E62169F8}"/>
          </ac:picMkLst>
        </pc:picChg>
      </pc:sldChg>
      <pc:sldChg chg="addSp delSp modSp add mod setBg">
        <pc:chgData name="LEUNG Nicole" userId="8ed04819-1a1c-42ab-ae09-44d42575f3a6" providerId="ADAL" clId="{3E657728-002F-4D06-8545-52875357E7CC}" dt="2023-03-20T09:26:51.777" v="5766" actId="1076"/>
        <pc:sldMkLst>
          <pc:docMk/>
          <pc:sldMk cId="1343742741" sldId="300"/>
        </pc:sldMkLst>
        <pc:spChg chg="mod ord">
          <ac:chgData name="LEUNG Nicole" userId="8ed04819-1a1c-42ab-ae09-44d42575f3a6" providerId="ADAL" clId="{3E657728-002F-4D06-8545-52875357E7CC}" dt="2023-03-20T09:26:48.427" v="5765" actId="1076"/>
          <ac:spMkLst>
            <pc:docMk/>
            <pc:sldMk cId="1343742741" sldId="300"/>
            <ac:spMk id="2" creationId="{EC523B02-5F95-4633-8AAA-EFDF6751F9AC}"/>
          </ac:spMkLst>
        </pc:spChg>
        <pc:spChg chg="del mod ord">
          <ac:chgData name="LEUNG Nicole" userId="8ed04819-1a1c-42ab-ae09-44d42575f3a6" providerId="ADAL" clId="{3E657728-002F-4D06-8545-52875357E7CC}" dt="2023-03-20T04:02:02.697" v="4558" actId="21"/>
          <ac:spMkLst>
            <pc:docMk/>
            <pc:sldMk cId="1343742741" sldId="300"/>
            <ac:spMk id="3" creationId="{C4E4A81A-FF7F-43AE-905F-910C1DE44062}"/>
          </ac:spMkLst>
        </pc:spChg>
        <pc:spChg chg="add del">
          <ac:chgData name="LEUNG Nicole" userId="8ed04819-1a1c-42ab-ae09-44d42575f3a6" providerId="ADAL" clId="{3E657728-002F-4D06-8545-52875357E7CC}" dt="2023-03-14T02:43:23.538" v="3286" actId="26606"/>
          <ac:spMkLst>
            <pc:docMk/>
            <pc:sldMk cId="1343742741" sldId="300"/>
            <ac:spMk id="10" creationId="{1A95671B-3CC6-4792-9114-B74FAEA224E6}"/>
          </ac:spMkLst>
        </pc:spChg>
        <pc:spChg chg="add mod">
          <ac:chgData name="LEUNG Nicole" userId="8ed04819-1a1c-42ab-ae09-44d42575f3a6" providerId="ADAL" clId="{3E657728-002F-4D06-8545-52875357E7CC}" dt="2023-03-20T09:26:51.777" v="5766" actId="1076"/>
          <ac:spMkLst>
            <pc:docMk/>
            <pc:sldMk cId="1343742741" sldId="300"/>
            <ac:spMk id="12" creationId="{BA0395D4-DD9F-4206-88E4-0B5C7127FE91}"/>
          </ac:spMkLst>
        </pc:spChg>
        <pc:spChg chg="add del">
          <ac:chgData name="LEUNG Nicole" userId="8ed04819-1a1c-42ab-ae09-44d42575f3a6" providerId="ADAL" clId="{3E657728-002F-4D06-8545-52875357E7CC}" dt="2023-03-14T02:43:23.538" v="3286" actId="26606"/>
          <ac:spMkLst>
            <pc:docMk/>
            <pc:sldMk cId="1343742741" sldId="300"/>
            <ac:spMk id="15" creationId="{CEF6118E-44FB-4509-B4D9-129052E4C6EE}"/>
          </ac:spMkLst>
        </pc:spChg>
        <pc:spChg chg="add del mod">
          <ac:chgData name="LEUNG Nicole" userId="8ed04819-1a1c-42ab-ae09-44d42575f3a6" providerId="ADAL" clId="{3E657728-002F-4D06-8545-52875357E7CC}" dt="2023-03-20T06:33:07.030" v="4602" actId="478"/>
          <ac:spMkLst>
            <pc:docMk/>
            <pc:sldMk cId="1343742741" sldId="300"/>
            <ac:spMk id="21" creationId="{04D3782F-506A-4878-8D26-6C3508B384DE}"/>
          </ac:spMkLst>
        </pc:spChg>
        <pc:picChg chg="add del mod">
          <ac:chgData name="LEUNG Nicole" userId="8ed04819-1a1c-42ab-ae09-44d42575f3a6" providerId="ADAL" clId="{3E657728-002F-4D06-8545-52875357E7CC}" dt="2023-03-20T06:57:21.350" v="4622" actId="478"/>
          <ac:picMkLst>
            <pc:docMk/>
            <pc:sldMk cId="1343742741" sldId="300"/>
            <ac:picMk id="4" creationId="{88A30AF7-1E95-414F-A8BA-BB7577BDC359}"/>
          </ac:picMkLst>
        </pc:picChg>
        <pc:picChg chg="add del mod">
          <ac:chgData name="LEUNG Nicole" userId="8ed04819-1a1c-42ab-ae09-44d42575f3a6" providerId="ADAL" clId="{3E657728-002F-4D06-8545-52875357E7CC}" dt="2023-03-20T03:49:49.102" v="4503" actId="478"/>
          <ac:picMkLst>
            <pc:docMk/>
            <pc:sldMk cId="1343742741" sldId="300"/>
            <ac:picMk id="5" creationId="{996D4F2D-AA25-4B8D-9449-DC61FBFF4CE4}"/>
          </ac:picMkLst>
        </pc:picChg>
        <pc:picChg chg="add del mod">
          <ac:chgData name="LEUNG Nicole" userId="8ed04819-1a1c-42ab-ae09-44d42575f3a6" providerId="ADAL" clId="{3E657728-002F-4D06-8545-52875357E7CC}" dt="2023-03-20T03:47:58.998" v="4497" actId="478"/>
          <ac:picMkLst>
            <pc:docMk/>
            <pc:sldMk cId="1343742741" sldId="300"/>
            <ac:picMk id="6" creationId="{3573B5A2-A02E-4127-9AC8-8361F39A3110}"/>
          </ac:picMkLst>
        </pc:picChg>
        <pc:picChg chg="add del mod">
          <ac:chgData name="LEUNG Nicole" userId="8ed04819-1a1c-42ab-ae09-44d42575f3a6" providerId="ADAL" clId="{3E657728-002F-4D06-8545-52875357E7CC}" dt="2023-03-20T06:58:04.348" v="4626" actId="478"/>
          <ac:picMkLst>
            <pc:docMk/>
            <pc:sldMk cId="1343742741" sldId="300"/>
            <ac:picMk id="6" creationId="{8E0EE81C-8329-4D76-9388-8CD5593814C0}"/>
          </ac:picMkLst>
        </pc:picChg>
        <pc:picChg chg="add del mod">
          <ac:chgData name="LEUNG Nicole" userId="8ed04819-1a1c-42ab-ae09-44d42575f3a6" providerId="ADAL" clId="{3E657728-002F-4D06-8545-52875357E7CC}" dt="2023-03-20T03:48:33.425" v="4500" actId="478"/>
          <ac:picMkLst>
            <pc:docMk/>
            <pc:sldMk cId="1343742741" sldId="300"/>
            <ac:picMk id="7" creationId="{342A8EEE-9458-43F8-8457-1FD603D01DCB}"/>
          </ac:picMkLst>
        </pc:picChg>
        <pc:picChg chg="add del mod">
          <ac:chgData name="LEUNG Nicole" userId="8ed04819-1a1c-42ab-ae09-44d42575f3a6" providerId="ADAL" clId="{3E657728-002F-4D06-8545-52875357E7CC}" dt="2023-03-20T08:57:57.101" v="5396" actId="478"/>
          <ac:picMkLst>
            <pc:docMk/>
            <pc:sldMk cId="1343742741" sldId="300"/>
            <ac:picMk id="8" creationId="{BB930849-DBF1-4687-81A2-090CAB75BFE4}"/>
          </ac:picMkLst>
        </pc:picChg>
        <pc:picChg chg="add del mod">
          <ac:chgData name="LEUNG Nicole" userId="8ed04819-1a1c-42ab-ae09-44d42575f3a6" providerId="ADAL" clId="{3E657728-002F-4D06-8545-52875357E7CC}" dt="2023-03-20T03:51:04.086" v="4511" actId="478"/>
          <ac:picMkLst>
            <pc:docMk/>
            <pc:sldMk cId="1343742741" sldId="300"/>
            <ac:picMk id="9" creationId="{F8BA7EF2-9321-49B6-B218-31B928CEA472}"/>
          </ac:picMkLst>
        </pc:picChg>
        <pc:picChg chg="add del mod">
          <ac:chgData name="LEUNG Nicole" userId="8ed04819-1a1c-42ab-ae09-44d42575f3a6" providerId="ADAL" clId="{3E657728-002F-4D06-8545-52875357E7CC}" dt="2023-03-20T08:57:56.347" v="5395" actId="478"/>
          <ac:picMkLst>
            <pc:docMk/>
            <pc:sldMk cId="1343742741" sldId="300"/>
            <ac:picMk id="11" creationId="{316845A8-2D1D-4168-850D-A47C3C3C8D60}"/>
          </ac:picMkLst>
        </pc:picChg>
        <pc:picChg chg="add del mod">
          <ac:chgData name="LEUNG Nicole" userId="8ed04819-1a1c-42ab-ae09-44d42575f3a6" providerId="ADAL" clId="{3E657728-002F-4D06-8545-52875357E7CC}" dt="2023-03-20T03:49:55.231" v="4507" actId="478"/>
          <ac:picMkLst>
            <pc:docMk/>
            <pc:sldMk cId="1343742741" sldId="300"/>
            <ac:picMk id="12" creationId="{FFAEC73A-DCB4-4350-9F02-B8BA6454E8BE}"/>
          </ac:picMkLst>
        </pc:picChg>
        <pc:picChg chg="add del mod">
          <ac:chgData name="LEUNG Nicole" userId="8ed04819-1a1c-42ab-ae09-44d42575f3a6" providerId="ADAL" clId="{3E657728-002F-4D06-8545-52875357E7CC}" dt="2023-03-20T09:14:13.447" v="5662" actId="478"/>
          <ac:picMkLst>
            <pc:docMk/>
            <pc:sldMk cId="1343742741" sldId="300"/>
            <ac:picMk id="14" creationId="{98B32A45-59A5-45CC-A429-CA2FE0790237}"/>
          </ac:picMkLst>
        </pc:picChg>
        <pc:picChg chg="add del mod">
          <ac:chgData name="LEUNG Nicole" userId="8ed04819-1a1c-42ab-ae09-44d42575f3a6" providerId="ADAL" clId="{3E657728-002F-4D06-8545-52875357E7CC}" dt="2023-03-20T03:59:56.403" v="4541" actId="478"/>
          <ac:picMkLst>
            <pc:docMk/>
            <pc:sldMk cId="1343742741" sldId="300"/>
            <ac:picMk id="14" creationId="{A2F5FB23-527E-485F-95DE-1C2D6874F95F}"/>
          </ac:picMkLst>
        </pc:picChg>
        <pc:picChg chg="add del mod">
          <ac:chgData name="LEUNG Nicole" userId="8ed04819-1a1c-42ab-ae09-44d42575f3a6" providerId="ADAL" clId="{3E657728-002F-4D06-8545-52875357E7CC}" dt="2023-03-20T06:49:06.975" v="4618" actId="478"/>
          <ac:picMkLst>
            <pc:docMk/>
            <pc:sldMk cId="1343742741" sldId="300"/>
            <ac:picMk id="15" creationId="{A490345F-E6C4-4FC9-AE9C-8CE93BAA5BF7}"/>
          </ac:picMkLst>
        </pc:picChg>
        <pc:picChg chg="add mod">
          <ac:chgData name="LEUNG Nicole" userId="8ed04819-1a1c-42ab-ae09-44d42575f3a6" providerId="ADAL" clId="{3E657728-002F-4D06-8545-52875357E7CC}" dt="2023-03-20T09:01:11.917" v="5549" actId="1076"/>
          <ac:picMkLst>
            <pc:docMk/>
            <pc:sldMk cId="1343742741" sldId="300"/>
            <ac:picMk id="17" creationId="{D29E8FA9-9AF0-4CBD-8158-733113781A20}"/>
          </ac:picMkLst>
        </pc:picChg>
        <pc:picChg chg="add del mod">
          <ac:chgData name="LEUNG Nicole" userId="8ed04819-1a1c-42ab-ae09-44d42575f3a6" providerId="ADAL" clId="{3E657728-002F-4D06-8545-52875357E7CC}" dt="2023-03-20T04:01:00.599" v="4548" actId="478"/>
          <ac:picMkLst>
            <pc:docMk/>
            <pc:sldMk cId="1343742741" sldId="300"/>
            <ac:picMk id="17" creationId="{E3C1AEA0-E292-4E55-A9C4-92218C159BBD}"/>
          </ac:picMkLst>
        </pc:picChg>
        <pc:picChg chg="add del mod">
          <ac:chgData name="LEUNG Nicole" userId="8ed04819-1a1c-42ab-ae09-44d42575f3a6" providerId="ADAL" clId="{3E657728-002F-4D06-8545-52875357E7CC}" dt="2023-03-20T07:09:13.753" v="4636" actId="478"/>
          <ac:picMkLst>
            <pc:docMk/>
            <pc:sldMk cId="1343742741" sldId="300"/>
            <ac:picMk id="19" creationId="{7D89FF08-DA3A-4617-9C7B-75D3A5BC8A8F}"/>
          </ac:picMkLst>
        </pc:picChg>
        <pc:picChg chg="add mod">
          <ac:chgData name="LEUNG Nicole" userId="8ed04819-1a1c-42ab-ae09-44d42575f3a6" providerId="ADAL" clId="{3E657728-002F-4D06-8545-52875357E7CC}" dt="2023-03-20T09:14:36.131" v="5670" actId="1076"/>
          <ac:picMkLst>
            <pc:docMk/>
            <pc:sldMk cId="1343742741" sldId="300"/>
            <ac:picMk id="20" creationId="{CF080999-89D2-4835-BC6C-4BBE3BF7EA4C}"/>
          </ac:picMkLst>
        </pc:picChg>
      </pc:sldChg>
      <pc:sldChg chg="addSp delSp modSp new del mod setBg">
        <pc:chgData name="LEUNG Nicole" userId="8ed04819-1a1c-42ab-ae09-44d42575f3a6" providerId="ADAL" clId="{3E657728-002F-4D06-8545-52875357E7CC}" dt="2023-03-14T03:03:38.864" v="3544" actId="47"/>
        <pc:sldMkLst>
          <pc:docMk/>
          <pc:sldMk cId="814931747" sldId="301"/>
        </pc:sldMkLst>
        <pc:spChg chg="mod">
          <ac:chgData name="LEUNG Nicole" userId="8ed04819-1a1c-42ab-ae09-44d42575f3a6" providerId="ADAL" clId="{3E657728-002F-4D06-8545-52875357E7CC}" dt="2023-03-10T09:25:34.573" v="1716" actId="26606"/>
          <ac:spMkLst>
            <pc:docMk/>
            <pc:sldMk cId="814931747" sldId="301"/>
            <ac:spMk id="2" creationId="{A5895BB5-3DDB-4D63-9E33-C8CECE65926C}"/>
          </ac:spMkLst>
        </pc:spChg>
        <pc:spChg chg="mod">
          <ac:chgData name="LEUNG Nicole" userId="8ed04819-1a1c-42ab-ae09-44d42575f3a6" providerId="ADAL" clId="{3E657728-002F-4D06-8545-52875357E7CC}" dt="2023-03-10T09:25:34.573" v="1716" actId="26606"/>
          <ac:spMkLst>
            <pc:docMk/>
            <pc:sldMk cId="814931747" sldId="301"/>
            <ac:spMk id="3" creationId="{0DEAF592-3D5C-4182-BBE1-27122006A5BA}"/>
          </ac:spMkLst>
        </pc:spChg>
        <pc:spChg chg="add">
          <ac:chgData name="LEUNG Nicole" userId="8ed04819-1a1c-42ab-ae09-44d42575f3a6" providerId="ADAL" clId="{3E657728-002F-4D06-8545-52875357E7CC}" dt="2023-03-10T09:25:34.573" v="1716" actId="26606"/>
          <ac:spMkLst>
            <pc:docMk/>
            <pc:sldMk cId="814931747" sldId="301"/>
            <ac:spMk id="10" creationId="{1A95671B-3CC6-4792-9114-B74FAEA224E6}"/>
          </ac:spMkLst>
        </pc:spChg>
        <pc:picChg chg="add del mod">
          <ac:chgData name="LEUNG Nicole" userId="8ed04819-1a1c-42ab-ae09-44d42575f3a6" providerId="ADAL" clId="{3E657728-002F-4D06-8545-52875357E7CC}" dt="2023-03-13T04:12:33.717" v="3274" actId="21"/>
          <ac:picMkLst>
            <pc:docMk/>
            <pc:sldMk cId="814931747" sldId="301"/>
            <ac:picMk id="5" creationId="{732E58CF-8236-4B51-81D2-C681D3B9E3A4}"/>
          </ac:picMkLst>
        </pc:picChg>
      </pc:sldChg>
      <pc:sldChg chg="addSp delSp modSp new mod setBg">
        <pc:chgData name="LEUNG Nicole" userId="8ed04819-1a1c-42ab-ae09-44d42575f3a6" providerId="ADAL" clId="{3E657728-002F-4D06-8545-52875357E7CC}" dt="2023-03-20T09:07:56.295" v="5591" actId="14100"/>
        <pc:sldMkLst>
          <pc:docMk/>
          <pc:sldMk cId="2029018428" sldId="302"/>
        </pc:sldMkLst>
        <pc:spChg chg="mod">
          <ac:chgData name="LEUNG Nicole" userId="8ed04819-1a1c-42ab-ae09-44d42575f3a6" providerId="ADAL" clId="{3E657728-002F-4D06-8545-52875357E7CC}" dt="2023-03-20T08:49:41.323" v="5107" actId="20577"/>
          <ac:spMkLst>
            <pc:docMk/>
            <pc:sldMk cId="2029018428" sldId="302"/>
            <ac:spMk id="2" creationId="{BB5EC255-777A-418A-97F2-E827BE475559}"/>
          </ac:spMkLst>
        </pc:spChg>
        <pc:spChg chg="mod">
          <ac:chgData name="LEUNG Nicole" userId="8ed04819-1a1c-42ab-ae09-44d42575f3a6" providerId="ADAL" clId="{3E657728-002F-4D06-8545-52875357E7CC}" dt="2023-03-20T08:49:21.713" v="5063" actId="20577"/>
          <ac:spMkLst>
            <pc:docMk/>
            <pc:sldMk cId="2029018428" sldId="302"/>
            <ac:spMk id="3" creationId="{850FE13B-F6F1-4935-984A-91C3AA52697E}"/>
          </ac:spMkLst>
        </pc:spChg>
        <pc:spChg chg="add del mod">
          <ac:chgData name="LEUNG Nicole" userId="8ed04819-1a1c-42ab-ae09-44d42575f3a6" providerId="ADAL" clId="{3E657728-002F-4D06-8545-52875357E7CC}" dt="2023-03-20T08:46:56.927" v="4867" actId="478"/>
          <ac:spMkLst>
            <pc:docMk/>
            <pc:sldMk cId="2029018428" sldId="302"/>
            <ac:spMk id="4" creationId="{A77EDFC5-7AD5-4FE2-BDDA-A0E101546707}"/>
          </ac:spMkLst>
        </pc:spChg>
        <pc:spChg chg="add">
          <ac:chgData name="LEUNG Nicole" userId="8ed04819-1a1c-42ab-ae09-44d42575f3a6" providerId="ADAL" clId="{3E657728-002F-4D06-8545-52875357E7CC}" dt="2023-03-10T09:25:31.808" v="1715" actId="26606"/>
          <ac:spMkLst>
            <pc:docMk/>
            <pc:sldMk cId="2029018428" sldId="302"/>
            <ac:spMk id="10" creationId="{1A95671B-3CC6-4792-9114-B74FAEA224E6}"/>
          </ac:spMkLst>
        </pc:spChg>
        <pc:picChg chg="add del mod">
          <ac:chgData name="LEUNG Nicole" userId="8ed04819-1a1c-42ab-ae09-44d42575f3a6" providerId="ADAL" clId="{3E657728-002F-4D06-8545-52875357E7CC}" dt="2023-03-20T09:06:27.709" v="5588" actId="478"/>
          <ac:picMkLst>
            <pc:docMk/>
            <pc:sldMk cId="2029018428" sldId="302"/>
            <ac:picMk id="5" creationId="{87D60AB7-3841-4757-ACC5-6A9EEF7A4863}"/>
          </ac:picMkLst>
        </pc:picChg>
        <pc:picChg chg="add del mod">
          <ac:chgData name="LEUNG Nicole" userId="8ed04819-1a1c-42ab-ae09-44d42575f3a6" providerId="ADAL" clId="{3E657728-002F-4D06-8545-52875357E7CC}" dt="2023-03-20T03:50:35.696" v="4508" actId="478"/>
          <ac:picMkLst>
            <pc:docMk/>
            <pc:sldMk cId="2029018428" sldId="302"/>
            <ac:picMk id="7" creationId="{264BB54E-BBB6-4DAC-AF2A-A514482FF7BF}"/>
          </ac:picMkLst>
        </pc:picChg>
        <pc:picChg chg="add mod">
          <ac:chgData name="LEUNG Nicole" userId="8ed04819-1a1c-42ab-ae09-44d42575f3a6" providerId="ADAL" clId="{3E657728-002F-4D06-8545-52875357E7CC}" dt="2023-03-20T09:07:56.295" v="5591" actId="14100"/>
          <ac:picMkLst>
            <pc:docMk/>
            <pc:sldMk cId="2029018428" sldId="302"/>
            <ac:picMk id="7" creationId="{A8772CB6-83AC-464C-825D-DC0E6EFAF8B0}"/>
          </ac:picMkLst>
        </pc:picChg>
        <pc:picChg chg="add mod">
          <ac:chgData name="LEUNG Nicole" userId="8ed04819-1a1c-42ab-ae09-44d42575f3a6" providerId="ADAL" clId="{3E657728-002F-4D06-8545-52875357E7CC}" dt="2023-03-20T08:48:03.253" v="4969" actId="1076"/>
          <ac:picMkLst>
            <pc:docMk/>
            <pc:sldMk cId="2029018428" sldId="302"/>
            <ac:picMk id="8" creationId="{ABCAB96B-7833-4E92-A0B2-55C84B0EDF04}"/>
          </ac:picMkLst>
        </pc:picChg>
      </pc:sldChg>
      <pc:sldChg chg="addSp delSp modSp new mod setBg">
        <pc:chgData name="LEUNG Nicole" userId="8ed04819-1a1c-42ab-ae09-44d42575f3a6" providerId="ADAL" clId="{3E657728-002F-4D06-8545-52875357E7CC}" dt="2023-03-10T10:33:53.881" v="2699" actId="14100"/>
        <pc:sldMkLst>
          <pc:docMk/>
          <pc:sldMk cId="1724655501" sldId="303"/>
        </pc:sldMkLst>
        <pc:spChg chg="mod">
          <ac:chgData name="LEUNG Nicole" userId="8ed04819-1a1c-42ab-ae09-44d42575f3a6" providerId="ADAL" clId="{3E657728-002F-4D06-8545-52875357E7CC}" dt="2023-03-10T10:28:14.625" v="2646" actId="20577"/>
          <ac:spMkLst>
            <pc:docMk/>
            <pc:sldMk cId="1724655501" sldId="303"/>
            <ac:spMk id="2" creationId="{0E493E9A-D89A-4B58-BED0-B9FB3CD16737}"/>
          </ac:spMkLst>
        </pc:spChg>
        <pc:spChg chg="del">
          <ac:chgData name="LEUNG Nicole" userId="8ed04819-1a1c-42ab-ae09-44d42575f3a6" providerId="ADAL" clId="{3E657728-002F-4D06-8545-52875357E7CC}" dt="2023-03-10T10:10:40.507" v="1742"/>
          <ac:spMkLst>
            <pc:docMk/>
            <pc:sldMk cId="1724655501" sldId="303"/>
            <ac:spMk id="3" creationId="{6F797EC2-A4C1-4976-9B34-CE7E5CC48252}"/>
          </ac:spMkLst>
        </pc:spChg>
        <pc:spChg chg="add">
          <ac:chgData name="LEUNG Nicole" userId="8ed04819-1a1c-42ab-ae09-44d42575f3a6" providerId="ADAL" clId="{3E657728-002F-4D06-8545-52875357E7CC}" dt="2023-03-10T10:10:43.430" v="1743" actId="26606"/>
          <ac:spMkLst>
            <pc:docMk/>
            <pc:sldMk cId="1724655501" sldId="303"/>
            <ac:spMk id="9" creationId="{BACC6370-2D7E-4714-9D71-7542949D7D5D}"/>
          </ac:spMkLst>
        </pc:spChg>
        <pc:spChg chg="add">
          <ac:chgData name="LEUNG Nicole" userId="8ed04819-1a1c-42ab-ae09-44d42575f3a6" providerId="ADAL" clId="{3E657728-002F-4D06-8545-52875357E7CC}" dt="2023-03-10T10:10:43.430" v="1743" actId="26606"/>
          <ac:spMkLst>
            <pc:docMk/>
            <pc:sldMk cId="1724655501" sldId="303"/>
            <ac:spMk id="11" creationId="{F68B3F68-107C-434F-AA38-110D5EA91B85}"/>
          </ac:spMkLst>
        </pc:spChg>
        <pc:spChg chg="add">
          <ac:chgData name="LEUNG Nicole" userId="8ed04819-1a1c-42ab-ae09-44d42575f3a6" providerId="ADAL" clId="{3E657728-002F-4D06-8545-52875357E7CC}" dt="2023-03-10T10:10:43.430" v="1743" actId="26606"/>
          <ac:spMkLst>
            <pc:docMk/>
            <pc:sldMk cId="1724655501" sldId="303"/>
            <ac:spMk id="13" creationId="{AAD0DBB9-1A4B-4391-81D4-CB19F9AB918A}"/>
          </ac:spMkLst>
        </pc:spChg>
        <pc:spChg chg="add">
          <ac:chgData name="LEUNG Nicole" userId="8ed04819-1a1c-42ab-ae09-44d42575f3a6" providerId="ADAL" clId="{3E657728-002F-4D06-8545-52875357E7CC}" dt="2023-03-10T10:10:43.430" v="1743" actId="26606"/>
          <ac:spMkLst>
            <pc:docMk/>
            <pc:sldMk cId="1724655501" sldId="303"/>
            <ac:spMk id="15" creationId="{063BBA22-50EA-4C4D-BE05-F1CE4E63AA56}"/>
          </ac:spMkLst>
        </pc:spChg>
        <pc:graphicFrameChg chg="add mod modGraphic">
          <ac:chgData name="LEUNG Nicole" userId="8ed04819-1a1c-42ab-ae09-44d42575f3a6" providerId="ADAL" clId="{3E657728-002F-4D06-8545-52875357E7CC}" dt="2023-03-10T10:33:53.881" v="2699" actId="14100"/>
          <ac:graphicFrameMkLst>
            <pc:docMk/>
            <pc:sldMk cId="1724655501" sldId="303"/>
            <ac:graphicFrameMk id="4" creationId="{329D30CB-4423-42B7-9BF7-1D854680E175}"/>
          </ac:graphicFrameMkLst>
        </pc:graphicFrameChg>
      </pc:sldChg>
      <pc:sldChg chg="addSp delSp modSp new mod setBg">
        <pc:chgData name="LEUNG Nicole" userId="8ed04819-1a1c-42ab-ae09-44d42575f3a6" providerId="ADAL" clId="{3E657728-002F-4D06-8545-52875357E7CC}" dt="2023-03-10T10:34:19.953" v="2720" actId="20577"/>
        <pc:sldMkLst>
          <pc:docMk/>
          <pc:sldMk cId="2764509765" sldId="304"/>
        </pc:sldMkLst>
        <pc:spChg chg="mod">
          <ac:chgData name="LEUNG Nicole" userId="8ed04819-1a1c-42ab-ae09-44d42575f3a6" providerId="ADAL" clId="{3E657728-002F-4D06-8545-52875357E7CC}" dt="2023-03-10T10:34:19.953" v="2720" actId="20577"/>
          <ac:spMkLst>
            <pc:docMk/>
            <pc:sldMk cId="2764509765" sldId="304"/>
            <ac:spMk id="2" creationId="{5F9989A2-9262-4876-9527-98BF51143E65}"/>
          </ac:spMkLst>
        </pc:spChg>
        <pc:spChg chg="del mod">
          <ac:chgData name="LEUNG Nicole" userId="8ed04819-1a1c-42ab-ae09-44d42575f3a6" providerId="ADAL" clId="{3E657728-002F-4D06-8545-52875357E7CC}" dt="2023-03-10T09:57:54.412" v="1726" actId="478"/>
          <ac:spMkLst>
            <pc:docMk/>
            <pc:sldMk cId="2764509765" sldId="304"/>
            <ac:spMk id="3" creationId="{CE1D5960-4316-4206-B1B2-3062789F4F6F}"/>
          </ac:spMkLst>
        </pc:spChg>
        <pc:spChg chg="add del mod">
          <ac:chgData name="LEUNG Nicole" userId="8ed04819-1a1c-42ab-ae09-44d42575f3a6" providerId="ADAL" clId="{3E657728-002F-4D06-8545-52875357E7CC}" dt="2023-03-10T09:58:29.120" v="1730" actId="478"/>
          <ac:spMkLst>
            <pc:docMk/>
            <pc:sldMk cId="2764509765" sldId="304"/>
            <ac:spMk id="5" creationId="{572A1064-3C8D-44C9-BB7D-2A2FD1B22DA3}"/>
          </ac:spMkLst>
        </pc:spChg>
        <pc:spChg chg="add">
          <ac:chgData name="LEUNG Nicole" userId="8ed04819-1a1c-42ab-ae09-44d42575f3a6" providerId="ADAL" clId="{3E657728-002F-4D06-8545-52875357E7CC}" dt="2023-03-10T09:58:41.785" v="1732" actId="26606"/>
          <ac:spMkLst>
            <pc:docMk/>
            <pc:sldMk cId="2764509765" sldId="304"/>
            <ac:spMk id="11" creationId="{A8384FB5-9ADC-4DDC-881B-597D56F5B15D}"/>
          </ac:spMkLst>
        </pc:spChg>
        <pc:spChg chg="add">
          <ac:chgData name="LEUNG Nicole" userId="8ed04819-1a1c-42ab-ae09-44d42575f3a6" providerId="ADAL" clId="{3E657728-002F-4D06-8545-52875357E7CC}" dt="2023-03-10T09:58:41.785" v="1732" actId="26606"/>
          <ac:spMkLst>
            <pc:docMk/>
            <pc:sldMk cId="2764509765" sldId="304"/>
            <ac:spMk id="13" creationId="{1199E1B1-A8C0-4FE8-A5A8-1CB41D69F857}"/>
          </ac:spMkLst>
        </pc:spChg>
        <pc:spChg chg="add">
          <ac:chgData name="LEUNG Nicole" userId="8ed04819-1a1c-42ab-ae09-44d42575f3a6" providerId="ADAL" clId="{3E657728-002F-4D06-8545-52875357E7CC}" dt="2023-03-10T09:58:41.785" v="1732" actId="26606"/>
          <ac:spMkLst>
            <pc:docMk/>
            <pc:sldMk cId="2764509765" sldId="304"/>
            <ac:spMk id="15" creationId="{84A8DE83-DE75-4B41-9DB4-A7EC0B0DEC0B}"/>
          </ac:spMkLst>
        </pc:spChg>
        <pc:spChg chg="add">
          <ac:chgData name="LEUNG Nicole" userId="8ed04819-1a1c-42ab-ae09-44d42575f3a6" providerId="ADAL" clId="{3E657728-002F-4D06-8545-52875357E7CC}" dt="2023-03-10T09:58:41.785" v="1732" actId="26606"/>
          <ac:spMkLst>
            <pc:docMk/>
            <pc:sldMk cId="2764509765" sldId="304"/>
            <ac:spMk id="17" creationId="{A7009A0A-BEF5-4EAC-AF15-E4F9F002E239}"/>
          </ac:spMkLst>
        </pc:spChg>
        <pc:graphicFrameChg chg="add mod modGraphic">
          <ac:chgData name="LEUNG Nicole" userId="8ed04819-1a1c-42ab-ae09-44d42575f3a6" providerId="ADAL" clId="{3E657728-002F-4D06-8545-52875357E7CC}" dt="2023-03-10T10:33:34.783" v="2696" actId="2165"/>
          <ac:graphicFrameMkLst>
            <pc:docMk/>
            <pc:sldMk cId="2764509765" sldId="304"/>
            <ac:graphicFrameMk id="6" creationId="{0B6762C7-7226-42D8-A539-AA77B36A526E}"/>
          </ac:graphicFrameMkLst>
        </pc:graphicFrameChg>
      </pc:sldChg>
      <pc:sldChg chg="addSp modSp new mod">
        <pc:chgData name="LEUNG Nicole" userId="8ed04819-1a1c-42ab-ae09-44d42575f3a6" providerId="ADAL" clId="{3E657728-002F-4D06-8545-52875357E7CC}" dt="2023-03-13T03:07:33.839" v="2949" actId="20577"/>
        <pc:sldMkLst>
          <pc:docMk/>
          <pc:sldMk cId="834880465" sldId="305"/>
        </pc:sldMkLst>
        <pc:spChg chg="mod">
          <ac:chgData name="LEUNG Nicole" userId="8ed04819-1a1c-42ab-ae09-44d42575f3a6" providerId="ADAL" clId="{3E657728-002F-4D06-8545-52875357E7CC}" dt="2023-03-13T03:06:41.146" v="2869" actId="27636"/>
          <ac:spMkLst>
            <pc:docMk/>
            <pc:sldMk cId="834880465" sldId="305"/>
            <ac:spMk id="2" creationId="{F28DCAC4-C5AD-46C5-88F0-25E057BDAADC}"/>
          </ac:spMkLst>
        </pc:spChg>
        <pc:spChg chg="mod">
          <ac:chgData name="LEUNG Nicole" userId="8ed04819-1a1c-42ab-ae09-44d42575f3a6" providerId="ADAL" clId="{3E657728-002F-4D06-8545-52875357E7CC}" dt="2023-03-13T03:07:33.839" v="2949" actId="20577"/>
          <ac:spMkLst>
            <pc:docMk/>
            <pc:sldMk cId="834880465" sldId="305"/>
            <ac:spMk id="3" creationId="{93540CC1-6529-4F58-83CD-3B4C066F311F}"/>
          </ac:spMkLst>
        </pc:spChg>
        <pc:picChg chg="add mod">
          <ac:chgData name="LEUNG Nicole" userId="8ed04819-1a1c-42ab-ae09-44d42575f3a6" providerId="ADAL" clId="{3E657728-002F-4D06-8545-52875357E7CC}" dt="2023-03-13T03:06:19.183" v="2816" actId="1076"/>
          <ac:picMkLst>
            <pc:docMk/>
            <pc:sldMk cId="834880465" sldId="305"/>
            <ac:picMk id="4" creationId="{AE714F0D-D291-46FA-9B7F-3533DCC148D1}"/>
          </ac:picMkLst>
        </pc:picChg>
      </pc:sldChg>
      <pc:sldChg chg="addSp modSp new mod">
        <pc:chgData name="LEUNG Nicole" userId="8ed04819-1a1c-42ab-ae09-44d42575f3a6" providerId="ADAL" clId="{3E657728-002F-4D06-8545-52875357E7CC}" dt="2023-03-14T04:07:10.767" v="3671" actId="1076"/>
        <pc:sldMkLst>
          <pc:docMk/>
          <pc:sldMk cId="1660519983" sldId="306"/>
        </pc:sldMkLst>
        <pc:spChg chg="mod">
          <ac:chgData name="LEUNG Nicole" userId="8ed04819-1a1c-42ab-ae09-44d42575f3a6" providerId="ADAL" clId="{3E657728-002F-4D06-8545-52875357E7CC}" dt="2023-03-14T04:07:03.316" v="3667" actId="14100"/>
          <ac:spMkLst>
            <pc:docMk/>
            <pc:sldMk cId="1660519983" sldId="306"/>
            <ac:spMk id="2" creationId="{88DFCBBE-63C4-40F8-8A5F-C3EC9A1A01DB}"/>
          </ac:spMkLst>
        </pc:spChg>
        <pc:spChg chg="mod">
          <ac:chgData name="LEUNG Nicole" userId="8ed04819-1a1c-42ab-ae09-44d42575f3a6" providerId="ADAL" clId="{3E657728-002F-4D06-8545-52875357E7CC}" dt="2023-03-14T04:07:05.708" v="3668" actId="14100"/>
          <ac:spMkLst>
            <pc:docMk/>
            <pc:sldMk cId="1660519983" sldId="306"/>
            <ac:spMk id="3" creationId="{7A062BE0-41BD-4147-80E0-518376540F16}"/>
          </ac:spMkLst>
        </pc:spChg>
        <pc:spChg chg="add mod">
          <ac:chgData name="LEUNG Nicole" userId="8ed04819-1a1c-42ab-ae09-44d42575f3a6" providerId="ADAL" clId="{3E657728-002F-4D06-8545-52875357E7CC}" dt="2023-03-14T04:07:00.688" v="3666" actId="1076"/>
          <ac:spMkLst>
            <pc:docMk/>
            <pc:sldMk cId="1660519983" sldId="306"/>
            <ac:spMk id="5" creationId="{30F48C33-EF9F-4DB4-9008-BD315D3958B5}"/>
          </ac:spMkLst>
        </pc:spChg>
        <pc:picChg chg="add mod">
          <ac:chgData name="LEUNG Nicole" userId="8ed04819-1a1c-42ab-ae09-44d42575f3a6" providerId="ADAL" clId="{3E657728-002F-4D06-8545-52875357E7CC}" dt="2023-03-14T04:07:10.767" v="3671" actId="1076"/>
          <ac:picMkLst>
            <pc:docMk/>
            <pc:sldMk cId="1660519983" sldId="306"/>
            <ac:picMk id="6" creationId="{3AEB48AD-7108-49A7-8E06-6DBA39A38134}"/>
          </ac:picMkLst>
        </pc:picChg>
      </pc:sldChg>
      <pc:sldChg chg="addSp delSp modSp new mod setBg">
        <pc:chgData name="LEUNG Nicole" userId="8ed04819-1a1c-42ab-ae09-44d42575f3a6" providerId="ADAL" clId="{3E657728-002F-4D06-8545-52875357E7CC}" dt="2023-03-20T03:45:22.677" v="4496" actId="14100"/>
        <pc:sldMkLst>
          <pc:docMk/>
          <pc:sldMk cId="3281555556" sldId="307"/>
        </pc:sldMkLst>
        <pc:spChg chg="mod">
          <ac:chgData name="LEUNG Nicole" userId="8ed04819-1a1c-42ab-ae09-44d42575f3a6" providerId="ADAL" clId="{3E657728-002F-4D06-8545-52875357E7CC}" dt="2023-03-20T03:45:22.677" v="4496" actId="14100"/>
          <ac:spMkLst>
            <pc:docMk/>
            <pc:sldMk cId="3281555556" sldId="307"/>
            <ac:spMk id="2" creationId="{44E6EAFA-F187-4301-AF53-96466AF430C9}"/>
          </ac:spMkLst>
        </pc:spChg>
        <pc:spChg chg="mod">
          <ac:chgData name="LEUNG Nicole" userId="8ed04819-1a1c-42ab-ae09-44d42575f3a6" providerId="ADAL" clId="{3E657728-002F-4D06-8545-52875357E7CC}" dt="2023-03-20T01:46:23.241" v="4459" actId="255"/>
          <ac:spMkLst>
            <pc:docMk/>
            <pc:sldMk cId="3281555556" sldId="307"/>
            <ac:spMk id="3" creationId="{8DCBF708-59D3-496D-851E-63B5ADC75F12}"/>
          </ac:spMkLst>
        </pc:spChg>
        <pc:spChg chg="add del">
          <ac:chgData name="LEUNG Nicole" userId="8ed04819-1a1c-42ab-ae09-44d42575f3a6" providerId="ADAL" clId="{3E657728-002F-4D06-8545-52875357E7CC}" dt="2023-03-16T02:50:29.617" v="4379" actId="26606"/>
          <ac:spMkLst>
            <pc:docMk/>
            <pc:sldMk cId="3281555556" sldId="307"/>
            <ac:spMk id="8" creationId="{1BB867FF-FC45-48F7-8104-F89BE54909F1}"/>
          </ac:spMkLst>
        </pc:spChg>
        <pc:spChg chg="add del">
          <ac:chgData name="LEUNG Nicole" userId="8ed04819-1a1c-42ab-ae09-44d42575f3a6" providerId="ADAL" clId="{3E657728-002F-4D06-8545-52875357E7CC}" dt="2023-03-16T02:50:29.617" v="4379" actId="26606"/>
          <ac:spMkLst>
            <pc:docMk/>
            <pc:sldMk cId="3281555556" sldId="307"/>
            <ac:spMk id="10" creationId="{8BB56887-D0D5-4F0C-9E19-7247EB83C8B7}"/>
          </ac:spMkLst>
        </pc:spChg>
        <pc:spChg chg="add del">
          <ac:chgData name="LEUNG Nicole" userId="8ed04819-1a1c-42ab-ae09-44d42575f3a6" providerId="ADAL" clId="{3E657728-002F-4D06-8545-52875357E7CC}" dt="2023-03-16T02:50:29.617" v="4379" actId="26606"/>
          <ac:spMkLst>
            <pc:docMk/>
            <pc:sldMk cId="3281555556" sldId="307"/>
            <ac:spMk id="12" creationId="{081E4A58-353D-44AE-B2FC-2A74E2E400F7}"/>
          </ac:spMkLst>
        </pc:spChg>
        <pc:spChg chg="add">
          <ac:chgData name="LEUNG Nicole" userId="8ed04819-1a1c-42ab-ae09-44d42575f3a6" providerId="ADAL" clId="{3E657728-002F-4D06-8545-52875357E7CC}" dt="2023-03-16T02:50:29.639" v="4380" actId="26606"/>
          <ac:spMkLst>
            <pc:docMk/>
            <pc:sldMk cId="3281555556" sldId="307"/>
            <ac:spMk id="14" creationId="{100EDD19-6802-4EC3-95CE-CFFAB042CFD6}"/>
          </ac:spMkLst>
        </pc:spChg>
        <pc:spChg chg="add">
          <ac:chgData name="LEUNG Nicole" userId="8ed04819-1a1c-42ab-ae09-44d42575f3a6" providerId="ADAL" clId="{3E657728-002F-4D06-8545-52875357E7CC}" dt="2023-03-16T02:50:29.639" v="4380" actId="26606"/>
          <ac:spMkLst>
            <pc:docMk/>
            <pc:sldMk cId="3281555556" sldId="307"/>
            <ac:spMk id="15" creationId="{DB17E863-922E-4C26-BD64-E8FD41D28661}"/>
          </ac:spMkLst>
        </pc:spChg>
        <pc:graphicFrameChg chg="add del mod">
          <ac:chgData name="LEUNG Nicole" userId="8ed04819-1a1c-42ab-ae09-44d42575f3a6" providerId="ADAL" clId="{3E657728-002F-4D06-8545-52875357E7CC}" dt="2023-03-16T02:49:51.610" v="4334"/>
          <ac:graphicFrameMkLst>
            <pc:docMk/>
            <pc:sldMk cId="3281555556" sldId="307"/>
            <ac:graphicFrameMk id="4" creationId="{02953610-6893-4E7D-B902-F3C5C469BB17}"/>
          </ac:graphicFrameMkLst>
        </pc:graphicFrameChg>
      </pc:sldChg>
      <pc:sldChg chg="addSp delSp modSp new mod">
        <pc:chgData name="LEUNG Nicole" userId="8ed04819-1a1c-42ab-ae09-44d42575f3a6" providerId="ADAL" clId="{3E657728-002F-4D06-8545-52875357E7CC}" dt="2023-03-20T06:19:01.536" v="4596" actId="1076"/>
        <pc:sldMkLst>
          <pc:docMk/>
          <pc:sldMk cId="2696944007" sldId="308"/>
        </pc:sldMkLst>
        <pc:spChg chg="del">
          <ac:chgData name="LEUNG Nicole" userId="8ed04819-1a1c-42ab-ae09-44d42575f3a6" providerId="ADAL" clId="{3E657728-002F-4D06-8545-52875357E7CC}" dt="2023-03-20T02:02:50.152" v="4467" actId="478"/>
          <ac:spMkLst>
            <pc:docMk/>
            <pc:sldMk cId="2696944007" sldId="308"/>
            <ac:spMk id="2" creationId="{70758083-FC2B-464A-9772-5DB115C85EF7}"/>
          </ac:spMkLst>
        </pc:spChg>
        <pc:spChg chg="mod">
          <ac:chgData name="LEUNG Nicole" userId="8ed04819-1a1c-42ab-ae09-44d42575f3a6" providerId="ADAL" clId="{3E657728-002F-4D06-8545-52875357E7CC}" dt="2023-03-20T04:11:53.718" v="4593" actId="14100"/>
          <ac:spMkLst>
            <pc:docMk/>
            <pc:sldMk cId="2696944007" sldId="308"/>
            <ac:spMk id="3" creationId="{BBFE9126-C565-4E94-82E9-A88FDB40D813}"/>
          </ac:spMkLst>
        </pc:spChg>
        <pc:spChg chg="add mod">
          <ac:chgData name="LEUNG Nicole" userId="8ed04819-1a1c-42ab-ae09-44d42575f3a6" providerId="ADAL" clId="{3E657728-002F-4D06-8545-52875357E7CC}" dt="2023-03-20T06:19:01.536" v="4596" actId="1076"/>
          <ac:spMkLst>
            <pc:docMk/>
            <pc:sldMk cId="2696944007" sldId="308"/>
            <ac:spMk id="4" creationId="{579FCE5E-8E3A-4AC7-824D-AF7C0D0C7F6C}"/>
          </ac:spMkLst>
        </pc:spChg>
      </pc:sldChg>
      <pc:sldChg chg="addSp delSp modSp new mod">
        <pc:chgData name="LEUNG Nicole" userId="8ed04819-1a1c-42ab-ae09-44d42575f3a6" providerId="ADAL" clId="{3E657728-002F-4D06-8545-52875357E7CC}" dt="2023-03-20T09:27:14.983" v="5772" actId="14100"/>
        <pc:sldMkLst>
          <pc:docMk/>
          <pc:sldMk cId="1583066299" sldId="309"/>
        </pc:sldMkLst>
        <pc:spChg chg="mod">
          <ac:chgData name="LEUNG Nicole" userId="8ed04819-1a1c-42ab-ae09-44d42575f3a6" providerId="ADAL" clId="{3E657728-002F-4D06-8545-52875357E7CC}" dt="2023-03-20T08:50:56.771" v="5138" actId="20577"/>
          <ac:spMkLst>
            <pc:docMk/>
            <pc:sldMk cId="1583066299" sldId="309"/>
            <ac:spMk id="2" creationId="{B4E32D6D-1A3A-481F-BADE-19C45032D059}"/>
          </ac:spMkLst>
        </pc:spChg>
        <pc:spChg chg="del mod">
          <ac:chgData name="LEUNG Nicole" userId="8ed04819-1a1c-42ab-ae09-44d42575f3a6" providerId="ADAL" clId="{3E657728-002F-4D06-8545-52875357E7CC}" dt="2023-03-20T04:02:10.434" v="4560" actId="478"/>
          <ac:spMkLst>
            <pc:docMk/>
            <pc:sldMk cId="1583066299" sldId="309"/>
            <ac:spMk id="3" creationId="{30115C30-821F-4AE1-8B30-94BDF935B9B6}"/>
          </ac:spMkLst>
        </pc:spChg>
        <pc:spChg chg="add mod">
          <ac:chgData name="LEUNG Nicole" userId="8ed04819-1a1c-42ab-ae09-44d42575f3a6" providerId="ADAL" clId="{3E657728-002F-4D06-8545-52875357E7CC}" dt="2023-03-20T09:27:14.983" v="5772" actId="14100"/>
          <ac:spMkLst>
            <pc:docMk/>
            <pc:sldMk cId="1583066299" sldId="309"/>
            <ac:spMk id="8" creationId="{5E911CA0-FEB7-4EAE-8BB8-408AD4F6AD93}"/>
          </ac:spMkLst>
        </pc:spChg>
        <pc:picChg chg="add mod">
          <ac:chgData name="LEUNG Nicole" userId="8ed04819-1a1c-42ab-ae09-44d42575f3a6" providerId="ADAL" clId="{3E657728-002F-4D06-8545-52875357E7CC}" dt="2023-03-20T09:27:03.849" v="5768" actId="14100"/>
          <ac:picMkLst>
            <pc:docMk/>
            <pc:sldMk cId="1583066299" sldId="309"/>
            <ac:picMk id="5" creationId="{0DDEB8C4-E9BC-42AF-B971-04974E41A2DF}"/>
          </ac:picMkLst>
        </pc:picChg>
        <pc:picChg chg="add mod">
          <ac:chgData name="LEUNG Nicole" userId="8ed04819-1a1c-42ab-ae09-44d42575f3a6" providerId="ADAL" clId="{3E657728-002F-4D06-8545-52875357E7CC}" dt="2023-03-20T09:27:09.337" v="5771" actId="1076"/>
          <ac:picMkLst>
            <pc:docMk/>
            <pc:sldMk cId="1583066299" sldId="309"/>
            <ac:picMk id="7" creationId="{010E815B-7A28-46C7-A4F5-BCA1ADD02975}"/>
          </ac:picMkLst>
        </pc:picChg>
      </pc:sldChg>
      <pc:sldChg chg="addSp modSp new del mod">
        <pc:chgData name="LEUNG Nicole" userId="8ed04819-1a1c-42ab-ae09-44d42575f3a6" providerId="ADAL" clId="{3E657728-002F-4D06-8545-52875357E7CC}" dt="2023-03-20T06:44:21.053" v="4612" actId="2696"/>
        <pc:sldMkLst>
          <pc:docMk/>
          <pc:sldMk cId="1458089850" sldId="310"/>
        </pc:sldMkLst>
        <pc:picChg chg="add mod">
          <ac:chgData name="LEUNG Nicole" userId="8ed04819-1a1c-42ab-ae09-44d42575f3a6" providerId="ADAL" clId="{3E657728-002F-4D06-8545-52875357E7CC}" dt="2023-03-20T03:55:28.720" v="4519" actId="1076"/>
          <ac:picMkLst>
            <pc:docMk/>
            <pc:sldMk cId="1458089850" sldId="310"/>
            <ac:picMk id="4" creationId="{B4274347-6316-470B-83F0-0377B281EBA8}"/>
          </ac:picMkLst>
        </pc:picChg>
      </pc:sldChg>
      <pc:sldChg chg="modSp new mod">
        <pc:chgData name="LEUNG Nicole" userId="8ed04819-1a1c-42ab-ae09-44d42575f3a6" providerId="ADAL" clId="{3E657728-002F-4D06-8545-52875357E7CC}" dt="2023-03-20T07:28:57.701" v="4667" actId="5793"/>
        <pc:sldMkLst>
          <pc:docMk/>
          <pc:sldMk cId="4036466995" sldId="310"/>
        </pc:sldMkLst>
        <pc:spChg chg="mod">
          <ac:chgData name="LEUNG Nicole" userId="8ed04819-1a1c-42ab-ae09-44d42575f3a6" providerId="ADAL" clId="{3E657728-002F-4D06-8545-52875357E7CC}" dt="2023-03-20T07:28:57.701" v="4667" actId="5793"/>
          <ac:spMkLst>
            <pc:docMk/>
            <pc:sldMk cId="4036466995" sldId="310"/>
            <ac:spMk id="2" creationId="{3B2735B5-BCAC-421B-83C1-F5009A9D2294}"/>
          </ac:spMkLst>
        </pc:spChg>
      </pc:sldChg>
      <pc:sldChg chg="addSp delSp modSp new del mod">
        <pc:chgData name="LEUNG Nicole" userId="8ed04819-1a1c-42ab-ae09-44d42575f3a6" providerId="ADAL" clId="{3E657728-002F-4D06-8545-52875357E7CC}" dt="2023-03-20T06:32:47.709" v="4597" actId="2696"/>
        <pc:sldMkLst>
          <pc:docMk/>
          <pc:sldMk cId="636905792" sldId="311"/>
        </pc:sldMkLst>
        <pc:spChg chg="del">
          <ac:chgData name="LEUNG Nicole" userId="8ed04819-1a1c-42ab-ae09-44d42575f3a6" providerId="ADAL" clId="{3E657728-002F-4D06-8545-52875357E7CC}" dt="2023-03-20T03:56:33.566" v="4530" actId="478"/>
          <ac:spMkLst>
            <pc:docMk/>
            <pc:sldMk cId="636905792" sldId="311"/>
            <ac:spMk id="2" creationId="{E9EAFF61-06EE-4B12-A412-519C49EE45A2}"/>
          </ac:spMkLst>
        </pc:spChg>
        <pc:spChg chg="del mod">
          <ac:chgData name="LEUNG Nicole" userId="8ed04819-1a1c-42ab-ae09-44d42575f3a6" providerId="ADAL" clId="{3E657728-002F-4D06-8545-52875357E7CC}" dt="2023-03-20T03:56:30.642" v="4529" actId="478"/>
          <ac:spMkLst>
            <pc:docMk/>
            <pc:sldMk cId="636905792" sldId="311"/>
            <ac:spMk id="3" creationId="{F3979F60-A98C-401D-B982-7543FD26EA18}"/>
          </ac:spMkLst>
        </pc:spChg>
        <pc:picChg chg="add del mod">
          <ac:chgData name="LEUNG Nicole" userId="8ed04819-1a1c-42ab-ae09-44d42575f3a6" providerId="ADAL" clId="{3E657728-002F-4D06-8545-52875357E7CC}" dt="2023-03-20T03:57:19.436" v="4536" actId="21"/>
          <ac:picMkLst>
            <pc:docMk/>
            <pc:sldMk cId="636905792" sldId="311"/>
            <ac:picMk id="4" creationId="{2F192019-82B8-4E7C-BCEF-B2E7FCC68C6A}"/>
          </ac:picMkLst>
        </pc:picChg>
        <pc:picChg chg="add del mod">
          <ac:chgData name="LEUNG Nicole" userId="8ed04819-1a1c-42ab-ae09-44d42575f3a6" providerId="ADAL" clId="{3E657728-002F-4D06-8545-52875357E7CC}" dt="2023-03-20T03:56:41.286" v="4531" actId="478"/>
          <ac:picMkLst>
            <pc:docMk/>
            <pc:sldMk cId="636905792" sldId="311"/>
            <ac:picMk id="5" creationId="{5679FB24-5109-4227-AEFE-66890AD2AD27}"/>
          </ac:picMkLst>
        </pc:picChg>
        <pc:picChg chg="add del mod">
          <ac:chgData name="LEUNG Nicole" userId="8ed04819-1a1c-42ab-ae09-44d42575f3a6" providerId="ADAL" clId="{3E657728-002F-4D06-8545-52875357E7CC}" dt="2023-03-20T03:57:04.436" v="4534" actId="478"/>
          <ac:picMkLst>
            <pc:docMk/>
            <pc:sldMk cId="636905792" sldId="311"/>
            <ac:picMk id="6" creationId="{106EFA95-1331-4747-A1FF-DED3C241B12C}"/>
          </ac:picMkLst>
        </pc:picChg>
      </pc:sldChg>
      <pc:sldChg chg="addSp modSp new mod">
        <pc:chgData name="LEUNG Nicole" userId="8ed04819-1a1c-42ab-ae09-44d42575f3a6" providerId="ADAL" clId="{3E657728-002F-4D06-8545-52875357E7CC}" dt="2023-03-20T09:13:07.936" v="5659" actId="20577"/>
        <pc:sldMkLst>
          <pc:docMk/>
          <pc:sldMk cId="3937487968" sldId="311"/>
        </pc:sldMkLst>
        <pc:spChg chg="mod">
          <ac:chgData name="LEUNG Nicole" userId="8ed04819-1a1c-42ab-ae09-44d42575f3a6" providerId="ADAL" clId="{3E657728-002F-4D06-8545-52875357E7CC}" dt="2023-03-20T08:52:00.422" v="5181" actId="1076"/>
          <ac:spMkLst>
            <pc:docMk/>
            <pc:sldMk cId="3937487968" sldId="311"/>
            <ac:spMk id="2" creationId="{002C7281-0215-469F-BF2C-496CE15C0471}"/>
          </ac:spMkLst>
        </pc:spChg>
        <pc:spChg chg="mod">
          <ac:chgData name="LEUNG Nicole" userId="8ed04819-1a1c-42ab-ae09-44d42575f3a6" providerId="ADAL" clId="{3E657728-002F-4D06-8545-52875357E7CC}" dt="2023-03-20T09:13:07.936" v="5659" actId="20577"/>
          <ac:spMkLst>
            <pc:docMk/>
            <pc:sldMk cId="3937487968" sldId="311"/>
            <ac:spMk id="3" creationId="{1DC33D17-7259-4D64-AF40-41E27B5308F1}"/>
          </ac:spMkLst>
        </pc:spChg>
        <pc:picChg chg="add mod">
          <ac:chgData name="LEUNG Nicole" userId="8ed04819-1a1c-42ab-ae09-44d42575f3a6" providerId="ADAL" clId="{3E657728-002F-4D06-8545-52875357E7CC}" dt="2023-03-20T08:03:14.704" v="4819" actId="1076"/>
          <ac:picMkLst>
            <pc:docMk/>
            <pc:sldMk cId="3937487968" sldId="311"/>
            <ac:picMk id="5" creationId="{42EFECE5-BD27-4DFD-BE98-20968D435461}"/>
          </ac:picMkLst>
        </pc:picChg>
        <pc:picChg chg="add mod">
          <ac:chgData name="LEUNG Nicole" userId="8ed04819-1a1c-42ab-ae09-44d42575f3a6" providerId="ADAL" clId="{3E657728-002F-4D06-8545-52875357E7CC}" dt="2023-03-20T08:04:15.347" v="4821" actId="1076"/>
          <ac:picMkLst>
            <pc:docMk/>
            <pc:sldMk cId="3937487968" sldId="311"/>
            <ac:picMk id="7" creationId="{78138CE3-19CB-4631-BB16-9752C7EAE6E2}"/>
          </ac:picMkLst>
        </pc:picChg>
      </pc:sldChg>
      <pc:sldChg chg="addSp delSp modSp new mod">
        <pc:chgData name="LEUNG Nicole" userId="8ed04819-1a1c-42ab-ae09-44d42575f3a6" providerId="ADAL" clId="{3E657728-002F-4D06-8545-52875357E7CC}" dt="2023-03-20T09:10:43.491" v="5634" actId="21"/>
        <pc:sldMkLst>
          <pc:docMk/>
          <pc:sldMk cId="1724579227" sldId="312"/>
        </pc:sldMkLst>
        <pc:spChg chg="mod">
          <ac:chgData name="LEUNG Nicole" userId="8ed04819-1a1c-42ab-ae09-44d42575f3a6" providerId="ADAL" clId="{3E657728-002F-4D06-8545-52875357E7CC}" dt="2023-03-20T09:09:30.679" v="5599" actId="14100"/>
          <ac:spMkLst>
            <pc:docMk/>
            <pc:sldMk cId="1724579227" sldId="312"/>
            <ac:spMk id="2" creationId="{C01FC5AF-4BF8-4B56-A851-9C99AC4D630B}"/>
          </ac:spMkLst>
        </pc:spChg>
        <pc:spChg chg="mod">
          <ac:chgData name="LEUNG Nicole" userId="8ed04819-1a1c-42ab-ae09-44d42575f3a6" providerId="ADAL" clId="{3E657728-002F-4D06-8545-52875357E7CC}" dt="2023-03-20T09:10:03.280" v="5630" actId="20577"/>
          <ac:spMkLst>
            <pc:docMk/>
            <pc:sldMk cId="1724579227" sldId="312"/>
            <ac:spMk id="3" creationId="{AA078DC1-573A-42FE-AE15-89228F0CF84A}"/>
          </ac:spMkLst>
        </pc:spChg>
        <pc:picChg chg="add mod">
          <ac:chgData name="LEUNG Nicole" userId="8ed04819-1a1c-42ab-ae09-44d42575f3a6" providerId="ADAL" clId="{3E657728-002F-4D06-8545-52875357E7CC}" dt="2023-03-20T09:08:19.639" v="5596" actId="1076"/>
          <ac:picMkLst>
            <pc:docMk/>
            <pc:sldMk cId="1724579227" sldId="312"/>
            <ac:picMk id="5" creationId="{52509BCC-F558-4469-A901-56EB010F716C}"/>
          </ac:picMkLst>
        </pc:picChg>
        <pc:picChg chg="add mod">
          <ac:chgData name="LEUNG Nicole" userId="8ed04819-1a1c-42ab-ae09-44d42575f3a6" providerId="ADAL" clId="{3E657728-002F-4D06-8545-52875357E7CC}" dt="2023-03-20T09:08:26.630" v="5598" actId="1076"/>
          <ac:picMkLst>
            <pc:docMk/>
            <pc:sldMk cId="1724579227" sldId="312"/>
            <ac:picMk id="7" creationId="{1C18B887-2293-41A7-8E7F-E7D25F1DE81E}"/>
          </ac:picMkLst>
        </pc:picChg>
        <pc:picChg chg="add del mod">
          <ac:chgData name="LEUNG Nicole" userId="8ed04819-1a1c-42ab-ae09-44d42575f3a6" providerId="ADAL" clId="{3E657728-002F-4D06-8545-52875357E7CC}" dt="2023-03-20T09:10:43.491" v="5634" actId="21"/>
          <ac:picMkLst>
            <pc:docMk/>
            <pc:sldMk cId="1724579227" sldId="312"/>
            <ac:picMk id="8" creationId="{F8718BA6-7A2B-475A-9CB5-04E7BCBF5768}"/>
          </ac:picMkLst>
        </pc:picChg>
      </pc:sldChg>
      <pc:sldChg chg="addSp delSp modSp new mod">
        <pc:chgData name="LEUNG Nicole" userId="8ed04819-1a1c-42ab-ae09-44d42575f3a6" providerId="ADAL" clId="{3E657728-002F-4D06-8545-52875357E7CC}" dt="2023-03-20T09:11:29.729" v="5647" actId="1076"/>
        <pc:sldMkLst>
          <pc:docMk/>
          <pc:sldMk cId="379772369" sldId="313"/>
        </pc:sldMkLst>
        <pc:spChg chg="del mod">
          <ac:chgData name="LEUNG Nicole" userId="8ed04819-1a1c-42ab-ae09-44d42575f3a6" providerId="ADAL" clId="{3E657728-002F-4D06-8545-52875357E7CC}" dt="2023-03-20T09:10:53.288" v="5640" actId="478"/>
          <ac:spMkLst>
            <pc:docMk/>
            <pc:sldMk cId="379772369" sldId="313"/>
            <ac:spMk id="3" creationId="{49322366-9D8E-4C10-B2B3-FDADE0F4BEE9}"/>
          </ac:spMkLst>
        </pc:spChg>
        <pc:picChg chg="add mod">
          <ac:chgData name="LEUNG Nicole" userId="8ed04819-1a1c-42ab-ae09-44d42575f3a6" providerId="ADAL" clId="{3E657728-002F-4D06-8545-52875357E7CC}" dt="2023-03-20T09:11:29.729" v="5647" actId="1076"/>
          <ac:picMkLst>
            <pc:docMk/>
            <pc:sldMk cId="379772369" sldId="313"/>
            <ac:picMk id="4" creationId="{D4011FBD-D676-441B-9F66-BCAEDAD314EE}"/>
          </ac:picMkLst>
        </pc:picChg>
      </pc:sldChg>
      <pc:sldChg chg="new">
        <pc:chgData name="LEUNG Nicole" userId="8ed04819-1a1c-42ab-ae09-44d42575f3a6" providerId="ADAL" clId="{3E657728-002F-4D06-8545-52875357E7CC}" dt="2023-03-22T02:31:48.865" v="5895" actId="680"/>
        <pc:sldMkLst>
          <pc:docMk/>
          <pc:sldMk cId="532481227" sldId="314"/>
        </pc:sldMkLst>
      </pc:sldChg>
      <pc:sldChg chg="addSp modSp add mod">
        <pc:chgData name="LEUNG Nicole" userId="8ed04819-1a1c-42ab-ae09-44d42575f3a6" providerId="ADAL" clId="{3E657728-002F-4D06-8545-52875357E7CC}" dt="2023-03-22T02:44:08.817" v="6193" actId="1076"/>
        <pc:sldMkLst>
          <pc:docMk/>
          <pc:sldMk cId="3390811765" sldId="315"/>
        </pc:sldMkLst>
        <pc:spChg chg="mod">
          <ac:chgData name="LEUNG Nicole" userId="8ed04819-1a1c-42ab-ae09-44d42575f3a6" providerId="ADAL" clId="{3E657728-002F-4D06-8545-52875357E7CC}" dt="2023-03-22T02:44:05.420" v="6192" actId="27636"/>
          <ac:spMkLst>
            <pc:docMk/>
            <pc:sldMk cId="3390811765" sldId="315"/>
            <ac:spMk id="3" creationId="{38279423-2A7B-42E7-9AAD-819A01DEF59F}"/>
          </ac:spMkLst>
        </pc:spChg>
        <pc:spChg chg="add mod">
          <ac:chgData name="LEUNG Nicole" userId="8ed04819-1a1c-42ab-ae09-44d42575f3a6" providerId="ADAL" clId="{3E657728-002F-4D06-8545-52875357E7CC}" dt="2023-03-22T02:44:08.817" v="6193" actId="1076"/>
          <ac:spMkLst>
            <pc:docMk/>
            <pc:sldMk cId="3390811765" sldId="315"/>
            <ac:spMk id="4" creationId="{5CB53DCA-AE4C-48A3-84D0-9B67B5AABD45}"/>
          </ac:spMkLst>
        </pc:spChg>
      </pc:sldChg>
      <pc:sldChg chg="delSp modSp new mod">
        <pc:chgData name="LEUNG Nicole" userId="8ed04819-1a1c-42ab-ae09-44d42575f3a6" providerId="ADAL" clId="{3E657728-002F-4D06-8545-52875357E7CC}" dt="2023-03-22T02:43:58.799" v="6190" actId="255"/>
        <pc:sldMkLst>
          <pc:docMk/>
          <pc:sldMk cId="3217505827" sldId="316"/>
        </pc:sldMkLst>
        <pc:spChg chg="del">
          <ac:chgData name="LEUNG Nicole" userId="8ed04819-1a1c-42ab-ae09-44d42575f3a6" providerId="ADAL" clId="{3E657728-002F-4D06-8545-52875357E7CC}" dt="2023-03-22T02:43:48.001" v="6187" actId="478"/>
          <ac:spMkLst>
            <pc:docMk/>
            <pc:sldMk cId="3217505827" sldId="316"/>
            <ac:spMk id="2" creationId="{8578512C-9C88-48D9-AE01-50B5B37B3871}"/>
          </ac:spMkLst>
        </pc:spChg>
        <pc:spChg chg="mod">
          <ac:chgData name="LEUNG Nicole" userId="8ed04819-1a1c-42ab-ae09-44d42575f3a6" providerId="ADAL" clId="{3E657728-002F-4D06-8545-52875357E7CC}" dt="2023-03-22T02:43:58.799" v="6190" actId="255"/>
          <ac:spMkLst>
            <pc:docMk/>
            <pc:sldMk cId="3217505827" sldId="316"/>
            <ac:spMk id="3" creationId="{16DF9936-5C66-4D34-A98D-6A0722AE50E0}"/>
          </ac:spMkLst>
        </pc:spChg>
      </pc:sldChg>
      <pc:sldMasterChg chg="del delSldLayout">
        <pc:chgData name="LEUNG Nicole" userId="8ed04819-1a1c-42ab-ae09-44d42575f3a6" providerId="ADAL" clId="{3E657728-002F-4D06-8545-52875357E7CC}" dt="2023-03-09T05:03:30.576" v="0" actId="26606"/>
        <pc:sldMasterMkLst>
          <pc:docMk/>
          <pc:sldMasterMk cId="3191684431" sldId="2147483648"/>
        </pc:sldMasterMkLst>
        <pc:sldLayoutChg chg="del">
          <pc:chgData name="LEUNG Nicole" userId="8ed04819-1a1c-42ab-ae09-44d42575f3a6" providerId="ADAL" clId="{3E657728-002F-4D06-8545-52875357E7CC}" dt="2023-03-09T05:03:30.576" v="0" actId="26606"/>
          <pc:sldLayoutMkLst>
            <pc:docMk/>
            <pc:sldMasterMk cId="3191684431" sldId="2147483648"/>
            <pc:sldLayoutMk cId="591099510" sldId="2147483649"/>
          </pc:sldLayoutMkLst>
        </pc:sldLayoutChg>
        <pc:sldLayoutChg chg="del">
          <pc:chgData name="LEUNG Nicole" userId="8ed04819-1a1c-42ab-ae09-44d42575f3a6" providerId="ADAL" clId="{3E657728-002F-4D06-8545-52875357E7CC}" dt="2023-03-09T05:03:30.576" v="0" actId="26606"/>
          <pc:sldLayoutMkLst>
            <pc:docMk/>
            <pc:sldMasterMk cId="3191684431" sldId="2147483648"/>
            <pc:sldLayoutMk cId="3956437500" sldId="2147483650"/>
          </pc:sldLayoutMkLst>
        </pc:sldLayoutChg>
        <pc:sldLayoutChg chg="del">
          <pc:chgData name="LEUNG Nicole" userId="8ed04819-1a1c-42ab-ae09-44d42575f3a6" providerId="ADAL" clId="{3E657728-002F-4D06-8545-52875357E7CC}" dt="2023-03-09T05:03:30.576" v="0" actId="26606"/>
          <pc:sldLayoutMkLst>
            <pc:docMk/>
            <pc:sldMasterMk cId="3191684431" sldId="2147483648"/>
            <pc:sldLayoutMk cId="1652150165" sldId="2147483651"/>
          </pc:sldLayoutMkLst>
        </pc:sldLayoutChg>
        <pc:sldLayoutChg chg="del">
          <pc:chgData name="LEUNG Nicole" userId="8ed04819-1a1c-42ab-ae09-44d42575f3a6" providerId="ADAL" clId="{3E657728-002F-4D06-8545-52875357E7CC}" dt="2023-03-09T05:03:30.576" v="0" actId="26606"/>
          <pc:sldLayoutMkLst>
            <pc:docMk/>
            <pc:sldMasterMk cId="3191684431" sldId="2147483648"/>
            <pc:sldLayoutMk cId="4305285" sldId="2147483652"/>
          </pc:sldLayoutMkLst>
        </pc:sldLayoutChg>
        <pc:sldLayoutChg chg="del">
          <pc:chgData name="LEUNG Nicole" userId="8ed04819-1a1c-42ab-ae09-44d42575f3a6" providerId="ADAL" clId="{3E657728-002F-4D06-8545-52875357E7CC}" dt="2023-03-09T05:03:30.576" v="0" actId="26606"/>
          <pc:sldLayoutMkLst>
            <pc:docMk/>
            <pc:sldMasterMk cId="3191684431" sldId="2147483648"/>
            <pc:sldLayoutMk cId="2823197397" sldId="2147483653"/>
          </pc:sldLayoutMkLst>
        </pc:sldLayoutChg>
        <pc:sldLayoutChg chg="del">
          <pc:chgData name="LEUNG Nicole" userId="8ed04819-1a1c-42ab-ae09-44d42575f3a6" providerId="ADAL" clId="{3E657728-002F-4D06-8545-52875357E7CC}" dt="2023-03-09T05:03:30.576" v="0" actId="26606"/>
          <pc:sldLayoutMkLst>
            <pc:docMk/>
            <pc:sldMasterMk cId="3191684431" sldId="2147483648"/>
            <pc:sldLayoutMk cId="2726787920" sldId="2147483654"/>
          </pc:sldLayoutMkLst>
        </pc:sldLayoutChg>
        <pc:sldLayoutChg chg="del">
          <pc:chgData name="LEUNG Nicole" userId="8ed04819-1a1c-42ab-ae09-44d42575f3a6" providerId="ADAL" clId="{3E657728-002F-4D06-8545-52875357E7CC}" dt="2023-03-09T05:03:30.576" v="0" actId="26606"/>
          <pc:sldLayoutMkLst>
            <pc:docMk/>
            <pc:sldMasterMk cId="3191684431" sldId="2147483648"/>
            <pc:sldLayoutMk cId="1035967651" sldId="2147483655"/>
          </pc:sldLayoutMkLst>
        </pc:sldLayoutChg>
        <pc:sldLayoutChg chg="del">
          <pc:chgData name="LEUNG Nicole" userId="8ed04819-1a1c-42ab-ae09-44d42575f3a6" providerId="ADAL" clId="{3E657728-002F-4D06-8545-52875357E7CC}" dt="2023-03-09T05:03:30.576" v="0" actId="26606"/>
          <pc:sldLayoutMkLst>
            <pc:docMk/>
            <pc:sldMasterMk cId="3191684431" sldId="2147483648"/>
            <pc:sldLayoutMk cId="372297587" sldId="2147483656"/>
          </pc:sldLayoutMkLst>
        </pc:sldLayoutChg>
        <pc:sldLayoutChg chg="del">
          <pc:chgData name="LEUNG Nicole" userId="8ed04819-1a1c-42ab-ae09-44d42575f3a6" providerId="ADAL" clId="{3E657728-002F-4D06-8545-52875357E7CC}" dt="2023-03-09T05:03:30.576" v="0" actId="26606"/>
          <pc:sldLayoutMkLst>
            <pc:docMk/>
            <pc:sldMasterMk cId="3191684431" sldId="2147483648"/>
            <pc:sldLayoutMk cId="959629284" sldId="2147483657"/>
          </pc:sldLayoutMkLst>
        </pc:sldLayoutChg>
        <pc:sldLayoutChg chg="del">
          <pc:chgData name="LEUNG Nicole" userId="8ed04819-1a1c-42ab-ae09-44d42575f3a6" providerId="ADAL" clId="{3E657728-002F-4D06-8545-52875357E7CC}" dt="2023-03-09T05:03:30.576" v="0" actId="26606"/>
          <pc:sldLayoutMkLst>
            <pc:docMk/>
            <pc:sldMasterMk cId="3191684431" sldId="2147483648"/>
            <pc:sldLayoutMk cId="3559962862" sldId="2147483658"/>
          </pc:sldLayoutMkLst>
        </pc:sldLayoutChg>
        <pc:sldLayoutChg chg="del">
          <pc:chgData name="LEUNG Nicole" userId="8ed04819-1a1c-42ab-ae09-44d42575f3a6" providerId="ADAL" clId="{3E657728-002F-4D06-8545-52875357E7CC}" dt="2023-03-09T05:03:30.576" v="0" actId="26606"/>
          <pc:sldLayoutMkLst>
            <pc:docMk/>
            <pc:sldMasterMk cId="3191684431" sldId="2147483648"/>
            <pc:sldLayoutMk cId="1427659397" sldId="2147483659"/>
          </pc:sldLayoutMkLst>
        </pc:sldLayoutChg>
      </pc:sldMasterChg>
      <pc:sldMasterChg chg="add addSldLayout">
        <pc:chgData name="LEUNG Nicole" userId="8ed04819-1a1c-42ab-ae09-44d42575f3a6" providerId="ADAL" clId="{3E657728-002F-4D06-8545-52875357E7CC}" dt="2023-03-09T05:03:30.576" v="0" actId="26606"/>
        <pc:sldMasterMkLst>
          <pc:docMk/>
          <pc:sldMasterMk cId="3017669068" sldId="2147483699"/>
        </pc:sldMasterMkLst>
        <pc:sldLayoutChg chg="add">
          <pc:chgData name="LEUNG Nicole" userId="8ed04819-1a1c-42ab-ae09-44d42575f3a6" providerId="ADAL" clId="{3E657728-002F-4D06-8545-52875357E7CC}" dt="2023-03-09T05:03:30.576" v="0" actId="26606"/>
          <pc:sldLayoutMkLst>
            <pc:docMk/>
            <pc:sldMasterMk cId="3017669068" sldId="2147483699"/>
            <pc:sldLayoutMk cId="2455387262" sldId="2147483688"/>
          </pc:sldLayoutMkLst>
        </pc:sldLayoutChg>
        <pc:sldLayoutChg chg="add">
          <pc:chgData name="LEUNG Nicole" userId="8ed04819-1a1c-42ab-ae09-44d42575f3a6" providerId="ADAL" clId="{3E657728-002F-4D06-8545-52875357E7CC}" dt="2023-03-09T05:03:30.576" v="0" actId="26606"/>
          <pc:sldLayoutMkLst>
            <pc:docMk/>
            <pc:sldMasterMk cId="3017669068" sldId="2147483699"/>
            <pc:sldLayoutMk cId="2191325975" sldId="2147483689"/>
          </pc:sldLayoutMkLst>
        </pc:sldLayoutChg>
        <pc:sldLayoutChg chg="add">
          <pc:chgData name="LEUNG Nicole" userId="8ed04819-1a1c-42ab-ae09-44d42575f3a6" providerId="ADAL" clId="{3E657728-002F-4D06-8545-52875357E7CC}" dt="2023-03-09T05:03:30.576" v="0" actId="26606"/>
          <pc:sldLayoutMkLst>
            <pc:docMk/>
            <pc:sldMasterMk cId="3017669068" sldId="2147483699"/>
            <pc:sldLayoutMk cId="4164573306" sldId="2147483690"/>
          </pc:sldLayoutMkLst>
        </pc:sldLayoutChg>
        <pc:sldLayoutChg chg="add">
          <pc:chgData name="LEUNG Nicole" userId="8ed04819-1a1c-42ab-ae09-44d42575f3a6" providerId="ADAL" clId="{3E657728-002F-4D06-8545-52875357E7CC}" dt="2023-03-09T05:03:30.576" v="0" actId="26606"/>
          <pc:sldLayoutMkLst>
            <pc:docMk/>
            <pc:sldMasterMk cId="3017669068" sldId="2147483699"/>
            <pc:sldLayoutMk cId="820938698" sldId="2147483691"/>
          </pc:sldLayoutMkLst>
        </pc:sldLayoutChg>
        <pc:sldLayoutChg chg="add">
          <pc:chgData name="LEUNG Nicole" userId="8ed04819-1a1c-42ab-ae09-44d42575f3a6" providerId="ADAL" clId="{3E657728-002F-4D06-8545-52875357E7CC}" dt="2023-03-09T05:03:30.576" v="0" actId="26606"/>
          <pc:sldLayoutMkLst>
            <pc:docMk/>
            <pc:sldMasterMk cId="3017669068" sldId="2147483699"/>
            <pc:sldLayoutMk cId="329938245" sldId="2147483692"/>
          </pc:sldLayoutMkLst>
        </pc:sldLayoutChg>
        <pc:sldLayoutChg chg="add">
          <pc:chgData name="LEUNG Nicole" userId="8ed04819-1a1c-42ab-ae09-44d42575f3a6" providerId="ADAL" clId="{3E657728-002F-4D06-8545-52875357E7CC}" dt="2023-03-09T05:03:30.576" v="0" actId="26606"/>
          <pc:sldLayoutMkLst>
            <pc:docMk/>
            <pc:sldMasterMk cId="3017669068" sldId="2147483699"/>
            <pc:sldLayoutMk cId="1350634826" sldId="2147483693"/>
          </pc:sldLayoutMkLst>
        </pc:sldLayoutChg>
        <pc:sldLayoutChg chg="add">
          <pc:chgData name="LEUNG Nicole" userId="8ed04819-1a1c-42ab-ae09-44d42575f3a6" providerId="ADAL" clId="{3E657728-002F-4D06-8545-52875357E7CC}" dt="2023-03-09T05:03:30.576" v="0" actId="26606"/>
          <pc:sldLayoutMkLst>
            <pc:docMk/>
            <pc:sldMasterMk cId="3017669068" sldId="2147483699"/>
            <pc:sldLayoutMk cId="4148649859" sldId="2147483694"/>
          </pc:sldLayoutMkLst>
        </pc:sldLayoutChg>
        <pc:sldLayoutChg chg="add">
          <pc:chgData name="LEUNG Nicole" userId="8ed04819-1a1c-42ab-ae09-44d42575f3a6" providerId="ADAL" clId="{3E657728-002F-4D06-8545-52875357E7CC}" dt="2023-03-09T05:03:30.576" v="0" actId="26606"/>
          <pc:sldLayoutMkLst>
            <pc:docMk/>
            <pc:sldMasterMk cId="3017669068" sldId="2147483699"/>
            <pc:sldLayoutMk cId="4034632577" sldId="2147483695"/>
          </pc:sldLayoutMkLst>
        </pc:sldLayoutChg>
        <pc:sldLayoutChg chg="add">
          <pc:chgData name="LEUNG Nicole" userId="8ed04819-1a1c-42ab-ae09-44d42575f3a6" providerId="ADAL" clId="{3E657728-002F-4D06-8545-52875357E7CC}" dt="2023-03-09T05:03:30.576" v="0" actId="26606"/>
          <pc:sldLayoutMkLst>
            <pc:docMk/>
            <pc:sldMasterMk cId="3017669068" sldId="2147483699"/>
            <pc:sldLayoutMk cId="13626305" sldId="2147483696"/>
          </pc:sldLayoutMkLst>
        </pc:sldLayoutChg>
        <pc:sldLayoutChg chg="add">
          <pc:chgData name="LEUNG Nicole" userId="8ed04819-1a1c-42ab-ae09-44d42575f3a6" providerId="ADAL" clId="{3E657728-002F-4D06-8545-52875357E7CC}" dt="2023-03-09T05:03:30.576" v="0" actId="26606"/>
          <pc:sldLayoutMkLst>
            <pc:docMk/>
            <pc:sldMasterMk cId="3017669068" sldId="2147483699"/>
            <pc:sldLayoutMk cId="3800137861" sldId="2147483697"/>
          </pc:sldLayoutMkLst>
        </pc:sldLayoutChg>
        <pc:sldLayoutChg chg="add">
          <pc:chgData name="LEUNG Nicole" userId="8ed04819-1a1c-42ab-ae09-44d42575f3a6" providerId="ADAL" clId="{3E657728-002F-4D06-8545-52875357E7CC}" dt="2023-03-09T05:03:30.576" v="0" actId="26606"/>
          <pc:sldLayoutMkLst>
            <pc:docMk/>
            <pc:sldMasterMk cId="3017669068" sldId="2147483699"/>
            <pc:sldLayoutMk cId="1881450983" sldId="2147483698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4B7CE-874A-4D4F-8313-E0181FBCD3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4CFF90-B0F7-4592-ADC4-CF040F5E3B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F36BC5-2905-4AC5-A421-AED220D9CB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27/03/2023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7C0845-91EA-4EC4-9A47-10745A99CC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455701-E625-4782-B7EC-781C0F220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6484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8E5C53-7ED7-4858-AF07-1C4951C005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230775-3274-431B-9FC3-F2FF34842C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932EA9-84F3-417E-8945-78E8D918A1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27/03/2023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84B4BD-B43D-468D-9639-0B9E3AEEF6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B31F78-2E7E-4E2F-AAF5-0DC7EC8C7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351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02906-6A13-4095-A62E-9DB6E5BECA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CA71C7-ADA5-46FD-ACF4-E51BD9922B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75DBCC-B3F2-43C7-A4D0-1239A2D01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27/03/2023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A40307-AE11-42A8-95A0-D1E9E24495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5ED250-A4BA-478D-A4B9-DFB697CFA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3752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265216-E78C-4DF3-BC89-710FA963E9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73799E-DACF-4872-A040-4EA1A4F110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E4EF4E-85BB-4F2C-A393-690623F20D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423815-1DE2-4C16-B6F0-46116771FE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27/03/2023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366ADA-98EB-47F4-9D95-ABDFF0031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78E8AD-B223-485E-8E38-1606261AD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9620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B5FEE4-EBE6-4946-89B8-1ED8DF2D01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092BE5-4955-45AE-997F-BB3EDBA490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74BB60-D265-4C3B-957E-FA53469173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8F3867-31E1-4E97-8FF0-29CC35281A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F6A4970-5752-4F3A-8C94-20BC070AA9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817F66A-4E14-4D8C-8064-E40C3BED07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27/03/2023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8727171-534F-4B59-AFFA-BDA8D1641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EBFEFE2-C3A8-4DDE-A32F-75C1012C7E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2237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0AF72E-2F79-4C89-8144-B7BCDE529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D306C1-2014-48A0-80CE-D2E5094BE7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27/03/2023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E697E9-133F-4F17-8E5D-B9E41D989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CBC448-D839-4278-A492-AB2FFFB59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550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099E7C4-1BC4-4A2A-AC54-AB4A51D11A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27/03/2023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0E12153-543D-486A-A090-5CD01F12F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A9CA95-AA66-4156-BAE6-0F42AD89FC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0154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978BC9-6C00-4F71-8A19-80642CABEB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5FAC64-CE8B-4272-9136-2E2FE70E8F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5643C1-BC02-42F0-B3B6-21E87549D8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B5C08C-3979-4410-BB4A-C97D0BF8CD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27/03/2023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9580AA-20B5-4B7C-84E0-82043209E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C4B448-C274-4026-B52D-31361FFD5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8650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C965B5-1E12-4D9D-BDB3-2E46C4D72D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13244E-B0C1-4B0D-99ED-CA49584064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E35107-9928-4103-96AA-FFFDDB6A04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15C58D-D8AB-4F31-81DF-E0D8198C7A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27/03/2023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923494-C365-4A1B-BBDC-447C2C11B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1CF7D3-8D8D-4258-8A52-23E8DF54D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4525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5DC97-5859-4455-9EA0-6C2FBB31D7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EA41BA-E37D-44D8-B774-73EC80C608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D10DE-34F8-4361-A7A7-B41003D04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27/03/2023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7A348E-49AF-49FB-9658-1C7852F86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C254E8-4821-41C5-842D-466ECEE7A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0113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2962035-3701-4F37-8683-0BF582C3C8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0126C2-3F4F-49CA-A017-D731695812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6E1903-4240-424B-B3E1-B84CFB3F30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27/03/2023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B9BC38-F2D8-4C46-BB72-2BB2F5F46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7ABCC2-E22D-43C3-8587-C31120D31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79837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71D5B4-4C22-4F33-AA5E-F2E6AFEC00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216BED-762D-4012-B512-ECA83FDD48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DFBCAE-58DD-463A-92F1-A0A8CC0324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AC24A9-CCB6-4F8D-B8DB-C2F3692CFA5A}" type="datetimeFigureOut">
              <a:rPr lang="en-US" smtClean="0"/>
              <a:t>27/03/2023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96F2F3-C3EC-4C92-870E-8D97E6A104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F3D83C-E559-4157-A22C-2CF876FBEB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87612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8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8">
            <a:extLst>
              <a:ext uri="{FF2B5EF4-FFF2-40B4-BE49-F238E27FC236}">
                <a16:creationId xmlns:a16="http://schemas.microsoft.com/office/drawing/2014/main" id="{06DA9DF9-31F7-4056-B42E-878CC92417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6DFD87-74D9-478B-B7FE-8FBC975665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3468" y="643467"/>
            <a:ext cx="4620584" cy="4567137"/>
          </a:xfrm>
        </p:spPr>
        <p:txBody>
          <a:bodyPr>
            <a:normAutofit/>
          </a:bodyPr>
          <a:lstStyle/>
          <a:p>
            <a:pPr algn="l"/>
            <a:r>
              <a:rPr lang="en-US" sz="4400"/>
              <a:t>GI (travel) X-Sell EDA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1F69E3-81D8-4114-B10A-B5C6F26C7E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3467" y="5277684"/>
            <a:ext cx="4620584" cy="775494"/>
          </a:xfrm>
        </p:spPr>
        <p:txBody>
          <a:bodyPr>
            <a:normAutofit/>
          </a:bodyPr>
          <a:lstStyle/>
          <a:p>
            <a:pPr algn="l"/>
            <a:endParaRPr lang="en-US"/>
          </a:p>
        </p:txBody>
      </p:sp>
      <p:pic>
        <p:nvPicPr>
          <p:cNvPr id="4" name="Picture 3" descr="An abstract genetic concept">
            <a:extLst>
              <a:ext uri="{FF2B5EF4-FFF2-40B4-BE49-F238E27FC236}">
                <a16:creationId xmlns:a16="http://schemas.microsoft.com/office/drawing/2014/main" id="{FCCA31B0-8BFE-5A57-D056-524DED98BE3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487" r="3567"/>
          <a:stretch/>
        </p:blipFill>
        <p:spPr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40934374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9F7386-BD9B-4362-A574-01F17F0558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92F69C-91B2-4B2C-9304-FBBC9F89F8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4812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735B5-BCAC-421B-83C1-F5009A9D22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discovery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279423-2A7B-42E7-9AAD-819A01DEF5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140440" cy="4776410"/>
          </a:xfrm>
        </p:spPr>
        <p:txBody>
          <a:bodyPr>
            <a:normAutofit/>
          </a:bodyPr>
          <a:lstStyle/>
          <a:p>
            <a:r>
              <a:rPr lang="en-US" sz="2800" dirty="0"/>
              <a:t>AXA Direct has an increasing coverage % during covid, yet HSBC still has the highest number of clients who bought new policies during Covid.</a:t>
            </a:r>
          </a:p>
          <a:p>
            <a:r>
              <a:rPr lang="en-US" altLang="zh-CN" sz="2800" dirty="0"/>
              <a:t>Life Agents has reached the top at 2020, during the covid 19, Life Agents have more impact on customers during covid</a:t>
            </a:r>
          </a:p>
          <a:p>
            <a:r>
              <a:rPr lang="en-US" sz="2800" dirty="0"/>
              <a:t>The travel duration for single trip is </a:t>
            </a:r>
            <a:r>
              <a:rPr lang="en-US" dirty="0"/>
              <a:t>higher </a:t>
            </a:r>
            <a:r>
              <a:rPr lang="en-US" sz="2800" dirty="0"/>
              <a:t>during covid </a:t>
            </a:r>
          </a:p>
          <a:p>
            <a:r>
              <a:rPr lang="en-US" dirty="0"/>
              <a:t>T</a:t>
            </a:r>
            <a:r>
              <a:rPr lang="en-US" b="0" dirty="0">
                <a:effectLst/>
              </a:rPr>
              <a:t>he age</a:t>
            </a:r>
            <a:r>
              <a:rPr lang="en-US" dirty="0"/>
              <a:t> </a:t>
            </a:r>
            <a:r>
              <a:rPr lang="en-US" b="0" dirty="0">
                <a:effectLst/>
              </a:rPr>
              <a:t>group with the most number for each channel for each year </a:t>
            </a:r>
            <a:r>
              <a:rPr lang="en-US" dirty="0"/>
              <a:t>increased during covid, that means the Age of people going to travel increased during Covid.</a:t>
            </a:r>
          </a:p>
          <a:p>
            <a:r>
              <a:rPr lang="en-US" dirty="0"/>
              <a:t>Female always tends to buy travel insurance then Male in any case. Females are always more aware of insurance then Male.</a:t>
            </a:r>
          </a:p>
          <a:p>
            <a:endParaRPr lang="en-US" dirty="0"/>
          </a:p>
          <a:p>
            <a:endParaRPr lang="en-US" sz="2800" dirty="0"/>
          </a:p>
          <a:p>
            <a:endParaRPr lang="en-US" sz="2800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CB53DCA-AE4C-48A3-84D0-9B67B5AABD45}"/>
              </a:ext>
            </a:extLst>
          </p:cNvPr>
          <p:cNvSpPr txBox="1"/>
          <p:nvPr/>
        </p:nvSpPr>
        <p:spPr>
          <a:xfrm>
            <a:off x="9199813" y="188497"/>
            <a:ext cx="2484270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Notes:</a:t>
            </a:r>
          </a:p>
          <a:p>
            <a:r>
              <a:rPr lang="en-US" sz="1200" dirty="0"/>
              <a:t>Time Range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Pre-Covid:    Jan 2017 - Feb 2020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Covid:           Mar 2020 – Jun 2022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Post-Covid    Jun 2022 - Now</a:t>
            </a:r>
          </a:p>
          <a:p>
            <a:r>
              <a:rPr lang="en-US" sz="1200" dirty="0"/>
              <a:t> </a:t>
            </a:r>
          </a:p>
          <a:p>
            <a:r>
              <a:rPr lang="en-US" sz="1200" dirty="0"/>
              <a:t>Channel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Other: Citi and JLT</a:t>
            </a:r>
          </a:p>
        </p:txBody>
      </p:sp>
    </p:spTree>
    <p:extLst>
      <p:ext uri="{BB962C8B-B14F-4D97-AF65-F5344CB8AC3E}">
        <p14:creationId xmlns:p14="http://schemas.microsoft.com/office/powerpoint/2010/main" val="33908117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DF9936-5C66-4D34-A98D-6A0722AE50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97992"/>
            <a:ext cx="11506200" cy="5562727"/>
          </a:xfrm>
        </p:spPr>
        <p:txBody>
          <a:bodyPr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Percentage of customers who buy LH after claimed in travel is significantly higher than not claimed in travel. Except for HSBC, maybe due to lack of agent?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Among those travel customers, 83% haven’t bought any LH products.</a:t>
            </a:r>
          </a:p>
          <a:p>
            <a:r>
              <a:rPr lang="en-US" sz="2400" dirty="0"/>
              <a:t>Generally, more clients are buying L&amp;H through the year according to submit year of LH application, except for 2018 has a slight drop.</a:t>
            </a:r>
          </a:p>
          <a:p>
            <a:r>
              <a:rPr lang="en-US" sz="2400" dirty="0"/>
              <a:t>Since around 2012, the Age group of first-time-buying-LH has most increased in the age group of 17-30, more young people are gaining more awareness on LH insurance products.</a:t>
            </a:r>
          </a:p>
          <a:p>
            <a:r>
              <a:rPr lang="en-US" sz="2400" dirty="0"/>
              <a:t>Most people first buy L&amp;H product at the age 18,22-26,29-30</a:t>
            </a:r>
          </a:p>
          <a:p>
            <a:r>
              <a:rPr lang="en-US" sz="2400" dirty="0"/>
              <a:t>The average annual premium of traditional life(pink) has increased drastically from 2018.</a:t>
            </a:r>
          </a:p>
          <a:p>
            <a:r>
              <a:rPr lang="en-US" sz="2400" dirty="0"/>
              <a:t>Medical(red) increased while critical illness(blue) decreased. Seems more ppl are buying medical instead of CI.</a:t>
            </a:r>
          </a:p>
          <a:p>
            <a:r>
              <a:rPr lang="en-US" sz="2400" dirty="0"/>
              <a:t>The number of policy of medical product is the largest while traditional life is the most profitable product compare both Total .</a:t>
            </a:r>
          </a:p>
          <a:p>
            <a:r>
              <a:rPr lang="en-US" sz="2400" dirty="0"/>
              <a:t>Age group of 51-60 has pay more premium in average in 2020, and return to previous level afterwards.</a:t>
            </a:r>
          </a:p>
        </p:txBody>
      </p:sp>
    </p:spTree>
    <p:extLst>
      <p:ext uri="{BB962C8B-B14F-4D97-AF65-F5344CB8AC3E}">
        <p14:creationId xmlns:p14="http://schemas.microsoft.com/office/powerpoint/2010/main" val="32175058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8ECB1B0-01D9-4425-9D79-48F72EC651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0642" y="529342"/>
            <a:ext cx="8470715" cy="563459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101B121-EACA-42C5-9A60-4D5C1E6BA197}"/>
              </a:ext>
            </a:extLst>
          </p:cNvPr>
          <p:cNvSpPr txBox="1"/>
          <p:nvPr/>
        </p:nvSpPr>
        <p:spPr>
          <a:xfrm>
            <a:off x="228528" y="6163937"/>
            <a:ext cx="1131816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This graph shows new policies sold at that year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GI travel data was extracted at Oct 2022, yet there are some 2023 data as some clients purchase insurance far before travel date.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E3D5021-9FBF-4F93-8FF2-B272560A4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828" y="140851"/>
            <a:ext cx="4607052" cy="1106424"/>
          </a:xfrm>
        </p:spPr>
        <p:txBody>
          <a:bodyPr>
            <a:normAutofit/>
          </a:bodyPr>
          <a:lstStyle/>
          <a:p>
            <a:r>
              <a:rPr lang="en-US" sz="2900"/>
              <a:t>Number of new policies at that year</a:t>
            </a:r>
          </a:p>
        </p:txBody>
      </p:sp>
    </p:spTree>
    <p:extLst>
      <p:ext uri="{BB962C8B-B14F-4D97-AF65-F5344CB8AC3E}">
        <p14:creationId xmlns:p14="http://schemas.microsoft.com/office/powerpoint/2010/main" val="42897465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8DCAC4-C5AD-46C5-88F0-25E057BDAA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9100457" cy="315912"/>
          </a:xfrm>
        </p:spPr>
        <p:txBody>
          <a:bodyPr>
            <a:normAutofit fontScale="90000"/>
          </a:bodyPr>
          <a:lstStyle/>
          <a:p>
            <a:r>
              <a:rPr lang="en-US"/>
              <a:t>Number of </a:t>
            </a:r>
            <a:r>
              <a:rPr lang="en-US" err="1"/>
              <a:t>inforce</a:t>
            </a:r>
            <a:r>
              <a:rPr lang="en-US"/>
              <a:t> policies at that year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540CC1-6529-4F58-83CD-3B4C066F31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861051"/>
            <a:ext cx="10515600" cy="315912"/>
          </a:xfrm>
        </p:spPr>
        <p:txBody>
          <a:bodyPr>
            <a:normAutofit fontScale="62500" lnSpcReduction="20000"/>
          </a:bodyPr>
          <a:lstStyle/>
          <a:p>
            <a:r>
              <a:rPr lang="en-US"/>
              <a:t>There’s  a drop after 2020 and get to the lowest point at 2021.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E714F0D-D291-46FA-9B7F-3533DCC148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3857" y="681037"/>
            <a:ext cx="7565572" cy="5029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48804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24752-D21F-4C37-8C89-5A6D49E7D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4948" y="434340"/>
            <a:ext cx="4607052" cy="1106424"/>
          </a:xfrm>
        </p:spPr>
        <p:txBody>
          <a:bodyPr>
            <a:normAutofit/>
          </a:bodyPr>
          <a:lstStyle/>
          <a:p>
            <a:r>
              <a:rPr lang="en-US" sz="2900"/>
              <a:t>Number of Clients bought new policies at that year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22FC5A-B29F-4C58-940E-4D925D707B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67575" y="1820091"/>
            <a:ext cx="4607052" cy="4780733"/>
          </a:xfrm>
        </p:spPr>
        <p:txBody>
          <a:bodyPr>
            <a:normAutofit/>
          </a:bodyPr>
          <a:lstStyle/>
          <a:p>
            <a:r>
              <a:rPr lang="en-US" sz="1400"/>
              <a:t>There is a huge drop in 2020</a:t>
            </a:r>
          </a:p>
          <a:p>
            <a:endParaRPr lang="en-US" sz="1400"/>
          </a:p>
          <a:p>
            <a:r>
              <a:rPr lang="en-US" sz="1400"/>
              <a:t>AXA Direct has an increasing coverage % during 2021-2022, yet HSBC still has the highest number of clients who bought new policies between 2020-2022.</a:t>
            </a:r>
          </a:p>
          <a:p>
            <a:endParaRPr lang="en-US" sz="14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74EE3E-9A1E-4F94-BBA7-B2FF467774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739" y="257175"/>
            <a:ext cx="6915150" cy="31718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D290223-998F-4D8F-9134-73173E05E5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424" y="3651033"/>
            <a:ext cx="6779895" cy="320696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3273A91-309B-4236-B0B9-6383024BC413}"/>
              </a:ext>
            </a:extLst>
          </p:cNvPr>
          <p:cNvSpPr txBox="1"/>
          <p:nvPr/>
        </p:nvSpPr>
        <p:spPr>
          <a:xfrm>
            <a:off x="10665271" y="115221"/>
            <a:ext cx="14450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highlight>
                  <a:srgbClr val="FFFF00"/>
                </a:highlight>
              </a:rPr>
              <a:t>Kelvin Editing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D96347-781B-4E78-9CB8-564B28E36891}"/>
              </a:ext>
            </a:extLst>
          </p:cNvPr>
          <p:cNvSpPr txBox="1"/>
          <p:nvPr/>
        </p:nvSpPr>
        <p:spPr>
          <a:xfrm>
            <a:off x="6096000" y="257175"/>
            <a:ext cx="47616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highlight>
                  <a:srgbClr val="FFFF00"/>
                </a:highlight>
              </a:rPr>
              <a:t>Change to table show overall unique client count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8EC32FC-078A-48E5-96F1-5E913CA7A096}"/>
              </a:ext>
            </a:extLst>
          </p:cNvPr>
          <p:cNvSpPr txBox="1"/>
          <p:nvPr/>
        </p:nvSpPr>
        <p:spPr>
          <a:xfrm>
            <a:off x="6176597" y="6222693"/>
            <a:ext cx="11144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/>
              <a:t>Notes: </a:t>
            </a:r>
          </a:p>
          <a:p>
            <a:r>
              <a:rPr lang="en-US" sz="800"/>
              <a:t>Channel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/>
              <a:t>Other: Citi and JLT</a:t>
            </a:r>
          </a:p>
        </p:txBody>
      </p:sp>
    </p:spTree>
    <p:extLst>
      <p:ext uri="{BB962C8B-B14F-4D97-AF65-F5344CB8AC3E}">
        <p14:creationId xmlns:p14="http://schemas.microsoft.com/office/powerpoint/2010/main" val="34429028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22FC5A-B29F-4C58-940E-4D925D707B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58049" y="2368296"/>
            <a:ext cx="4105265" cy="3502152"/>
          </a:xfrm>
        </p:spPr>
        <p:txBody>
          <a:bodyPr>
            <a:normAutofit/>
          </a:bodyPr>
          <a:lstStyle/>
          <a:p>
            <a:endParaRPr lang="en-US" sz="180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1444774-6B0E-4908-860A-2618E04FA6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485" y="3429000"/>
            <a:ext cx="6705600" cy="31718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DB5C4C2-E9D6-4638-909D-E3C6421601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6065" y="257175"/>
            <a:ext cx="6915150" cy="3171825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FF0B31A4-D45C-4380-81C8-B123342A71E6}"/>
              </a:ext>
            </a:extLst>
          </p:cNvPr>
          <p:cNvSpPr txBox="1">
            <a:spLocks/>
          </p:cNvSpPr>
          <p:nvPr/>
        </p:nvSpPr>
        <p:spPr>
          <a:xfrm>
            <a:off x="7584948" y="434340"/>
            <a:ext cx="4607052" cy="11064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900"/>
              <a:t>Number of Clients bought new policies at different period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CDAA278-5CBF-4877-807C-C998CF5D670F}"/>
              </a:ext>
            </a:extLst>
          </p:cNvPr>
          <p:cNvSpPr txBox="1"/>
          <p:nvPr/>
        </p:nvSpPr>
        <p:spPr>
          <a:xfrm>
            <a:off x="5972082" y="5780782"/>
            <a:ext cx="1754006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/>
              <a:t>Notes:</a:t>
            </a:r>
          </a:p>
          <a:p>
            <a:r>
              <a:rPr lang="en-US" sz="800"/>
              <a:t>Time Range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/>
              <a:t>Pre-Covid:    Jan 2017 - Feb 2020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/>
              <a:t>Covid:           Mar 2020 – Jun 2022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/>
              <a:t>Post-Covid    Jun 2022 - Now</a:t>
            </a:r>
          </a:p>
          <a:p>
            <a:r>
              <a:rPr lang="en-US" sz="800"/>
              <a:t> </a:t>
            </a:r>
          </a:p>
          <a:p>
            <a:r>
              <a:rPr lang="en-US" sz="800"/>
              <a:t>Channel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/>
              <a:t>Other: Citi and JLT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43880E1-89C4-441D-B393-B5D6DE0B89CD}"/>
              </a:ext>
            </a:extLst>
          </p:cNvPr>
          <p:cNvSpPr txBox="1"/>
          <p:nvPr/>
        </p:nvSpPr>
        <p:spPr>
          <a:xfrm>
            <a:off x="10665271" y="115221"/>
            <a:ext cx="14450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highlight>
                  <a:srgbClr val="FFFF00"/>
                </a:highlight>
              </a:rPr>
              <a:t>Kelvin Editing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C29577F-9EF3-473A-AB68-7EF04F3E99D0}"/>
              </a:ext>
            </a:extLst>
          </p:cNvPr>
          <p:cNvSpPr txBox="1"/>
          <p:nvPr/>
        </p:nvSpPr>
        <p:spPr>
          <a:xfrm>
            <a:off x="6096000" y="257175"/>
            <a:ext cx="47616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highlight>
                  <a:srgbClr val="FFFF00"/>
                </a:highlight>
              </a:rPr>
              <a:t>Change to table show overall unique client count</a:t>
            </a:r>
          </a:p>
        </p:txBody>
      </p:sp>
    </p:spTree>
    <p:extLst>
      <p:ext uri="{BB962C8B-B14F-4D97-AF65-F5344CB8AC3E}">
        <p14:creationId xmlns:p14="http://schemas.microsoft.com/office/powerpoint/2010/main" val="21728047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35ED6F1-0101-4DEC-8E2B-FCF76D6081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627" y="137577"/>
            <a:ext cx="6915150" cy="3171825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982A48B3-7479-4CFD-8C66-62B2CE53B796}"/>
              </a:ext>
            </a:extLst>
          </p:cNvPr>
          <p:cNvSpPr txBox="1">
            <a:spLocks/>
          </p:cNvSpPr>
          <p:nvPr/>
        </p:nvSpPr>
        <p:spPr>
          <a:xfrm>
            <a:off x="7584948" y="434340"/>
            <a:ext cx="4607052" cy="11064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900"/>
              <a:t>Number of new policies bought at that year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5887865-F5E7-4F32-B7B3-7828574BD4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177" y="3686175"/>
            <a:ext cx="6705600" cy="3171825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41E9043-238B-4820-A9B0-7E72A14816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67575" y="1820091"/>
            <a:ext cx="4607052" cy="4780733"/>
          </a:xfrm>
        </p:spPr>
        <p:txBody>
          <a:bodyPr>
            <a:normAutofit/>
          </a:bodyPr>
          <a:lstStyle/>
          <a:p>
            <a:r>
              <a:rPr lang="en-US" sz="1800" dirty="0"/>
              <a:t>There is a huge drop in 2020</a:t>
            </a:r>
          </a:p>
          <a:p>
            <a:endParaRPr lang="en-US" sz="1800" dirty="0"/>
          </a:p>
          <a:p>
            <a:r>
              <a:rPr lang="en-US" sz="1800" dirty="0"/>
              <a:t>AXA Direct has an increasing coverage % during 2021-2022, yet HSBC still has the highest number of clients who bought new policies between 2020-2022.</a:t>
            </a:r>
          </a:p>
          <a:p>
            <a:endParaRPr lang="en-US" sz="14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513EA13-0220-44FD-9967-217A5509F3B7}"/>
              </a:ext>
            </a:extLst>
          </p:cNvPr>
          <p:cNvSpPr txBox="1"/>
          <p:nvPr/>
        </p:nvSpPr>
        <p:spPr>
          <a:xfrm>
            <a:off x="10665271" y="115221"/>
            <a:ext cx="13960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highlight>
                  <a:srgbClr val="FFFF00"/>
                </a:highlight>
              </a:rPr>
              <a:t>Kelvin Edited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956803E-61F3-4C0A-9E7B-C518C9CFD560}"/>
              </a:ext>
            </a:extLst>
          </p:cNvPr>
          <p:cNvSpPr txBox="1"/>
          <p:nvPr/>
        </p:nvSpPr>
        <p:spPr>
          <a:xfrm>
            <a:off x="6176597" y="6222693"/>
            <a:ext cx="11144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/>
              <a:t>Notes: </a:t>
            </a:r>
          </a:p>
          <a:p>
            <a:r>
              <a:rPr lang="en-US" sz="800"/>
              <a:t>Channel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/>
              <a:t>Other: Citi and JLT</a:t>
            </a:r>
          </a:p>
        </p:txBody>
      </p:sp>
    </p:spTree>
    <p:extLst>
      <p:ext uri="{BB962C8B-B14F-4D97-AF65-F5344CB8AC3E}">
        <p14:creationId xmlns:p14="http://schemas.microsoft.com/office/powerpoint/2010/main" val="20776994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8728F3A2-6B75-49D6-BC9B-800F3AE9B5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147566"/>
            <a:ext cx="6705600" cy="31718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D71860E-DDC4-4E21-AFE7-604F1F5C21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5221"/>
            <a:ext cx="6915150" cy="3171825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32E72F45-88B7-48EF-8899-109509120516}"/>
              </a:ext>
            </a:extLst>
          </p:cNvPr>
          <p:cNvSpPr txBox="1">
            <a:spLocks/>
          </p:cNvSpPr>
          <p:nvPr/>
        </p:nvSpPr>
        <p:spPr>
          <a:xfrm>
            <a:off x="7584948" y="434340"/>
            <a:ext cx="4607052" cy="11064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900"/>
              <a:t>Number of new policies bought at that year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0CD18F-204C-4D36-8D38-C5663BAE40B6}"/>
              </a:ext>
            </a:extLst>
          </p:cNvPr>
          <p:cNvSpPr txBox="1"/>
          <p:nvPr/>
        </p:nvSpPr>
        <p:spPr>
          <a:xfrm>
            <a:off x="10665271" y="115221"/>
            <a:ext cx="13960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highlight>
                  <a:srgbClr val="FFFF00"/>
                </a:highlight>
              </a:rPr>
              <a:t>Kelvin Edited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E0B225A2-6DD1-4C47-BD87-0059102335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67575" y="1820091"/>
            <a:ext cx="4607052" cy="4780733"/>
          </a:xfrm>
        </p:spPr>
        <p:txBody>
          <a:bodyPr>
            <a:normAutofit/>
          </a:bodyPr>
          <a:lstStyle/>
          <a:p>
            <a:r>
              <a:rPr lang="en-US" sz="1800" dirty="0"/>
              <a:t>There is a huge drop during Covid</a:t>
            </a:r>
          </a:p>
          <a:p>
            <a:endParaRPr lang="en-US" sz="1800" dirty="0"/>
          </a:p>
          <a:p>
            <a:r>
              <a:rPr lang="en-US" sz="1800" dirty="0"/>
              <a:t>AXA Direct has an increasing coverage % during covid, yet HSBC still has the highest number of clients who bought new policies during Covid.</a:t>
            </a:r>
          </a:p>
          <a:p>
            <a:endParaRPr lang="en-US" sz="140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0001105-1374-432C-8FDD-D954D89771F9}"/>
              </a:ext>
            </a:extLst>
          </p:cNvPr>
          <p:cNvSpPr txBox="1"/>
          <p:nvPr/>
        </p:nvSpPr>
        <p:spPr>
          <a:xfrm>
            <a:off x="7584948" y="3948648"/>
            <a:ext cx="2484270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Notes:</a:t>
            </a:r>
          </a:p>
          <a:p>
            <a:r>
              <a:rPr lang="en-US" sz="1200" dirty="0"/>
              <a:t>Time Range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Pre-Covid:    Jan 2017 - Feb 2020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Covid:           Mar 2020 – Jun 2022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Post-Covid    Jun 2022 - Now</a:t>
            </a:r>
          </a:p>
          <a:p>
            <a:r>
              <a:rPr lang="en-US" sz="1200" dirty="0"/>
              <a:t> </a:t>
            </a:r>
          </a:p>
          <a:p>
            <a:r>
              <a:rPr lang="en-US" sz="1200" dirty="0"/>
              <a:t>Channel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Other: Citi and JLT</a:t>
            </a:r>
          </a:p>
        </p:txBody>
      </p:sp>
    </p:spTree>
    <p:extLst>
      <p:ext uri="{BB962C8B-B14F-4D97-AF65-F5344CB8AC3E}">
        <p14:creationId xmlns:p14="http://schemas.microsoft.com/office/powerpoint/2010/main" val="16011789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22FC5A-B29F-4C58-940E-4D925D707B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56263" y="2368296"/>
            <a:ext cx="4607052" cy="3502152"/>
          </a:xfrm>
        </p:spPr>
        <p:txBody>
          <a:bodyPr>
            <a:normAutofit/>
          </a:bodyPr>
          <a:lstStyle/>
          <a:p>
            <a:r>
              <a:rPr lang="en-US" sz="1800"/>
              <a:t>HSBC has</a:t>
            </a:r>
            <a:r>
              <a:rPr lang="zh-CN" altLang="en-US" sz="1800"/>
              <a:t> </a:t>
            </a:r>
            <a:r>
              <a:rPr lang="en-US" altLang="zh-CN" sz="1800"/>
              <a:t>decreased</a:t>
            </a:r>
            <a:r>
              <a:rPr lang="zh-CN" altLang="en-US" sz="1800"/>
              <a:t> </a:t>
            </a:r>
            <a:r>
              <a:rPr lang="en-US" altLang="zh-CN" sz="1800"/>
              <a:t>it’s market share</a:t>
            </a:r>
          </a:p>
          <a:p>
            <a:r>
              <a:rPr lang="en-US" altLang="zh-CN" sz="1800"/>
              <a:t>Direct sells has increased its market share</a:t>
            </a:r>
          </a:p>
          <a:p>
            <a:r>
              <a:rPr lang="en-US" altLang="zh-CN" sz="1800"/>
              <a:t>Broker’s percentage has</a:t>
            </a:r>
            <a:r>
              <a:rPr lang="zh-CN" altLang="en-US" sz="1800"/>
              <a:t> </a:t>
            </a:r>
            <a:r>
              <a:rPr lang="en-US" altLang="zh-CN" sz="1800"/>
              <a:t>no significant change</a:t>
            </a:r>
          </a:p>
          <a:p>
            <a:r>
              <a:rPr lang="en-US" altLang="zh-CN" sz="1800"/>
              <a:t>Life Agents has reached the top at 2020, during the covid 19</a:t>
            </a:r>
          </a:p>
          <a:p>
            <a:r>
              <a:rPr lang="en-US" altLang="zh-CN" sz="1800"/>
              <a:t>Life Agents have more impact on customers during covid</a:t>
            </a:r>
            <a:endParaRPr lang="en-US" sz="180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3861B73-95BF-4669-8FF5-2BBE57D09D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4482" y="836385"/>
            <a:ext cx="4606925" cy="1106488"/>
          </a:xfrm>
        </p:spPr>
        <p:txBody>
          <a:bodyPr>
            <a:normAutofit/>
          </a:bodyPr>
          <a:lstStyle/>
          <a:p>
            <a:r>
              <a:rPr lang="en-US" sz="2900"/>
              <a:t>New Policies by </a:t>
            </a:r>
            <a:r>
              <a:rPr lang="en-US" sz="2900" dirty="0"/>
              <a:t>channel</a:t>
            </a:r>
            <a:r>
              <a:rPr lang="en-US" sz="2900"/>
              <a:t> per year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EAB1F09-034D-4FBE-B9A1-EEE1406402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" y="113678"/>
            <a:ext cx="6705600" cy="31718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728F3A2-6B75-49D6-BC9B-800F3AE9B5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429000"/>
            <a:ext cx="6705600" cy="3171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33294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8EF97-08A3-4706-9D19-A326A68B29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Product Distribution by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AF05D6-3AE1-4C81-8219-2233A6D151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4172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8EF97-08A3-4706-9D19-A326A68B29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17008"/>
          </a:xfrm>
        </p:spPr>
        <p:txBody>
          <a:bodyPr>
            <a:normAutofit/>
          </a:bodyPr>
          <a:lstStyle/>
          <a:p>
            <a:r>
              <a:rPr lang="en-US" sz="2800"/>
              <a:t>Single Trip Product Distribution by period and channel</a:t>
            </a:r>
          </a:p>
        </p:txBody>
      </p:sp>
      <p:pic>
        <p:nvPicPr>
          <p:cNvPr id="14" name="Content Placeholder 13" descr="Chart, bar chart&#10;&#10;Description automatically generated">
            <a:extLst>
              <a:ext uri="{FF2B5EF4-FFF2-40B4-BE49-F238E27FC236}">
                <a16:creationId xmlns:a16="http://schemas.microsoft.com/office/drawing/2014/main" id="{878E4CC8-620A-497E-B700-881EAFB778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96413"/>
            <a:ext cx="9700591" cy="3023654"/>
          </a:xfrm>
        </p:spPr>
      </p:pic>
      <p:pic>
        <p:nvPicPr>
          <p:cNvPr id="16" name="Picture 15" descr="Chart, bar chart&#10;&#10;Description automatically generated">
            <a:extLst>
              <a:ext uri="{FF2B5EF4-FFF2-40B4-BE49-F238E27FC236}">
                <a16:creationId xmlns:a16="http://schemas.microsoft.com/office/drawing/2014/main" id="{37BE95A8-5A2E-4C43-8B97-4ED1ECAC82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3834345"/>
            <a:ext cx="9700591" cy="302365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AEF8B360-861D-4550-A7B7-8609D5C57817}"/>
              </a:ext>
            </a:extLst>
          </p:cNvPr>
          <p:cNvSpPr txBox="1"/>
          <p:nvPr/>
        </p:nvSpPr>
        <p:spPr>
          <a:xfrm>
            <a:off x="9652458" y="5448839"/>
            <a:ext cx="254749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Notes: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 err="1"/>
              <a:t>SmartTraveller</a:t>
            </a:r>
            <a:r>
              <a:rPr lang="en-US" sz="800" dirty="0"/>
              <a:t> (Annual) should not be included here</a:t>
            </a:r>
          </a:p>
          <a:p>
            <a:endParaRPr lang="en-US" sz="800" dirty="0"/>
          </a:p>
          <a:p>
            <a:r>
              <a:rPr lang="en-US" sz="800" dirty="0"/>
              <a:t>Time range: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/>
              <a:t>Pre-Covid:    Jan 2017 - Feb 2020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/>
              <a:t>Covid:           Mar 2020 – Jun 2022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/>
              <a:t>Post-Covid    Jun 2022 - Now</a:t>
            </a:r>
          </a:p>
          <a:p>
            <a:endParaRPr lang="en-US" sz="800" dirty="0"/>
          </a:p>
          <a:p>
            <a:r>
              <a:rPr lang="en-US" sz="800" dirty="0"/>
              <a:t>Channel: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/>
              <a:t>Other: LAB,  Citi, JLT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77FEA76-3A62-4884-92A7-4E415DE0B425}"/>
              </a:ext>
            </a:extLst>
          </p:cNvPr>
          <p:cNvSpPr txBox="1"/>
          <p:nvPr/>
        </p:nvSpPr>
        <p:spPr>
          <a:xfrm>
            <a:off x="10074303" y="1311965"/>
            <a:ext cx="1844702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Huge drop in number of policies after covid.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For AXA and other channels, most clients shift to </a:t>
            </a:r>
            <a:r>
              <a:rPr lang="en-US" sz="1400" err="1"/>
              <a:t>SmartTraveller</a:t>
            </a:r>
            <a:r>
              <a:rPr lang="en-US" sz="1400"/>
              <a:t> Plus after covid happens</a:t>
            </a:r>
          </a:p>
        </p:txBody>
      </p:sp>
    </p:spTree>
    <p:extLst>
      <p:ext uri="{BB962C8B-B14F-4D97-AF65-F5344CB8AC3E}">
        <p14:creationId xmlns:p14="http://schemas.microsoft.com/office/powerpoint/2010/main" val="6894172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8EF97-08A3-4706-9D19-A326A68B29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17008"/>
          </a:xfrm>
        </p:spPr>
        <p:txBody>
          <a:bodyPr>
            <a:normAutofit/>
          </a:bodyPr>
          <a:lstStyle/>
          <a:p>
            <a:r>
              <a:rPr lang="en-US" sz="2800"/>
              <a:t>Annual Trip Product Distribution by period and channel</a:t>
            </a:r>
          </a:p>
        </p:txBody>
      </p:sp>
      <p:pic>
        <p:nvPicPr>
          <p:cNvPr id="14" name="Picture 13" descr="Chart, bar chart&#10;&#10;Description automatically generated">
            <a:extLst>
              <a:ext uri="{FF2B5EF4-FFF2-40B4-BE49-F238E27FC236}">
                <a16:creationId xmlns:a16="http://schemas.microsoft.com/office/drawing/2014/main" id="{0020203A-1F95-47D3-9237-D5AC4A11F2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82134"/>
            <a:ext cx="10209475" cy="2935632"/>
          </a:xfrm>
          <a:prstGeom prst="rect">
            <a:avLst/>
          </a:prstGeom>
        </p:spPr>
      </p:pic>
      <p:pic>
        <p:nvPicPr>
          <p:cNvPr id="16" name="Picture 15" descr="Chart, bar chart&#10;&#10;Description automatically generated">
            <a:extLst>
              <a:ext uri="{FF2B5EF4-FFF2-40B4-BE49-F238E27FC236}">
                <a16:creationId xmlns:a16="http://schemas.microsoft.com/office/drawing/2014/main" id="{43A3199E-2E75-40B6-B853-66BDCD8832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22368"/>
            <a:ext cx="10209475" cy="2935632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486CFF3A-F9A1-4D44-A299-695666D488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4656" y="3429000"/>
            <a:ext cx="1344860" cy="255851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F0A9AD82-E8CE-4F73-B6F9-7B3C38F1CF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4656" y="6364632"/>
            <a:ext cx="1344860" cy="255851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E92859DA-8069-43BD-AC6B-F3348E6A3643}"/>
              </a:ext>
            </a:extLst>
          </p:cNvPr>
          <p:cNvSpPr txBox="1"/>
          <p:nvPr/>
        </p:nvSpPr>
        <p:spPr>
          <a:xfrm>
            <a:off x="9833515" y="5494834"/>
            <a:ext cx="2326278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Notes: </a:t>
            </a:r>
          </a:p>
          <a:p>
            <a:r>
              <a:rPr lang="en-US" sz="800" dirty="0" err="1"/>
              <a:t>SmartTraveller</a:t>
            </a:r>
            <a:r>
              <a:rPr lang="en-US" sz="800" dirty="0"/>
              <a:t> (Single) should not be included here</a:t>
            </a:r>
          </a:p>
          <a:p>
            <a:endParaRPr lang="en-US" sz="800" dirty="0"/>
          </a:p>
          <a:p>
            <a:r>
              <a:rPr lang="en-US" sz="800" dirty="0"/>
              <a:t>Time range: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/>
              <a:t>Pre-Covid:    Jan 2017 - Feb 2020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/>
              <a:t>Covid:           Mar 2020 – Jun 2022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/>
              <a:t>Post-Covid    Jun 2022 - Now</a:t>
            </a:r>
          </a:p>
          <a:p>
            <a:endParaRPr lang="en-US" sz="800" dirty="0"/>
          </a:p>
          <a:p>
            <a:r>
              <a:rPr lang="en-US" sz="800" dirty="0"/>
              <a:t>Channel: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/>
              <a:t>Other: LAB,  Citi, JLT</a:t>
            </a:r>
          </a:p>
          <a:p>
            <a:r>
              <a:rPr lang="en-US" sz="800" dirty="0"/>
              <a:t>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BF817E3-3621-48DF-9CA4-318AC4FDB599}"/>
              </a:ext>
            </a:extLst>
          </p:cNvPr>
          <p:cNvSpPr txBox="1"/>
          <p:nvPr/>
        </p:nvSpPr>
        <p:spPr>
          <a:xfrm>
            <a:off x="7201987" y="5051630"/>
            <a:ext cx="8011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err="1"/>
              <a:t>SmartTraveller</a:t>
            </a:r>
            <a:endParaRPr lang="en-US" sz="800"/>
          </a:p>
          <a:p>
            <a:pPr algn="ctr"/>
            <a:r>
              <a:rPr lang="en-US" sz="800"/>
              <a:t> Plus (Annual)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BB6F9B8-FFF0-4CB2-9892-18C2B4FBAC9F}"/>
              </a:ext>
            </a:extLst>
          </p:cNvPr>
          <p:cNvSpPr txBox="1"/>
          <p:nvPr/>
        </p:nvSpPr>
        <p:spPr>
          <a:xfrm>
            <a:off x="6400798" y="5047028"/>
            <a:ext cx="8011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err="1"/>
              <a:t>SmartTraveller</a:t>
            </a:r>
            <a:endParaRPr lang="en-US" sz="800"/>
          </a:p>
          <a:p>
            <a:pPr algn="ctr"/>
            <a:r>
              <a:rPr lang="en-US" sz="800"/>
              <a:t> Plus (Annual)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5D23B51-F2B1-4C36-B518-AA2BFA4103EC}"/>
              </a:ext>
            </a:extLst>
          </p:cNvPr>
          <p:cNvSpPr txBox="1"/>
          <p:nvPr/>
        </p:nvSpPr>
        <p:spPr>
          <a:xfrm>
            <a:off x="1301929" y="5047028"/>
            <a:ext cx="8011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err="1"/>
              <a:t>SmartTraveller</a:t>
            </a:r>
            <a:endParaRPr lang="en-US" sz="800"/>
          </a:p>
          <a:p>
            <a:pPr algn="ctr"/>
            <a:r>
              <a:rPr lang="en-US" sz="800"/>
              <a:t> Plus (Annual)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0957EC0-D309-4965-A76F-B91F35621152}"/>
              </a:ext>
            </a:extLst>
          </p:cNvPr>
          <p:cNvSpPr txBox="1"/>
          <p:nvPr/>
        </p:nvSpPr>
        <p:spPr>
          <a:xfrm>
            <a:off x="2103118" y="5042426"/>
            <a:ext cx="8011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err="1"/>
              <a:t>SmartTraveller</a:t>
            </a:r>
            <a:endParaRPr lang="en-US" sz="800"/>
          </a:p>
          <a:p>
            <a:pPr algn="ctr"/>
            <a:r>
              <a:rPr lang="en-US" sz="800"/>
              <a:t> Plus (Annual)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0E57BF5-8015-48FB-AA5D-302052F4799B}"/>
              </a:ext>
            </a:extLst>
          </p:cNvPr>
          <p:cNvSpPr txBox="1"/>
          <p:nvPr/>
        </p:nvSpPr>
        <p:spPr>
          <a:xfrm>
            <a:off x="3849187" y="4523674"/>
            <a:ext cx="8011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/>
              <a:t>Overseas </a:t>
            </a:r>
            <a:r>
              <a:rPr lang="en-US" sz="800" err="1"/>
              <a:t>StudySurance</a:t>
            </a:r>
            <a:endParaRPr lang="en-US" sz="80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3BD28DB-A18C-4702-97E1-257E621A172C}"/>
              </a:ext>
            </a:extLst>
          </p:cNvPr>
          <p:cNvSpPr txBox="1"/>
          <p:nvPr/>
        </p:nvSpPr>
        <p:spPr>
          <a:xfrm>
            <a:off x="4650376" y="4577098"/>
            <a:ext cx="8011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/>
              <a:t>Overseas </a:t>
            </a:r>
            <a:r>
              <a:rPr lang="en-US" sz="800" err="1"/>
              <a:t>StudySurance</a:t>
            </a:r>
            <a:endParaRPr lang="en-US" sz="80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38B9A14-F122-40CB-B282-891C763A0B48}"/>
              </a:ext>
            </a:extLst>
          </p:cNvPr>
          <p:cNvSpPr txBox="1"/>
          <p:nvPr/>
        </p:nvSpPr>
        <p:spPr>
          <a:xfrm>
            <a:off x="10074303" y="1311965"/>
            <a:ext cx="1844702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Compared to single trip, the percentage drop in number of annual policies after covid is smaller.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Similarly, for AXA and other channels, most clients shift to </a:t>
            </a:r>
            <a:r>
              <a:rPr lang="en-US" sz="1400" err="1"/>
              <a:t>SmartTraveller</a:t>
            </a:r>
            <a:r>
              <a:rPr lang="en-US" sz="1400"/>
              <a:t> Plus after covid happens.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For HSBC, there is an increase trend  in student insurance.</a:t>
            </a:r>
          </a:p>
        </p:txBody>
      </p:sp>
    </p:spTree>
    <p:extLst>
      <p:ext uri="{BB962C8B-B14F-4D97-AF65-F5344CB8AC3E}">
        <p14:creationId xmlns:p14="http://schemas.microsoft.com/office/powerpoint/2010/main" val="11393704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8EF97-08A3-4706-9D19-A326A68B29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17008"/>
          </a:xfrm>
        </p:spPr>
        <p:txBody>
          <a:bodyPr>
            <a:normAutofit/>
          </a:bodyPr>
          <a:lstStyle/>
          <a:p>
            <a:r>
              <a:rPr lang="en-US" sz="2800"/>
              <a:t>Other Trip Product Distribution by period and channel</a:t>
            </a:r>
          </a:p>
        </p:txBody>
      </p:sp>
      <p:pic>
        <p:nvPicPr>
          <p:cNvPr id="4" name="Picture 3" descr="Chart&#10;&#10;Description automatically generated">
            <a:extLst>
              <a:ext uri="{FF2B5EF4-FFF2-40B4-BE49-F238E27FC236}">
                <a16:creationId xmlns:a16="http://schemas.microsoft.com/office/drawing/2014/main" id="{C2046B1F-78CE-4371-AA9C-12EC488A7E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82134"/>
            <a:ext cx="10193572" cy="2931059"/>
          </a:xfrm>
          <a:prstGeom prst="rect">
            <a:avLst/>
          </a:prstGeom>
        </p:spPr>
      </p:pic>
      <p:pic>
        <p:nvPicPr>
          <p:cNvPr id="6" name="Picture 5" descr="Chart, bar chart&#10;&#10;Description automatically generated">
            <a:extLst>
              <a:ext uri="{FF2B5EF4-FFF2-40B4-BE49-F238E27FC236}">
                <a16:creationId xmlns:a16="http://schemas.microsoft.com/office/drawing/2014/main" id="{8FCF6D7B-D99E-4BAB-9D70-E9A16164D4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37826"/>
            <a:ext cx="10193572" cy="293105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0262CB6-64E6-4698-A2A5-16CF79B1F737}"/>
              </a:ext>
            </a:extLst>
          </p:cNvPr>
          <p:cNvSpPr txBox="1"/>
          <p:nvPr/>
        </p:nvSpPr>
        <p:spPr>
          <a:xfrm>
            <a:off x="10074303" y="1311965"/>
            <a:ext cx="1844702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For AXA, there is a double-up of student insurance during covid.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For other channels, the trend of student insurance is the opposite (downward trend)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CAA8DE7-3F38-4334-B33C-D050B1000DC2}"/>
              </a:ext>
            </a:extLst>
          </p:cNvPr>
          <p:cNvSpPr txBox="1"/>
          <p:nvPr/>
        </p:nvSpPr>
        <p:spPr>
          <a:xfrm>
            <a:off x="9833515" y="5494834"/>
            <a:ext cx="2326278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Notes: </a:t>
            </a:r>
          </a:p>
          <a:p>
            <a:r>
              <a:rPr lang="en-US" sz="800" dirty="0" err="1"/>
              <a:t>SmartTraveller</a:t>
            </a:r>
            <a:r>
              <a:rPr lang="en-US" sz="800" dirty="0"/>
              <a:t> (Single) should not be included here</a:t>
            </a:r>
          </a:p>
          <a:p>
            <a:endParaRPr lang="en-US" sz="800" dirty="0"/>
          </a:p>
          <a:p>
            <a:r>
              <a:rPr lang="en-US" sz="800" dirty="0"/>
              <a:t>Time range: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/>
              <a:t>Pre-Covid:    Jan 2017 - Feb 2020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/>
              <a:t>Covid:           Mar 2020 – Jun 2022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/>
              <a:t>Post-Covid    Jun 2022 - Now</a:t>
            </a:r>
          </a:p>
          <a:p>
            <a:endParaRPr lang="en-US" sz="800" dirty="0"/>
          </a:p>
          <a:p>
            <a:r>
              <a:rPr lang="en-US" sz="800" dirty="0"/>
              <a:t>Channel: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/>
              <a:t>Other: LAB,  Citi, JLT</a:t>
            </a:r>
          </a:p>
          <a:p>
            <a:r>
              <a:rPr lang="en-US" sz="8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946980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D0C3EEC8-9ED8-481B-B458-07ADB548E1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8644"/>
            <a:ext cx="5943272" cy="312463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5F31BF4-C6EF-4763-B954-C0304B57F0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752417"/>
            <a:ext cx="5820587" cy="3105583"/>
          </a:xfrm>
          <a:prstGeom prst="rect">
            <a:avLst/>
          </a:prstGeom>
        </p:spPr>
      </p:pic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8F59E620-E10D-4CBA-9DE1-3BD87A1282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71415" y="4261104"/>
            <a:ext cx="4982385" cy="1874762"/>
          </a:xfrm>
        </p:spPr>
        <p:txBody>
          <a:bodyPr/>
          <a:lstStyle/>
          <a:p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5AF0B8F-C2FE-45A5-A5AD-E8E5D0C75F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272" y="280769"/>
            <a:ext cx="5857875" cy="317182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78401F4-D234-4A7A-A0E3-62DD7C5EADD8}"/>
              </a:ext>
            </a:extLst>
          </p:cNvPr>
          <p:cNvSpPr txBox="1"/>
          <p:nvPr/>
        </p:nvSpPr>
        <p:spPr>
          <a:xfrm>
            <a:off x="4467497" y="-27762"/>
            <a:ext cx="79714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highlight>
                  <a:srgbClr val="FFFF00"/>
                </a:highlight>
              </a:rPr>
              <a:t>Kelvin: Separate Single/Annual in different graphs, use line chart to show claim rate</a:t>
            </a:r>
          </a:p>
          <a:p>
            <a:r>
              <a:rPr lang="en-US">
                <a:highlight>
                  <a:srgbClr val="FFFF00"/>
                </a:highlight>
              </a:rPr>
              <a:t>By channel by year</a:t>
            </a:r>
          </a:p>
        </p:txBody>
      </p:sp>
    </p:spTree>
    <p:extLst>
      <p:ext uri="{BB962C8B-B14F-4D97-AF65-F5344CB8AC3E}">
        <p14:creationId xmlns:p14="http://schemas.microsoft.com/office/powerpoint/2010/main" val="10289991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24752-D21F-4C37-8C89-5A6D49E7D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3215" y="978408"/>
            <a:ext cx="4607052" cy="1106424"/>
          </a:xfrm>
        </p:spPr>
        <p:txBody>
          <a:bodyPr>
            <a:normAutofit/>
          </a:bodyPr>
          <a:lstStyle/>
          <a:p>
            <a:endParaRPr lang="en-US" sz="29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22FC5A-B29F-4C58-940E-4D925D707B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56263" y="2368296"/>
            <a:ext cx="4607052" cy="3502152"/>
          </a:xfrm>
        </p:spPr>
        <p:txBody>
          <a:bodyPr>
            <a:normAutofit/>
          </a:bodyPr>
          <a:lstStyle/>
          <a:p>
            <a:endParaRPr lang="en-US" sz="1800"/>
          </a:p>
        </p:txBody>
      </p:sp>
      <p:pic>
        <p:nvPicPr>
          <p:cNvPr id="4" name="Content Placeholder 12">
            <a:extLst>
              <a:ext uri="{FF2B5EF4-FFF2-40B4-BE49-F238E27FC236}">
                <a16:creationId xmlns:a16="http://schemas.microsoft.com/office/drawing/2014/main" id="{DA986F42-603A-4580-8D54-7022D9A071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534502" cy="350215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99CEC79-2D59-4430-81FD-335B779459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392957"/>
            <a:ext cx="6534502" cy="353819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ACCD751-7A22-4794-B853-E1CA9C8303E9}"/>
              </a:ext>
            </a:extLst>
          </p:cNvPr>
          <p:cNvSpPr txBox="1"/>
          <p:nvPr/>
        </p:nvSpPr>
        <p:spPr>
          <a:xfrm>
            <a:off x="7104888" y="233279"/>
            <a:ext cx="322556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highlight>
                  <a:srgbClr val="FFFF00"/>
                </a:highlight>
                <a:sym typeface="Wingdings" panose="05000000000000000000" pitchFamily="2" charset="2"/>
              </a:rPr>
              <a:t></a:t>
            </a:r>
            <a:r>
              <a:rPr lang="en-US" sz="1800">
                <a:highlight>
                  <a:srgbClr val="FFFF00"/>
                </a:highlight>
              </a:rPr>
              <a:t>Single one pic/ annual one pic</a:t>
            </a:r>
          </a:p>
          <a:p>
            <a:r>
              <a:rPr lang="en-US" sz="1800">
                <a:highlight>
                  <a:srgbClr val="FFFF00"/>
                </a:highlight>
              </a:rPr>
              <a:t>Line graph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38048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B83DD-FA7B-4F84-8479-05CC69270F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4508" y="548640"/>
            <a:ext cx="4369188" cy="1179576"/>
          </a:xfrm>
        </p:spPr>
        <p:txBody>
          <a:bodyPr/>
          <a:lstStyle/>
          <a:p>
            <a:r>
              <a:rPr lang="en-US"/>
              <a:t>Claim Payment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8CD05C-5B89-4899-82FD-F091A23FF7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44638" y="1825625"/>
            <a:ext cx="4809162" cy="4351338"/>
          </a:xfrm>
        </p:spPr>
        <p:txBody>
          <a:bodyPr/>
          <a:lstStyle/>
          <a:p>
            <a:r>
              <a:rPr lang="en-US"/>
              <a:t>Avg payment </a:t>
            </a:r>
            <a:r>
              <a:rPr lang="en-US" dirty="0"/>
              <a:t>for claim </a:t>
            </a:r>
            <a:r>
              <a:rPr lang="en-US"/>
              <a:t>increased after entering covid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B5276BD-E7FE-43CC-B74B-E2A42D6FAE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1252"/>
            <a:ext cx="5962650" cy="318965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50AC6102-B92E-4347-BF41-16D85F6621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18195"/>
            <a:ext cx="5962650" cy="317182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FEBA37C-E7C5-4525-B50F-4974565CCCEF}"/>
              </a:ext>
            </a:extLst>
          </p:cNvPr>
          <p:cNvSpPr txBox="1"/>
          <p:nvPr/>
        </p:nvSpPr>
        <p:spPr>
          <a:xfrm>
            <a:off x="4467497" y="-27762"/>
            <a:ext cx="79714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highlight>
                  <a:srgbClr val="FFFF00"/>
                </a:highlight>
              </a:rPr>
              <a:t>Kelvin: Separate Single/Annual in different graphs, use line chart to show claim amt</a:t>
            </a:r>
          </a:p>
          <a:p>
            <a:r>
              <a:rPr lang="en-US">
                <a:highlight>
                  <a:srgbClr val="FFFF00"/>
                </a:highlight>
              </a:rPr>
              <a:t>By channel by year</a:t>
            </a:r>
          </a:p>
        </p:txBody>
      </p:sp>
    </p:spTree>
    <p:extLst>
      <p:ext uri="{BB962C8B-B14F-4D97-AF65-F5344CB8AC3E}">
        <p14:creationId xmlns:p14="http://schemas.microsoft.com/office/powerpoint/2010/main" val="952900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E05C8-7C4A-4D9B-BEBE-C32C73000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94712" y="548640"/>
            <a:ext cx="3888983" cy="1179576"/>
          </a:xfrm>
        </p:spPr>
        <p:txBody>
          <a:bodyPr>
            <a:normAutofit/>
          </a:bodyPr>
          <a:lstStyle/>
          <a:p>
            <a:r>
              <a:rPr lang="en-US"/>
              <a:t>Claim Payment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01052D-ECB1-4400-817C-E1F06F4E87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94712" y="2478024"/>
            <a:ext cx="3888984" cy="3694176"/>
          </a:xfrm>
        </p:spPr>
        <p:txBody>
          <a:bodyPr/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8EA6C68-8E83-45D7-BFD4-0DA0F4E45E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570122" cy="364641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168F329-27DA-4FBE-911E-C8E6EB7FFD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570218"/>
            <a:ext cx="6193971" cy="3381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05592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702A86-600A-4100-A556-60DB98347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7510" y="365125"/>
            <a:ext cx="5076290" cy="1325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6BB529-0666-4400-9FE6-534F0544F8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6026" y="1825625"/>
            <a:ext cx="5057773" cy="4351338"/>
          </a:xfrm>
        </p:spPr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04B4781-6BFF-4D86-90F5-5F5AEB2121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101384" cy="328232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23E8307-427E-43EF-A511-EE5BF6B413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282328"/>
            <a:ext cx="6096000" cy="3327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69105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24752-D21F-4C37-8C89-5A6D49E7D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3215" y="978408"/>
            <a:ext cx="4607052" cy="1106424"/>
          </a:xfrm>
        </p:spPr>
        <p:txBody>
          <a:bodyPr>
            <a:normAutofit/>
          </a:bodyPr>
          <a:lstStyle/>
          <a:p>
            <a:r>
              <a:rPr lang="en-US" sz="2900"/>
              <a:t>Travel Duration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22FC5A-B29F-4C58-940E-4D925D707B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56263" y="2368296"/>
            <a:ext cx="4607052" cy="3502152"/>
          </a:xfrm>
        </p:spPr>
        <p:txBody>
          <a:bodyPr>
            <a:normAutofit/>
          </a:bodyPr>
          <a:lstStyle/>
          <a:p>
            <a:r>
              <a:rPr lang="en-US" sz="1800"/>
              <a:t>The travel duration for single trip is the highest during covid 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A9925FD3-3EA1-48B5-B575-8B2931BC98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3429000"/>
            <a:ext cx="6373285" cy="3502152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EDD630A4-2DB9-4BCC-BE2D-2C106EED96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373286" cy="3502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02726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13557-26C6-4DE5-8056-31DE97D97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64896" y="365125"/>
            <a:ext cx="3988904" cy="1325563"/>
          </a:xfrm>
        </p:spPr>
        <p:txBody>
          <a:bodyPr/>
          <a:lstStyle/>
          <a:p>
            <a:r>
              <a:rPr lang="en-US"/>
              <a:t>Age Distribution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AE40A6C8-D29D-4AAC-93E8-1762C83FF2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212449" y="2177706"/>
            <a:ext cx="4553963" cy="2655477"/>
          </a:xfr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67DCFD8-EE9F-412D-95FA-C460B28FF8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304" y="211498"/>
            <a:ext cx="6858000" cy="347218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C625D91-5548-47C6-A3B0-00336E78644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304" y="3683678"/>
            <a:ext cx="6855460" cy="3174322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D07311F-AE2E-43BA-A80E-67FB67398EEF}"/>
              </a:ext>
            </a:extLst>
          </p:cNvPr>
          <p:cNvSpPr txBox="1"/>
          <p:nvPr/>
        </p:nvSpPr>
        <p:spPr>
          <a:xfrm>
            <a:off x="7364896" y="1485923"/>
            <a:ext cx="44726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6A9955"/>
                </a:solidFill>
                <a:latin typeface="Consolas" panose="020B0609020204030204" pitchFamily="49" charset="0"/>
              </a:rPr>
              <a:t>T</a:t>
            </a:r>
            <a:r>
              <a:rPr lang="en-US" b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he </a:t>
            </a:r>
            <a:r>
              <a:rPr lang="en-US" b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age_gp</a:t>
            </a:r>
            <a:r>
              <a:rPr lang="en-US" b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with the most number for each channel for each year</a:t>
            </a:r>
            <a:endParaRPr lang="en-US" b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0675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FCBBE-63C4-40F8-8A5F-C3EC9A1A01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722914" cy="1325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062BE0-41BD-4147-80E0-518376540F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875314" cy="435133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F48C33-EF9F-4DB4-9008-BD315D3958B5}"/>
              </a:ext>
            </a:extLst>
          </p:cNvPr>
          <p:cNvSpPr txBox="1"/>
          <p:nvPr/>
        </p:nvSpPr>
        <p:spPr>
          <a:xfrm>
            <a:off x="5932715" y="902295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solidFill>
                  <a:srgbClr val="6A9955"/>
                </a:solidFill>
                <a:latin typeface="Consolas" panose="020B0609020204030204" pitchFamily="49" charset="0"/>
              </a:rPr>
              <a:t>T</a:t>
            </a:r>
            <a:r>
              <a:rPr lang="en-US" b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he </a:t>
            </a:r>
            <a:r>
              <a:rPr lang="en-US" b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age_gp</a:t>
            </a:r>
            <a:r>
              <a:rPr lang="en-US" b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with the most number for each channel for each year</a:t>
            </a:r>
            <a:endParaRPr lang="en-US" b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endParaRPr lang="en-US"/>
          </a:p>
        </p:txBody>
      </p:sp>
      <p:pic>
        <p:nvPicPr>
          <p:cNvPr id="6" name="Content Placeholder 6">
            <a:extLst>
              <a:ext uri="{FF2B5EF4-FFF2-40B4-BE49-F238E27FC236}">
                <a16:creationId xmlns:a16="http://schemas.microsoft.com/office/drawing/2014/main" id="{3AEB48AD-7108-49A7-8E06-6DBA39A381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5908" y="2141311"/>
            <a:ext cx="7082807" cy="4130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05199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9B812-38EB-43A9-861B-E84234C0D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68619" y="365125"/>
            <a:ext cx="4285180" cy="1325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94BA60-024E-4F66-AC74-E5CC6ADC6B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68620" y="1825625"/>
            <a:ext cx="4285180" cy="2027918"/>
          </a:xfrm>
        </p:spPr>
        <p:txBody>
          <a:bodyPr/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26DD8D8-9976-4726-9BE3-41B1321FE1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80860" cy="37501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EB9A571-C79B-404A-B530-1AEBE84475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750125"/>
            <a:ext cx="8429625" cy="3171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97903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20">
            <a:extLst>
              <a:ext uri="{FF2B5EF4-FFF2-40B4-BE49-F238E27FC236}">
                <a16:creationId xmlns:a16="http://schemas.microsoft.com/office/drawing/2014/main" id="{26FF42C2-EA15-4154-B242-E98E88CED9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5" name="Rectangle 22">
            <a:extLst>
              <a:ext uri="{FF2B5EF4-FFF2-40B4-BE49-F238E27FC236}">
                <a16:creationId xmlns:a16="http://schemas.microsoft.com/office/drawing/2014/main" id="{D79DE9F7-28C4-4856-BA57-D696E124C1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9575" y="633619"/>
            <a:ext cx="4927413" cy="5495925"/>
          </a:xfrm>
          <a:prstGeom prst="rect">
            <a:avLst/>
          </a:prstGeom>
          <a:ln w="9525">
            <a:solidFill>
              <a:srgbClr val="DEDEDE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9A210E-360A-47E9-A993-8A1FDECC8E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978408"/>
            <a:ext cx="4056530" cy="110642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800"/>
              <a:t>Gender</a:t>
            </a:r>
          </a:p>
        </p:txBody>
      </p:sp>
      <p:sp>
        <p:nvSpPr>
          <p:cNvPr id="46" name="Rectangle 24">
            <a:extLst>
              <a:ext uri="{FF2B5EF4-FFF2-40B4-BE49-F238E27FC236}">
                <a16:creationId xmlns:a16="http://schemas.microsoft.com/office/drawing/2014/main" id="{E1F9ED9C-121B-44C6-A308-5824769C40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567" y="117043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Rectangle 26">
            <a:extLst>
              <a:ext uri="{FF2B5EF4-FFF2-40B4-BE49-F238E27FC236}">
                <a16:creationId xmlns:a16="http://schemas.microsoft.com/office/drawing/2014/main" id="{4A5F8185-F27B-4E99-A06C-007336FE3F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7459" y="2121408"/>
            <a:ext cx="395865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EAC9597-6B07-4672-A8E2-ACED71D96A42}"/>
              </a:ext>
            </a:extLst>
          </p:cNvPr>
          <p:cNvSpPr txBox="1"/>
          <p:nvPr/>
        </p:nvSpPr>
        <p:spPr>
          <a:xfrm>
            <a:off x="838199" y="3483864"/>
            <a:ext cx="4056530" cy="23042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R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b="0" i="0" u="none" strike="noStrike" baseline="0"/>
              <a:t>Overall Gender Percentage:</a:t>
            </a:r>
          </a:p>
          <a:p>
            <a:pPr marR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b="0" i="0" u="none" strike="noStrike" baseline="0"/>
          </a:p>
          <a:p>
            <a:pPr marR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0" i="0" u="none" strike="noStrike" baseline="0"/>
              <a:t>F	321073		47%	</a:t>
            </a:r>
          </a:p>
          <a:p>
            <a:pPr marR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0" i="0" u="none" strike="noStrike" baseline="0"/>
              <a:t>M	251182		36%	</a:t>
            </a:r>
          </a:p>
          <a:p>
            <a:pPr marR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0" i="0" u="none" strike="noStrike" baseline="0"/>
              <a:t>Nan	115156		17%	</a:t>
            </a:r>
          </a:p>
          <a:p>
            <a:pPr marR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0" i="0" u="none" strike="noStrike" baseline="0"/>
              <a:t>U	980		0.1%	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0A5A896-78E0-4FB9-8FCB-AEBA436DB3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2824" y="-45891"/>
            <a:ext cx="5223522" cy="275540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239D268-D566-4448-A0B5-C4223FAAE0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3734" y="64288"/>
            <a:ext cx="6110883" cy="322349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E8CA801-F2FC-47F0-93F8-866B80116B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5946" y="3223491"/>
            <a:ext cx="6890062" cy="363450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692BA82-60E2-4967-972B-99C61A2DB1FC}"/>
              </a:ext>
            </a:extLst>
          </p:cNvPr>
          <p:cNvSpPr txBox="1"/>
          <p:nvPr/>
        </p:nvSpPr>
        <p:spPr>
          <a:xfrm>
            <a:off x="558902" y="2727805"/>
            <a:ext cx="50813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Female always tends to buy travel insurance then Male</a:t>
            </a:r>
          </a:p>
        </p:txBody>
      </p:sp>
    </p:spTree>
    <p:extLst>
      <p:ext uri="{BB962C8B-B14F-4D97-AF65-F5344CB8AC3E}">
        <p14:creationId xmlns:p14="http://schemas.microsoft.com/office/powerpoint/2010/main" val="284969296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48EFC-037C-4D62-BA8D-09FD14A862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365125"/>
            <a:ext cx="5257800" cy="1699981"/>
          </a:xfrm>
        </p:spPr>
        <p:txBody>
          <a:bodyPr>
            <a:normAutofit fontScale="90000"/>
          </a:bodyPr>
          <a:lstStyle/>
          <a:p>
            <a:r>
              <a:rPr lang="en-US"/>
              <a:t>Lapsed/</a:t>
            </a:r>
            <a:r>
              <a:rPr lang="en-US" err="1"/>
              <a:t>Inforce</a:t>
            </a:r>
            <a:r>
              <a:rPr lang="en-US"/>
              <a:t> Count and Ratio for Annual 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D53481-D0F7-4989-AE93-2EC86E926A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2657831"/>
            <a:ext cx="5257800" cy="1246348"/>
          </a:xfrm>
        </p:spPr>
        <p:txBody>
          <a:bodyPr/>
          <a:lstStyle/>
          <a:p>
            <a:r>
              <a:rPr lang="en-US"/>
              <a:t>The </a:t>
            </a:r>
            <a:r>
              <a:rPr lang="en-US" err="1"/>
              <a:t>inforce</a:t>
            </a:r>
            <a:r>
              <a:rPr lang="en-US"/>
              <a:t> ratio get’s higher then lapsed ratio in 2022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A50BCDC-823C-4383-96A6-D171EE293D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4950"/>
            <a:ext cx="5953125" cy="31813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20C46F9-6FA2-490F-902F-209B26BFE1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3371" y="3611758"/>
            <a:ext cx="2963967" cy="3006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912797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99FB79-BD8B-40B3-9C9A-C89EF38093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CE239D-3960-4ACF-8C4B-FDABB5E45F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2188A1D-31D7-4244-B882-F334310805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07" y="1690688"/>
            <a:ext cx="11222785" cy="3514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246958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24752-D21F-4C37-8C89-5A6D49E7D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2148" y="241527"/>
            <a:ext cx="4607052" cy="1106424"/>
          </a:xfrm>
        </p:spPr>
        <p:txBody>
          <a:bodyPr>
            <a:normAutofit/>
          </a:bodyPr>
          <a:lstStyle/>
          <a:p>
            <a:r>
              <a:rPr lang="en-US" sz="2900"/>
              <a:t>Claim LH effect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CF5FB87-8925-4D39-AA93-0DA03D9C80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275" y="241527"/>
            <a:ext cx="5657850" cy="34575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FDB1482-D936-4C7D-819E-E30B132A47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275" y="3429000"/>
            <a:ext cx="5657850" cy="34575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DA9B211-5337-4408-8A2D-37760443C6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6749" y="3400425"/>
            <a:ext cx="5657850" cy="345757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FDF8BAA-5517-44E5-A349-459CB9334C39}"/>
              </a:ext>
            </a:extLst>
          </p:cNvPr>
          <p:cNvSpPr txBox="1"/>
          <p:nvPr/>
        </p:nvSpPr>
        <p:spPr>
          <a:xfrm>
            <a:off x="6692148" y="1752600"/>
            <a:ext cx="43325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Blue= (T+~C+M)/(T+~C)</a:t>
            </a:r>
          </a:p>
          <a:p>
            <a:r>
              <a:rPr lang="en-US"/>
              <a:t>Orange=(T+C+M)/(T+C)</a:t>
            </a:r>
          </a:p>
        </p:txBody>
      </p:sp>
    </p:spTree>
    <p:extLst>
      <p:ext uri="{BB962C8B-B14F-4D97-AF65-F5344CB8AC3E}">
        <p14:creationId xmlns:p14="http://schemas.microsoft.com/office/powerpoint/2010/main" val="14850953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24752-D21F-4C37-8C89-5A6D49E7D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3215" y="978408"/>
            <a:ext cx="4607052" cy="1106424"/>
          </a:xfrm>
        </p:spPr>
        <p:txBody>
          <a:bodyPr>
            <a:normAutofit/>
          </a:bodyPr>
          <a:lstStyle/>
          <a:p>
            <a:r>
              <a:rPr lang="en-US" sz="2900"/>
              <a:t>HSBC vs Life Agent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22FC5A-B29F-4C58-940E-4D925D707B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56263" y="2368296"/>
            <a:ext cx="4607052" cy="3502152"/>
          </a:xfrm>
        </p:spPr>
        <p:txBody>
          <a:bodyPr>
            <a:normAutofit/>
          </a:bodyPr>
          <a:lstStyle/>
          <a:p>
            <a:endParaRPr lang="en-US" sz="180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76A8198-097E-4C51-A953-C6CFEC1EA7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378424" cy="33655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3ACBCB4-91C8-4F83-A5CA-9CC202B99F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26" y="3365499"/>
            <a:ext cx="6362398" cy="3373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388790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9989A2-9262-4876-9527-98BF51143E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Frequency for travel customers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B6762C7-7226-42D8-A539-AA77B36A52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1708569"/>
              </p:ext>
            </p:extLst>
          </p:nvPr>
        </p:nvGraphicFramePr>
        <p:xfrm>
          <a:off x="432225" y="2290024"/>
          <a:ext cx="11327551" cy="33864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6891">
                  <a:extLst>
                    <a:ext uri="{9D8B030D-6E8A-4147-A177-3AD203B41FA5}">
                      <a16:colId xmlns:a16="http://schemas.microsoft.com/office/drawing/2014/main" val="591638334"/>
                    </a:ext>
                  </a:extLst>
                </a:gridCol>
                <a:gridCol w="1510423">
                  <a:extLst>
                    <a:ext uri="{9D8B030D-6E8A-4147-A177-3AD203B41FA5}">
                      <a16:colId xmlns:a16="http://schemas.microsoft.com/office/drawing/2014/main" val="1486963237"/>
                    </a:ext>
                  </a:extLst>
                </a:gridCol>
                <a:gridCol w="2035580">
                  <a:extLst>
                    <a:ext uri="{9D8B030D-6E8A-4147-A177-3AD203B41FA5}">
                      <a16:colId xmlns:a16="http://schemas.microsoft.com/office/drawing/2014/main" val="1180043753"/>
                    </a:ext>
                  </a:extLst>
                </a:gridCol>
                <a:gridCol w="1815556">
                  <a:extLst>
                    <a:ext uri="{9D8B030D-6E8A-4147-A177-3AD203B41FA5}">
                      <a16:colId xmlns:a16="http://schemas.microsoft.com/office/drawing/2014/main" val="1524824946"/>
                    </a:ext>
                  </a:extLst>
                </a:gridCol>
                <a:gridCol w="2489101">
                  <a:extLst>
                    <a:ext uri="{9D8B030D-6E8A-4147-A177-3AD203B41FA5}">
                      <a16:colId xmlns:a16="http://schemas.microsoft.com/office/drawing/2014/main" val="390505457"/>
                    </a:ext>
                  </a:extLst>
                </a:gridCol>
              </a:tblGrid>
              <a:tr h="548748">
                <a:tc>
                  <a:txBody>
                    <a:bodyPr/>
                    <a:lstStyle/>
                    <a:p>
                      <a:pPr algn="l" fontAlgn="b"/>
                      <a:r>
                        <a:rPr lang="en-US" sz="2200" u="none" strike="noStrike">
                          <a:effectLst/>
                        </a:rPr>
                        <a:t> 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640" marR="18640" marT="74558" marB="74558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200" u="none" strike="noStrike">
                          <a:effectLst/>
                        </a:rPr>
                        <a:t> 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640" marR="18640" marT="1864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200" u="none" strike="noStrike">
                          <a:effectLst/>
                        </a:rPr>
                        <a:t>1. PreCovid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640" marR="18640" marT="1864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200" u="none" strike="noStrike">
                          <a:effectLst/>
                        </a:rPr>
                        <a:t>2.Covid 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640" marR="18640" marT="1864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200" u="none" strike="noStrike">
                          <a:effectLst/>
                        </a:rPr>
                        <a:t>3.PostCovid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640" marR="18640" marT="18640" marB="0" anchor="b"/>
                </a:tc>
                <a:extLst>
                  <a:ext uri="{0D108BD9-81ED-4DB2-BD59-A6C34878D82A}">
                    <a16:rowId xmlns:a16="http://schemas.microsoft.com/office/drawing/2014/main" val="337351270"/>
                  </a:ext>
                </a:extLst>
              </a:tr>
              <a:tr h="746327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u="none" strike="noStrike">
                          <a:effectLst/>
                        </a:rPr>
                        <a:t>Bought at least 1 time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algn="l" fontAlgn="b"/>
                      <a:r>
                        <a:rPr lang="en-US" sz="2200" u="none" strike="noStrike" err="1">
                          <a:effectLst/>
                        </a:rPr>
                        <a:t>Number_unique_contrnb</a:t>
                      </a:r>
                      <a:r>
                        <a:rPr lang="en-US" sz="2200" u="none" strike="noStrike">
                          <a:effectLst/>
                        </a:rPr>
                        <a:t>&gt;=1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640" marR="18640" marT="1864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200" u="none" strike="noStrike">
                          <a:effectLst/>
                        </a:rPr>
                        <a:t>Single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640" marR="18640" marT="186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200" u="none" strike="noStrike">
                          <a:effectLst/>
                        </a:rPr>
                        <a:t>471338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640" marR="18640" marT="186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200" u="none" strike="noStrike">
                          <a:effectLst/>
                        </a:rPr>
                        <a:t>30565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640" marR="18640" marT="186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200" u="none" strike="noStrike">
                          <a:effectLst/>
                        </a:rPr>
                        <a:t>3743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640" marR="18640" marT="18640" marB="0" anchor="b"/>
                </a:tc>
                <a:extLst>
                  <a:ext uri="{0D108BD9-81ED-4DB2-BD59-A6C34878D82A}">
                    <a16:rowId xmlns:a16="http://schemas.microsoft.com/office/drawing/2014/main" val="993861172"/>
                  </a:ext>
                </a:extLst>
              </a:tr>
              <a:tr h="418271">
                <a:tc>
                  <a:txBody>
                    <a:bodyPr/>
                    <a:lstStyle/>
                    <a:p>
                      <a:pPr algn="l" fontAlgn="b"/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640" marR="18640" marT="1864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200" u="none" strike="noStrike">
                          <a:effectLst/>
                        </a:rPr>
                        <a:t>Annual    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640" marR="18640" marT="186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200" u="none" strike="noStrike">
                          <a:effectLst/>
                        </a:rPr>
                        <a:t>53907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640" marR="18640" marT="186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200" u="none" strike="noStrike">
                          <a:effectLst/>
                        </a:rPr>
                        <a:t>11282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640" marR="18640" marT="186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200" u="none" strike="noStrike">
                          <a:effectLst/>
                        </a:rPr>
                        <a:t>1076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640" marR="18640" marT="18640" marB="0" anchor="b"/>
                </a:tc>
                <a:extLst>
                  <a:ext uri="{0D108BD9-81ED-4DB2-BD59-A6C34878D82A}">
                    <a16:rowId xmlns:a16="http://schemas.microsoft.com/office/drawing/2014/main" val="4288160604"/>
                  </a:ext>
                </a:extLst>
              </a:tr>
              <a:tr h="418271">
                <a:tc>
                  <a:txBody>
                    <a:bodyPr/>
                    <a:lstStyle/>
                    <a:p>
                      <a:pPr algn="l" fontAlgn="b"/>
                      <a:r>
                        <a:rPr lang="en-US" sz="2200" u="none" strike="noStrike">
                          <a:effectLst/>
                        </a:rPr>
                        <a:t>Bought  at least 2 time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640" marR="18640" marT="1864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200" u="none" strike="noStrike">
                          <a:effectLst/>
                        </a:rPr>
                        <a:t>Single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640" marR="18640" marT="186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200" u="none" strike="noStrike">
                          <a:effectLst/>
                        </a:rPr>
                        <a:t>237906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640" marR="18640" marT="186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200" u="none" strike="noStrike">
                          <a:effectLst/>
                        </a:rPr>
                        <a:t>3398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640" marR="18640" marT="186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200" u="none" strike="noStrike">
                          <a:effectLst/>
                        </a:rPr>
                        <a:t>261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640" marR="18640" marT="18640" marB="0" anchor="b"/>
                </a:tc>
                <a:extLst>
                  <a:ext uri="{0D108BD9-81ED-4DB2-BD59-A6C34878D82A}">
                    <a16:rowId xmlns:a16="http://schemas.microsoft.com/office/drawing/2014/main" val="2931021255"/>
                  </a:ext>
                </a:extLst>
              </a:tr>
              <a:tr h="418271">
                <a:tc>
                  <a:txBody>
                    <a:bodyPr/>
                    <a:lstStyle/>
                    <a:p>
                      <a:pPr algn="l" fontAlgn="b"/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640" marR="18640" marT="1864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200" u="none" strike="noStrike">
                          <a:effectLst/>
                        </a:rPr>
                        <a:t>Annual    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640" marR="18640" marT="186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200" u="none" strike="noStrike">
                          <a:effectLst/>
                        </a:rPr>
                        <a:t>8662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640" marR="18640" marT="186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200" u="none" strike="noStrike">
                          <a:effectLst/>
                        </a:rPr>
                        <a:t>828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640" marR="18640" marT="186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200" u="none" strike="noStrike">
                          <a:effectLst/>
                        </a:rPr>
                        <a:t>38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640" marR="18640" marT="18640" marB="0" anchor="b"/>
                </a:tc>
                <a:extLst>
                  <a:ext uri="{0D108BD9-81ED-4DB2-BD59-A6C34878D82A}">
                    <a16:rowId xmlns:a16="http://schemas.microsoft.com/office/drawing/2014/main" val="1332735369"/>
                  </a:ext>
                </a:extLst>
              </a:tr>
              <a:tr h="418271">
                <a:tc>
                  <a:txBody>
                    <a:bodyPr/>
                    <a:lstStyle/>
                    <a:p>
                      <a:pPr algn="l" fontAlgn="b"/>
                      <a:r>
                        <a:rPr lang="en-US" sz="2200" u="none" strike="noStrike">
                          <a:effectLst/>
                        </a:rPr>
                        <a:t>bought &gt;=3 time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640" marR="18640" marT="1864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200" u="none" strike="noStrike">
                          <a:effectLst/>
                        </a:rPr>
                        <a:t>Single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640" marR="18640" marT="186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200" u="none" strike="noStrike">
                          <a:effectLst/>
                        </a:rPr>
                        <a:t>151874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640" marR="18640" marT="186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200" u="none" strike="noStrike">
                          <a:effectLst/>
                        </a:rPr>
                        <a:t>620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640" marR="18640" marT="186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200" u="none" strike="noStrike">
                          <a:effectLst/>
                        </a:rPr>
                        <a:t>38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640" marR="18640" marT="18640" marB="0" anchor="b"/>
                </a:tc>
                <a:extLst>
                  <a:ext uri="{0D108BD9-81ED-4DB2-BD59-A6C34878D82A}">
                    <a16:rowId xmlns:a16="http://schemas.microsoft.com/office/drawing/2014/main" val="16205676"/>
                  </a:ext>
                </a:extLst>
              </a:tr>
              <a:tr h="418271">
                <a:tc>
                  <a:txBody>
                    <a:bodyPr/>
                    <a:lstStyle/>
                    <a:p>
                      <a:pPr algn="l" fontAlgn="b"/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640" marR="18640" marT="1864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200" u="none" strike="noStrike">
                          <a:effectLst/>
                        </a:rPr>
                        <a:t>Annual        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640" marR="18640" marT="186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1348</a:t>
                      </a:r>
                    </a:p>
                  </a:txBody>
                  <a:tcPr marL="18640" marR="18640" marT="186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200" u="none" strike="noStrike">
                          <a:effectLst/>
                        </a:rPr>
                        <a:t>99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640" marR="18640" marT="186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200" u="none" strike="noStrike">
                          <a:effectLst/>
                        </a:rPr>
                        <a:t>5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640" marR="18640" marT="18640" marB="0" anchor="b"/>
                </a:tc>
                <a:extLst>
                  <a:ext uri="{0D108BD9-81ED-4DB2-BD59-A6C34878D82A}">
                    <a16:rowId xmlns:a16="http://schemas.microsoft.com/office/drawing/2014/main" val="23389920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6450976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0" name="Rectangle 99">
            <a:extLst>
              <a:ext uri="{FF2B5EF4-FFF2-40B4-BE49-F238E27FC236}">
                <a16:creationId xmlns:a16="http://schemas.microsoft.com/office/drawing/2014/main" id="{9DBC8166-481C-4473-95F5-9A5B9073B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Freeform: Shape 101">
            <a:extLst>
              <a:ext uri="{FF2B5EF4-FFF2-40B4-BE49-F238E27FC236}">
                <a16:creationId xmlns:a16="http://schemas.microsoft.com/office/drawing/2014/main" id="{A5A5CE6E-90AF-4D43-A014-1F9EC83EB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4512467" cy="6858000"/>
          </a:xfrm>
          <a:custGeom>
            <a:avLst/>
            <a:gdLst>
              <a:gd name="connsiteX0" fmla="*/ 0 w 4512467"/>
              <a:gd name="connsiteY0" fmla="*/ 0 h 6858000"/>
              <a:gd name="connsiteX1" fmla="*/ 2579526 w 4512467"/>
              <a:gd name="connsiteY1" fmla="*/ 0 h 6858000"/>
              <a:gd name="connsiteX2" fmla="*/ 2583267 w 4512467"/>
              <a:gd name="connsiteY2" fmla="*/ 2151 h 6858000"/>
              <a:gd name="connsiteX3" fmla="*/ 4512467 w 4512467"/>
              <a:gd name="connsiteY3" fmla="*/ 3429000 h 6858000"/>
              <a:gd name="connsiteX4" fmla="*/ 2583267 w 4512467"/>
              <a:gd name="connsiteY4" fmla="*/ 6855849 h 6858000"/>
              <a:gd name="connsiteX5" fmla="*/ 2579526 w 4512467"/>
              <a:gd name="connsiteY5" fmla="*/ 6858000 h 6858000"/>
              <a:gd name="connsiteX6" fmla="*/ 0 w 451246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12467" h="6858000">
                <a:moveTo>
                  <a:pt x="0" y="0"/>
                </a:moveTo>
                <a:lnTo>
                  <a:pt x="2579526" y="0"/>
                </a:lnTo>
                <a:lnTo>
                  <a:pt x="2583267" y="2151"/>
                </a:lnTo>
                <a:cubicBezTo>
                  <a:pt x="3739868" y="704919"/>
                  <a:pt x="4512467" y="1976735"/>
                  <a:pt x="4512467" y="3429000"/>
                </a:cubicBezTo>
                <a:cubicBezTo>
                  <a:pt x="4512467" y="4881266"/>
                  <a:pt x="3739868" y="6153081"/>
                  <a:pt x="2583267" y="6855849"/>
                </a:cubicBezTo>
                <a:lnTo>
                  <a:pt x="257952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0F2189-DD66-4CB6-B965-78BFE9445B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43467"/>
            <a:ext cx="2951205" cy="5571066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Unique Client Count of bought LH or not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896A0D97-381C-44E5-A277-977F62E1C1D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33032340"/>
              </p:ext>
            </p:extLst>
          </p:nvPr>
        </p:nvGraphicFramePr>
        <p:xfrm>
          <a:off x="5262068" y="513144"/>
          <a:ext cx="5721618" cy="2763456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2906513">
                  <a:extLst>
                    <a:ext uri="{9D8B030D-6E8A-4147-A177-3AD203B41FA5}">
                      <a16:colId xmlns:a16="http://schemas.microsoft.com/office/drawing/2014/main" val="924507528"/>
                    </a:ext>
                  </a:extLst>
                </a:gridCol>
                <a:gridCol w="1615938">
                  <a:extLst>
                    <a:ext uri="{9D8B030D-6E8A-4147-A177-3AD203B41FA5}">
                      <a16:colId xmlns:a16="http://schemas.microsoft.com/office/drawing/2014/main" val="851505094"/>
                    </a:ext>
                  </a:extLst>
                </a:gridCol>
                <a:gridCol w="1199167">
                  <a:extLst>
                    <a:ext uri="{9D8B030D-6E8A-4147-A177-3AD203B41FA5}">
                      <a16:colId xmlns:a16="http://schemas.microsoft.com/office/drawing/2014/main" val="1137505722"/>
                    </a:ext>
                  </a:extLst>
                </a:gridCol>
              </a:tblGrid>
              <a:tr h="1018612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500" u="none" strike="noStrike" err="1">
                          <a:effectLst/>
                        </a:rPr>
                        <a:t>has_bought_LH</a:t>
                      </a:r>
                      <a:endParaRPr lang="en-US" sz="2500" b="1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  <a:p>
                      <a:pPr algn="l" fontAlgn="ctr"/>
                      <a:endParaRPr lang="en-US" sz="2500" b="1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24186" marR="24186" marT="24186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u="none" strike="noStrike">
                          <a:effectLst/>
                        </a:rPr>
                        <a:t>count</a:t>
                      </a:r>
                      <a:endParaRPr lang="en-US" sz="3200" b="1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24186" marR="24186" marT="24186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3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%</a:t>
                      </a:r>
                    </a:p>
                  </a:txBody>
                  <a:tcPr marL="24186" marR="24186" marT="24186" marB="0" anchor="b"/>
                </a:tc>
                <a:extLst>
                  <a:ext uri="{0D108BD9-81ED-4DB2-BD59-A6C34878D82A}">
                    <a16:rowId xmlns:a16="http://schemas.microsoft.com/office/drawing/2014/main" val="278370775"/>
                  </a:ext>
                </a:extLst>
              </a:tr>
              <a:tr h="872422">
                <a:tc>
                  <a:txBody>
                    <a:bodyPr/>
                    <a:lstStyle/>
                    <a:p>
                      <a:pPr algn="l" fontAlgn="ctr"/>
                      <a:r>
                        <a:rPr lang="en-US" sz="2500" u="none" strike="noStrike">
                          <a:effectLst/>
                        </a:rPr>
                        <a:t>FALSE</a:t>
                      </a:r>
                      <a:endParaRPr lang="en-US" sz="25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24186" marR="24186" marT="96746" marB="96746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500" u="none" strike="noStrike">
                          <a:effectLst/>
                        </a:rPr>
                        <a:t>441035</a:t>
                      </a:r>
                      <a:endParaRPr lang="en-US" sz="25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24186" marR="24186" marT="96746" marB="96746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500" u="none" strike="noStrike">
                          <a:effectLst/>
                        </a:rPr>
                        <a:t>83</a:t>
                      </a:r>
                      <a:endParaRPr lang="en-US" sz="2500" b="0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24186" marR="24186" marT="24186" marB="0" anchor="b"/>
                </a:tc>
                <a:extLst>
                  <a:ext uri="{0D108BD9-81ED-4DB2-BD59-A6C34878D82A}">
                    <a16:rowId xmlns:a16="http://schemas.microsoft.com/office/drawing/2014/main" val="1949964806"/>
                  </a:ext>
                </a:extLst>
              </a:tr>
              <a:tr h="872422">
                <a:tc>
                  <a:txBody>
                    <a:bodyPr/>
                    <a:lstStyle/>
                    <a:p>
                      <a:pPr algn="l" fontAlgn="ctr"/>
                      <a:r>
                        <a:rPr lang="en-US" sz="2500" u="none" strike="noStrike">
                          <a:effectLst/>
                        </a:rPr>
                        <a:t>TRUE</a:t>
                      </a:r>
                      <a:endParaRPr lang="en-US" sz="25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24186" marR="24186" marT="96746" marB="96746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500" u="none" strike="noStrike">
                          <a:effectLst/>
                        </a:rPr>
                        <a:t>88232</a:t>
                      </a:r>
                      <a:endParaRPr lang="en-US" sz="25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24186" marR="24186" marT="96746" marB="96746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500" u="none" strike="noStrike">
                          <a:effectLst/>
                        </a:rPr>
                        <a:t>17</a:t>
                      </a:r>
                      <a:endParaRPr lang="en-US" sz="2500" b="0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24186" marR="24186" marT="24186" marB="0" anchor="b"/>
                </a:tc>
                <a:extLst>
                  <a:ext uri="{0D108BD9-81ED-4DB2-BD59-A6C34878D82A}">
                    <a16:rowId xmlns:a16="http://schemas.microsoft.com/office/drawing/2014/main" val="3470324717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2033B45C-581A-4A1D-A145-DD2275726760}"/>
              </a:ext>
            </a:extLst>
          </p:cNvPr>
          <p:cNvSpPr txBox="1"/>
          <p:nvPr/>
        </p:nvSpPr>
        <p:spPr>
          <a:xfrm>
            <a:off x="5262067" y="4365172"/>
            <a:ext cx="5721617" cy="170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500"/>
              <a:t>We Have 83% potential customers!!!!</a:t>
            </a:r>
          </a:p>
          <a:p>
            <a:endParaRPr lang="en-US" sz="3500"/>
          </a:p>
        </p:txBody>
      </p:sp>
    </p:spTree>
    <p:extLst>
      <p:ext uri="{BB962C8B-B14F-4D97-AF65-F5344CB8AC3E}">
        <p14:creationId xmlns:p14="http://schemas.microsoft.com/office/powerpoint/2010/main" val="224482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53E60C6D-4E85-4E14-BCDF-BF15C241F7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523B02-5F95-4633-8AAA-EFDF6751F9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1294" y="486184"/>
            <a:ext cx="5397237" cy="1325563"/>
          </a:xfrm>
        </p:spPr>
        <p:txBody>
          <a:bodyPr>
            <a:normAutofit/>
          </a:bodyPr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BF5D326-CBEB-4E3A-8535-FCB539B78E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063" y="-7971"/>
            <a:ext cx="6071820" cy="3718991"/>
          </a:xfrm>
          <a:custGeom>
            <a:avLst/>
            <a:gdLst/>
            <a:ahLst/>
            <a:cxnLst/>
            <a:rect l="l" t="t" r="r" b="b"/>
            <a:pathLst>
              <a:path w="4555700" h="2733294">
                <a:moveTo>
                  <a:pt x="82217" y="0"/>
                </a:moveTo>
                <a:lnTo>
                  <a:pt x="4473483" y="0"/>
                </a:lnTo>
                <a:cubicBezTo>
                  <a:pt x="4518890" y="0"/>
                  <a:pt x="4555700" y="36810"/>
                  <a:pt x="4555700" y="82217"/>
                </a:cubicBezTo>
                <a:lnTo>
                  <a:pt x="4555700" y="2651077"/>
                </a:lnTo>
                <a:cubicBezTo>
                  <a:pt x="4555700" y="2696484"/>
                  <a:pt x="4518890" y="2733294"/>
                  <a:pt x="4473483" y="2733294"/>
                </a:cubicBezTo>
                <a:lnTo>
                  <a:pt x="82217" y="2733294"/>
                </a:lnTo>
                <a:cubicBezTo>
                  <a:pt x="36810" y="2733294"/>
                  <a:pt x="0" y="2696484"/>
                  <a:pt x="0" y="2651077"/>
                </a:cubicBezTo>
                <a:lnTo>
                  <a:pt x="0" y="82217"/>
                </a:lnTo>
                <a:cubicBezTo>
                  <a:pt x="0" y="36810"/>
                  <a:pt x="36810" y="0"/>
                  <a:pt x="82217" y="0"/>
                </a:cubicBezTo>
                <a:close/>
              </a:path>
            </a:pathLst>
          </a:custGeom>
        </p:spPr>
      </p:pic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7D42D292-4C48-479B-9E59-E29CD9871C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7323EF7-A466-4BE7-905C-09A907464C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88" y="3626249"/>
            <a:ext cx="5812971" cy="3720301"/>
          </a:xfrm>
          <a:custGeom>
            <a:avLst/>
            <a:gdLst/>
            <a:ahLst/>
            <a:cxnLst/>
            <a:rect l="l" t="t" r="r" b="b"/>
            <a:pathLst>
              <a:path w="4438338" h="2323972">
                <a:moveTo>
                  <a:pt x="69905" y="0"/>
                </a:moveTo>
                <a:lnTo>
                  <a:pt x="4368433" y="0"/>
                </a:lnTo>
                <a:cubicBezTo>
                  <a:pt x="4407040" y="0"/>
                  <a:pt x="4438338" y="31298"/>
                  <a:pt x="4438338" y="69905"/>
                </a:cubicBezTo>
                <a:lnTo>
                  <a:pt x="4438338" y="2254067"/>
                </a:lnTo>
                <a:cubicBezTo>
                  <a:pt x="4438338" y="2292674"/>
                  <a:pt x="4407040" y="2323972"/>
                  <a:pt x="4368433" y="2323972"/>
                </a:cubicBezTo>
                <a:lnTo>
                  <a:pt x="69905" y="2323972"/>
                </a:lnTo>
                <a:cubicBezTo>
                  <a:pt x="31298" y="2323972"/>
                  <a:pt x="0" y="2292674"/>
                  <a:pt x="0" y="2254067"/>
                </a:cubicBezTo>
                <a:lnTo>
                  <a:pt x="0" y="69905"/>
                </a:lnTo>
                <a:cubicBezTo>
                  <a:pt x="0" y="31298"/>
                  <a:pt x="31298" y="0"/>
                  <a:pt x="69905" y="0"/>
                </a:cubicBez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E4A81A-FF7F-43AE-905F-910C1DE440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1294" y="1946684"/>
            <a:ext cx="5397237" cy="4351338"/>
          </a:xfrm>
        </p:spPr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16" name="Arc 15">
            <a:extLst>
              <a:ext uri="{FF2B5EF4-FFF2-40B4-BE49-F238E27FC236}">
                <a16:creationId xmlns:a16="http://schemas.microsoft.com/office/drawing/2014/main" id="{533DF362-939D-4EEE-8DC4-6B54607E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95198">
            <a:off x="1539683" y="162676"/>
            <a:ext cx="4083433" cy="4083433"/>
          </a:xfrm>
          <a:prstGeom prst="arc">
            <a:avLst>
              <a:gd name="adj1" fmla="val 17445962"/>
              <a:gd name="adj2" fmla="val 0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90412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523B02-5F95-4633-8AAA-EFDF6751F9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66856" y="365125"/>
            <a:ext cx="4386943" cy="1325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E4A81A-FF7F-43AE-905F-910C1DE440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66856" y="1825625"/>
            <a:ext cx="4386944" cy="4351338"/>
          </a:xfrm>
        </p:spPr>
        <p:txBody>
          <a:bodyPr>
            <a:normAutofit/>
          </a:bodyPr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F3EF965-F447-4CBD-8EF9-4FCF0664A4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75" y="-19050"/>
            <a:ext cx="5953125" cy="34194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7CC361E-5B8B-4C64-8101-26440ADBCD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874" y="3457576"/>
            <a:ext cx="5953125" cy="3419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289278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A95671B-3CC6-4792-9114-B74FAEA22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523B02-5F95-4633-8AAA-EFDF6751F9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3145" y="396313"/>
            <a:ext cx="2116016" cy="1111843"/>
          </a:xfrm>
        </p:spPr>
        <p:txBody>
          <a:bodyPr anchor="ctr">
            <a:normAutofit/>
          </a:bodyPr>
          <a:lstStyle/>
          <a:p>
            <a:pPr algn="ctr"/>
            <a:endParaRPr lang="en-US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E4A81A-FF7F-43AE-905F-910C1DE440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69604" y="2900349"/>
            <a:ext cx="3096992" cy="2027282"/>
          </a:xfrm>
        </p:spPr>
        <p:txBody>
          <a:bodyPr anchor="ctr">
            <a:normAutofit fontScale="25000" lnSpcReduction="20000"/>
          </a:bodyPr>
          <a:lstStyle/>
          <a:p>
            <a:pPr algn="ctr"/>
            <a:r>
              <a:rPr lang="en-US" sz="11200" dirty="0"/>
              <a:t>The number of customers buying medical(green) line increased in contrast to other products.</a:t>
            </a:r>
          </a:p>
          <a:p>
            <a:pPr algn="ctr"/>
            <a:r>
              <a:rPr lang="en-US" sz="11200" dirty="0"/>
              <a:t>At 2021, more people are buying traditional life(brown).</a:t>
            </a:r>
          </a:p>
          <a:p>
            <a:pPr algn="ctr"/>
            <a:endParaRPr lang="en-US" sz="20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C938E3-EC16-41DB-8A20-E6C1BB21F1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3355" y="3419475"/>
            <a:ext cx="9179800" cy="34194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6EDF51D-501E-455D-BA67-1A3BD08EB0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9317" y="45241"/>
            <a:ext cx="10548734" cy="3447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565429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523B02-5F95-4633-8AAA-EFDF6751F9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66856" y="365125"/>
            <a:ext cx="4386943" cy="1325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E4A81A-FF7F-43AE-905F-910C1DE440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66856" y="1825625"/>
            <a:ext cx="4386944" cy="4351338"/>
          </a:xfrm>
        </p:spPr>
        <p:txBody>
          <a:bodyPr/>
          <a:lstStyle/>
          <a:p>
            <a:r>
              <a:rPr lang="en-US"/>
              <a:t>Most people bought annual trip at 2021</a:t>
            </a:r>
          </a:p>
          <a:p>
            <a:r>
              <a:rPr lang="en-US"/>
              <a:t>Most travel duration is 4-5 days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1C26CA2-0287-45F1-99A4-5AA5EEC4DC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7862"/>
            <a:ext cx="5921828" cy="33618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E4D60EE-3F1E-45A7-9F75-077CF313EA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399682"/>
            <a:ext cx="5921829" cy="3744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544190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0" name="Rectangle 31">
            <a:extLst>
              <a:ext uri="{FF2B5EF4-FFF2-40B4-BE49-F238E27FC236}">
                <a16:creationId xmlns:a16="http://schemas.microsoft.com/office/drawing/2014/main" id="{84DF55BE-B4AB-4BA1-BDE1-E9F7FB3F11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523B02-5F95-4633-8AAA-EFDF6751F9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735" y="115035"/>
            <a:ext cx="3012294" cy="2116536"/>
          </a:xfrm>
        </p:spPr>
        <p:txBody>
          <a:bodyPr>
            <a:normAutofit fontScale="90000"/>
          </a:bodyPr>
          <a:lstStyle/>
          <a:p>
            <a:r>
              <a:rPr lang="en-US" sz="4000" dirty="0"/>
              <a:t>First – time –buying –LH-age group distribution.</a:t>
            </a:r>
            <a:endParaRPr lang="en-US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E4A81A-FF7F-43AE-905F-910C1DE440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8196" y="2763794"/>
            <a:ext cx="3012294" cy="3690551"/>
          </a:xfrm>
        </p:spPr>
        <p:txBody>
          <a:bodyPr>
            <a:normAutofit/>
          </a:bodyPr>
          <a:lstStyle/>
          <a:p>
            <a:r>
              <a:rPr lang="en-US" sz="2000"/>
              <a:t>Since around 2012, the Age group of first-time-buying-LH has most increased in the age group of 17-30, more young people are gaining more awareness on LH insurance products.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311F15-EAB3-450C-B9CD-D91F167651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1925" y="0"/>
            <a:ext cx="9050075" cy="337115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95EBAE5-4566-400E-8D78-C5A7247771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0766" y="3271600"/>
            <a:ext cx="9226382" cy="3690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174914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523B02-5F95-4633-8AAA-EFDF6751F9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3199" y="55392"/>
            <a:ext cx="5953125" cy="1325563"/>
          </a:xfrm>
        </p:spPr>
        <p:txBody>
          <a:bodyPr>
            <a:normAutofit fontScale="90000"/>
          </a:bodyPr>
          <a:lstStyle/>
          <a:p>
            <a:r>
              <a:rPr lang="en-US" dirty="0"/>
              <a:t>Distribution of each unique client’s age when they bought LH for the first time.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E4A81A-FF7F-43AE-905F-910C1DE440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14456" y="1491967"/>
            <a:ext cx="4386944" cy="4351338"/>
          </a:xfrm>
        </p:spPr>
        <p:txBody>
          <a:bodyPr/>
          <a:lstStyle/>
          <a:p>
            <a:r>
              <a:rPr lang="en-US"/>
              <a:t>Most people </a:t>
            </a:r>
            <a:r>
              <a:rPr lang="en-US" dirty="0"/>
              <a:t>first </a:t>
            </a:r>
            <a:r>
              <a:rPr lang="en-US"/>
              <a:t>buy L&amp;H product at the age </a:t>
            </a:r>
          </a:p>
          <a:p>
            <a:r>
              <a:rPr lang="en-US"/>
              <a:t>18</a:t>
            </a:r>
          </a:p>
          <a:p>
            <a:r>
              <a:rPr lang="en-US"/>
              <a:t>22-26</a:t>
            </a:r>
          </a:p>
          <a:p>
            <a:r>
              <a:rPr lang="en-US"/>
              <a:t>29-30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978665-ED7F-498E-B170-74074F690E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724" y="319768"/>
            <a:ext cx="5953125" cy="31813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BA78BF7-87C1-4158-8520-AAD7EB2C14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12130"/>
            <a:ext cx="11201400" cy="329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737320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523B02-5F95-4633-8AAA-EFDF6751F9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66856" y="365125"/>
            <a:ext cx="4386943" cy="1325563"/>
          </a:xfrm>
        </p:spPr>
        <p:txBody>
          <a:bodyPr>
            <a:normAutofit fontScale="90000"/>
          </a:bodyPr>
          <a:lstStyle/>
          <a:p>
            <a:r>
              <a:rPr lang="en-US" b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With LH</a:t>
            </a:r>
            <a:br>
              <a:rPr lang="en-US" b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</a:br>
            <a:r>
              <a:rPr lang="en-US" b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Gender Ratio</a:t>
            </a:r>
            <a:b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E4A81A-FF7F-43AE-905F-910C1DE440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66856" y="1825625"/>
            <a:ext cx="4386944" cy="4351338"/>
          </a:xfrm>
        </p:spPr>
        <p:txBody>
          <a:bodyPr/>
          <a:lstStyle/>
          <a:p>
            <a:r>
              <a:rPr lang="en-US"/>
              <a:t>Females are always more aware of insurance then Male.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9A4E094-2C35-46E0-805B-1975E62169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604" y="189706"/>
            <a:ext cx="6703028" cy="3707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657270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E32D6D-1A3A-481F-BADE-19C45032D0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65125"/>
            <a:ext cx="2111829" cy="1325563"/>
          </a:xfrm>
        </p:spPr>
        <p:txBody>
          <a:bodyPr>
            <a:normAutofit fontScale="90000"/>
          </a:bodyPr>
          <a:lstStyle/>
          <a:p>
            <a:r>
              <a:rPr lang="en-US" dirty="0"/>
              <a:t>Avg premium per year per plan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DEB8C4-E9BC-42AF-B971-04974E41A2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3725" y="-19050"/>
            <a:ext cx="9058275" cy="356961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10E815B-7A28-46C7-A4F5-BCA1ADD029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6308" y="3429000"/>
            <a:ext cx="9025692" cy="3331029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E911CA0-FEB7-4EAE-8BB8-408AD4F6AD93}"/>
              </a:ext>
            </a:extLst>
          </p:cNvPr>
          <p:cNvSpPr txBox="1">
            <a:spLocks/>
          </p:cNvSpPr>
          <p:nvPr/>
        </p:nvSpPr>
        <p:spPr>
          <a:xfrm>
            <a:off x="-76201" y="2595059"/>
            <a:ext cx="3385457" cy="18789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The average annual premium of traditional life(pink) has increased drastically from 2018.</a:t>
            </a:r>
          </a:p>
        </p:txBody>
      </p:sp>
    </p:spTree>
    <p:extLst>
      <p:ext uri="{BB962C8B-B14F-4D97-AF65-F5344CB8AC3E}">
        <p14:creationId xmlns:p14="http://schemas.microsoft.com/office/powerpoint/2010/main" val="158306629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2C7281-0215-469F-BF2C-496CE15C04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4989"/>
            <a:ext cx="3837894" cy="1626961"/>
          </a:xfrm>
        </p:spPr>
        <p:txBody>
          <a:bodyPr>
            <a:normAutofit fontScale="90000"/>
          </a:bodyPr>
          <a:lstStyle/>
          <a:p>
            <a:r>
              <a:rPr lang="en-US" dirty="0"/>
              <a:t>Total premium</a:t>
            </a:r>
            <a:br>
              <a:rPr lang="en-US" dirty="0"/>
            </a:br>
            <a:r>
              <a:rPr lang="en-US" dirty="0"/>
              <a:t>per year per type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C33D17-7259-4D64-AF40-41E27B5308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275" y="1825624"/>
            <a:ext cx="3124199" cy="3956504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Total prem of traditional life(pink) has increased from 2018 as well.</a:t>
            </a:r>
          </a:p>
          <a:p>
            <a:r>
              <a:rPr lang="en-US" dirty="0"/>
              <a:t>Medical(red) increased while critical illness(blue) decreased.</a:t>
            </a:r>
          </a:p>
          <a:p>
            <a:r>
              <a:rPr lang="en-US" dirty="0"/>
              <a:t>Seems more ppl are buying medical instead of CI.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EFECE5-BD27-4DFD-BE98-20968D4354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3248" y="115887"/>
            <a:ext cx="8372475" cy="34194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8138CE3-19CB-4631-BB16-9752C7EAE6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7998" y="3573462"/>
            <a:ext cx="8467725" cy="3181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748796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A95671B-3CC6-4792-9114-B74FAEA22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A0395D4-DD9F-4206-88E4-0B5C7127FE91}"/>
              </a:ext>
            </a:extLst>
          </p:cNvPr>
          <p:cNvSpPr txBox="1"/>
          <p:nvPr/>
        </p:nvSpPr>
        <p:spPr>
          <a:xfrm>
            <a:off x="-25690" y="2095690"/>
            <a:ext cx="250371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number of policy of medical product is the largest while traditional life is the most profitable product compare both Total .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29E8FA9-9AF0-4CBD-8158-733113781A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4185" y="3429000"/>
            <a:ext cx="11249490" cy="367644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C523B02-5F95-4633-8AAA-EFDF6751F9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060446" y="279202"/>
            <a:ext cx="5130218" cy="1111843"/>
          </a:xfrm>
        </p:spPr>
        <p:txBody>
          <a:bodyPr anchor="ctr">
            <a:normAutofit fontScale="90000"/>
          </a:bodyPr>
          <a:lstStyle/>
          <a:p>
            <a:pPr algn="ctr"/>
            <a:r>
              <a:rPr lang="en-US" sz="4000" dirty="0"/>
              <a:t>Total Annual premium VS</a:t>
            </a:r>
            <a:br>
              <a:rPr lang="en-US" sz="4000" dirty="0"/>
            </a:br>
            <a:r>
              <a:rPr lang="en-US" sz="4000" dirty="0"/>
              <a:t>Number of unique policy number</a:t>
            </a:r>
            <a:br>
              <a:rPr lang="en-US" sz="4000" dirty="0"/>
            </a:br>
            <a:r>
              <a:rPr lang="en-US" sz="4000" dirty="0"/>
              <a:t>Per year Per Plan Type</a:t>
            </a:r>
            <a:endParaRPr lang="en-US" sz="400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CF080999-89D2-4835-BC6C-4BBE3BF7EA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2334" y="-119742"/>
            <a:ext cx="9739666" cy="3827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374274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D7B6173-1D58-48E2-83CF-37350F315F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5D813D1-BA6B-40B4-A101-04BB894455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0DAC8FB-A162-44E3-A606-C855A03A5B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952" cy="686238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21BDEC81-16A7-4451-B893-C15000083B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EA3DFA5-2D7B-4989-8ED7-8321EC114C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6678" y="0"/>
            <a:ext cx="11145980" cy="6870723"/>
          </a:xfrm>
          <a:prstGeom prst="rect">
            <a:avLst/>
          </a:prstGeom>
          <a:solidFill>
            <a:schemeClr val="bg1"/>
          </a:solidFill>
          <a:ln w="349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523B02-5F95-4633-8AAA-EFDF6751F9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113" y="179509"/>
            <a:ext cx="2995858" cy="1763386"/>
          </a:xfrm>
        </p:spPr>
        <p:txBody>
          <a:bodyPr anchor="b">
            <a:normAutofit fontScale="90000"/>
          </a:bodyPr>
          <a:lstStyle/>
          <a:p>
            <a:r>
              <a:rPr lang="en-US" sz="4800" dirty="0"/>
              <a:t>Premium per </a:t>
            </a:r>
            <a:r>
              <a:rPr lang="en-US" sz="4800" dirty="0" err="1"/>
              <a:t>age_gp</a:t>
            </a:r>
            <a:r>
              <a:rPr lang="en-US" sz="4800" dirty="0"/>
              <a:t> per plan</a:t>
            </a:r>
            <a:endParaRPr lang="en-US" sz="48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E4A81A-FF7F-43AE-905F-910C1DE440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9342" y="2205903"/>
            <a:ext cx="2029813" cy="2941544"/>
          </a:xfrm>
        </p:spPr>
        <p:txBody>
          <a:bodyPr>
            <a:normAutofit fontScale="92500" lnSpcReduction="10000"/>
          </a:bodyPr>
          <a:lstStyle/>
          <a:p>
            <a:r>
              <a:rPr lang="en-US" sz="1800"/>
              <a:t>Term and traditional life are more popular</a:t>
            </a:r>
          </a:p>
          <a:p>
            <a:r>
              <a:rPr lang="en-US" sz="1800"/>
              <a:t>Old medic is the most profitable product, especially among old people</a:t>
            </a:r>
          </a:p>
          <a:p>
            <a:r>
              <a:rPr lang="en-US" sz="1800"/>
              <a:t>Traditional life’s profitability  is </a:t>
            </a:r>
            <a:r>
              <a:rPr lang="en-US" sz="1800" dirty="0"/>
              <a:t>similar</a:t>
            </a:r>
            <a:r>
              <a:rPr lang="en-US" sz="1800"/>
              <a:t> in different age-range.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A9851F-C57C-4CA1-98C5-EB61572951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3660" y="3506665"/>
            <a:ext cx="8913330" cy="325336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C20F656-3AE7-4635-AF55-0272180D0E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3660" y="179510"/>
            <a:ext cx="8913330" cy="3258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666814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A95671B-3CC6-4792-9114-B74FAEA22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5EC255-777A-418A-97F2-E827BE4755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07806"/>
            <a:ext cx="2943330" cy="1111843"/>
          </a:xfrm>
        </p:spPr>
        <p:txBody>
          <a:bodyPr anchor="ctr">
            <a:normAutofit fontScale="90000"/>
          </a:bodyPr>
          <a:lstStyle/>
          <a:p>
            <a:pPr algn="ctr"/>
            <a:r>
              <a:rPr lang="en-US" sz="4000" dirty="0"/>
              <a:t>Avg premium per year per age group</a:t>
            </a:r>
            <a:endParaRPr lang="en-US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0FE13B-F6F1-4935-984A-91C3AA5269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86" y="2113329"/>
            <a:ext cx="2445886" cy="2045014"/>
          </a:xfrm>
        </p:spPr>
        <p:txBody>
          <a:bodyPr anchor="ctr">
            <a:normAutofit fontScale="85000" lnSpcReduction="10000"/>
          </a:bodyPr>
          <a:lstStyle/>
          <a:p>
            <a:pPr algn="ctr"/>
            <a:r>
              <a:rPr lang="en-US" sz="2000"/>
              <a:t>Age group of 51-60 </a:t>
            </a:r>
            <a:r>
              <a:rPr lang="en-US" sz="2000" dirty="0"/>
              <a:t>has pay more in average in 2020, and return to previous level afterwards.</a:t>
            </a:r>
          </a:p>
          <a:p>
            <a:pPr algn="ctr"/>
            <a:r>
              <a:rPr lang="en-US" sz="2000" dirty="0"/>
              <a:t>Age group of 60-61 has increased avg premium at 2019 only.</a:t>
            </a:r>
            <a:endParaRPr lang="en-US" sz="200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BCAB96B-7833-4E92-A0B2-55C84B0EDF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6194" y="3505200"/>
            <a:ext cx="9537964" cy="375864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8772CB6-83AC-464C-825D-DC0E6EFAF8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9321" y="-82000"/>
            <a:ext cx="11040840" cy="3587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901842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FC5AF-4BF8-4B56-A851-9C99AC4D6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2362200" cy="13255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078DC1-573A-42FE-AE15-89228F0CF8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2362200" cy="4351338"/>
          </a:xfrm>
        </p:spPr>
        <p:txBody>
          <a:bodyPr/>
          <a:lstStyle/>
          <a:p>
            <a:r>
              <a:rPr lang="en-US" dirty="0"/>
              <a:t>2019:61-70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2020:51-60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509BCC-F558-4469-A901-56EB010F71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3762" y="115887"/>
            <a:ext cx="8677275" cy="34194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C18B887-2293-41A7-8E7F-E7D25F1DE8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8562" y="3535362"/>
            <a:ext cx="8372475" cy="3419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457922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1E0B6B-B9BE-432F-9AAA-C135B75D0B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4011FBD-D676-441B-9F66-BCAEDAD314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989" y="1993547"/>
            <a:ext cx="11886022" cy="3884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77236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E493E9A-D89A-4B58-BED0-B9FB3CD16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Frequency for Travel + LH Customer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29D30CB-4423-42B7-9BF7-1D854680E17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2098804"/>
              </p:ext>
            </p:extLst>
          </p:nvPr>
        </p:nvGraphicFramePr>
        <p:xfrm>
          <a:off x="644055" y="2621978"/>
          <a:ext cx="10916573" cy="3735279"/>
        </p:xfrm>
        <a:graphic>
          <a:graphicData uri="http://schemas.openxmlformats.org/drawingml/2006/table">
            <a:tbl>
              <a:tblPr firstRow="1" bandRow="1">
                <a:noFill/>
                <a:tableStyleId>{5C22544A-7EE6-4342-B048-85BDC9FD1C3A}</a:tableStyleId>
              </a:tblPr>
              <a:tblGrid>
                <a:gridCol w="3293646">
                  <a:extLst>
                    <a:ext uri="{9D8B030D-6E8A-4147-A177-3AD203B41FA5}">
                      <a16:colId xmlns:a16="http://schemas.microsoft.com/office/drawing/2014/main" val="710361689"/>
                    </a:ext>
                  </a:extLst>
                </a:gridCol>
                <a:gridCol w="1565458">
                  <a:extLst>
                    <a:ext uri="{9D8B030D-6E8A-4147-A177-3AD203B41FA5}">
                      <a16:colId xmlns:a16="http://schemas.microsoft.com/office/drawing/2014/main" val="544859034"/>
                    </a:ext>
                  </a:extLst>
                </a:gridCol>
                <a:gridCol w="1870415">
                  <a:extLst>
                    <a:ext uri="{9D8B030D-6E8A-4147-A177-3AD203B41FA5}">
                      <a16:colId xmlns:a16="http://schemas.microsoft.com/office/drawing/2014/main" val="2977253042"/>
                    </a:ext>
                  </a:extLst>
                </a:gridCol>
                <a:gridCol w="1945502">
                  <a:extLst>
                    <a:ext uri="{9D8B030D-6E8A-4147-A177-3AD203B41FA5}">
                      <a16:colId xmlns:a16="http://schemas.microsoft.com/office/drawing/2014/main" val="1740614377"/>
                    </a:ext>
                  </a:extLst>
                </a:gridCol>
                <a:gridCol w="2241552">
                  <a:extLst>
                    <a:ext uri="{9D8B030D-6E8A-4147-A177-3AD203B41FA5}">
                      <a16:colId xmlns:a16="http://schemas.microsoft.com/office/drawing/2014/main" val="3763856789"/>
                    </a:ext>
                  </a:extLst>
                </a:gridCol>
              </a:tblGrid>
              <a:tr h="487865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 FOR T+LH CUSTOMER</a:t>
                      </a:r>
                      <a:endParaRPr lang="en-US" sz="1800" b="0" i="0" u="none" strike="noStrike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946" marR="11946" marT="80276" marB="80276" anchor="b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endParaRPr lang="en-US" sz="1800" b="0" i="0" u="none" strike="noStrike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946" marR="11946" marT="80276" marB="80276" anchor="b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1. PreCovid</a:t>
                      </a:r>
                      <a:endParaRPr lang="en-US" sz="1800" b="0" i="0" u="none" strike="noStrike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946" marR="11946" marT="80276" marB="80276" anchor="b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2.Covid </a:t>
                      </a:r>
                      <a:endParaRPr lang="en-US" sz="1800" b="0" i="0" u="none" strike="noStrike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946" marR="11946" marT="80276" marB="80276" anchor="b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3.PostCovid</a:t>
                      </a:r>
                      <a:endParaRPr lang="en-US" sz="1800" b="0" i="0" u="none" strike="noStrike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946" marR="11946" marT="80276" marB="80276" anchor="b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7573601"/>
                  </a:ext>
                </a:extLst>
              </a:tr>
              <a:tr h="886775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Bought at least 1 time</a:t>
                      </a:r>
                      <a:endParaRPr lang="en-US" sz="1600" b="0" i="0" u="none" strike="noStrike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algn="l" fontAlgn="b"/>
                      <a:endParaRPr lang="en-US" sz="1500" u="none" strike="noStrike" cap="none" spc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algn="l" fontAlgn="b"/>
                      <a:r>
                        <a:rPr lang="en-US" sz="1500" u="none" strike="noStrike" cap="none" spc="0" err="1">
                          <a:solidFill>
                            <a:schemeClr val="tx1"/>
                          </a:solidFill>
                          <a:effectLst/>
                        </a:rPr>
                        <a:t>Number_unique_contrnb</a:t>
                      </a:r>
                      <a:r>
                        <a:rPr lang="en-US" sz="15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&gt;=1</a:t>
                      </a:r>
                      <a:endParaRPr lang="en-US" sz="1500" b="0" i="0" u="none" strike="noStrike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946" marR="11946" marT="80276" marB="8027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Single</a:t>
                      </a:r>
                      <a:endParaRPr lang="en-US" sz="1500" b="0" i="0" u="none" strike="noStrike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946" marR="11946" marT="80276" marB="8027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78576</a:t>
                      </a:r>
                      <a:endParaRPr lang="en-US" sz="1500" b="0" i="0" u="none" strike="noStrike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946" marR="11946" marT="80276" marB="8027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4788</a:t>
                      </a:r>
                      <a:endParaRPr lang="en-US" sz="1500" b="0" i="0" u="none" strike="noStrike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946" marR="11946" marT="80276" marB="8027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393</a:t>
                      </a:r>
                      <a:endParaRPr lang="en-US" sz="1500" b="0" i="0" u="none" strike="noStrike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946" marR="11946" marT="80276" marB="8027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4578640"/>
                  </a:ext>
                </a:extLst>
              </a:tr>
              <a:tr h="487865">
                <a:tc>
                  <a:txBody>
                    <a:bodyPr/>
                    <a:lstStyle/>
                    <a:p>
                      <a:pPr algn="l" fontAlgn="b"/>
                      <a:endParaRPr lang="en-US" sz="1800" b="0" i="0" u="none" strike="noStrike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946" marR="11946" marT="80276" marB="80276" anchor="b">
                    <a:lnL w="28575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Annual    </a:t>
                      </a:r>
                      <a:endParaRPr lang="en-US" sz="1800" b="0" i="0" u="none" strike="noStrike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946" marR="11946" marT="80276" marB="8027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11057</a:t>
                      </a:r>
                      <a:endParaRPr lang="en-US" sz="1800" b="0" i="0" u="none" strike="noStrike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946" marR="11946" marT="80276" marB="8027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1626</a:t>
                      </a:r>
                      <a:endParaRPr lang="en-US" sz="1800" b="0" i="0" u="none" strike="noStrike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946" marR="11946" marT="80276" marB="8027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118</a:t>
                      </a:r>
                      <a:endParaRPr lang="en-US" sz="1800" b="0" i="0" u="none" strike="noStrike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946" marR="11946" marT="80276" marB="80276" anchor="b">
                    <a:lnL w="12700" cmpd="sng">
                      <a:noFill/>
                      <a:prstDash val="solid"/>
                    </a:lnL>
                    <a:lnR w="28575" cap="flat" cmpd="sng" algn="ctr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183698"/>
                  </a:ext>
                </a:extLst>
              </a:tr>
              <a:tr h="448522"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Bought  at least 2 time</a:t>
                      </a:r>
                      <a:endParaRPr lang="en-US" sz="1500" b="0" i="0" u="none" strike="noStrike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946" marR="11946" marT="80276" marB="8027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Single</a:t>
                      </a:r>
                      <a:endParaRPr lang="en-US" sz="1500" b="0" i="0" u="none" strike="noStrike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946" marR="11946" marT="80276" marB="8027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43718</a:t>
                      </a:r>
                      <a:endParaRPr lang="en-US" sz="1500" b="0" i="0" u="none" strike="noStrike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946" marR="11946" marT="80276" marB="8027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524</a:t>
                      </a:r>
                      <a:endParaRPr lang="en-US" sz="1500" b="0" i="0" u="none" strike="noStrike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946" marR="11946" marT="80276" marB="8027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15</a:t>
                      </a:r>
                      <a:endParaRPr lang="en-US" sz="1500" b="0" i="0" u="none" strike="noStrike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946" marR="11946" marT="80276" marB="8027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0222314"/>
                  </a:ext>
                </a:extLst>
              </a:tr>
              <a:tr h="487865">
                <a:tc>
                  <a:txBody>
                    <a:bodyPr/>
                    <a:lstStyle/>
                    <a:p>
                      <a:pPr algn="l" fontAlgn="b"/>
                      <a:endParaRPr lang="en-US" sz="1800" b="0" i="0" u="none" strike="noStrike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946" marR="11946" marT="80276" marB="80276" anchor="b">
                    <a:lnL w="28575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Annual    </a:t>
                      </a:r>
                      <a:endParaRPr lang="en-US" sz="1800" b="0" i="0" u="none" strike="noStrike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946" marR="11946" marT="80276" marB="8027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2269</a:t>
                      </a:r>
                      <a:endParaRPr lang="en-US" sz="1800" b="0" i="0" u="none" strike="noStrike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946" marR="11946" marT="80276" marB="8027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126</a:t>
                      </a:r>
                      <a:endParaRPr lang="en-US" sz="1800" b="0" i="0" u="none" strike="noStrike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946" marR="11946" marT="80276" marB="8027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5</a:t>
                      </a:r>
                      <a:endParaRPr lang="en-US" sz="1800" b="0" i="0" u="none" strike="noStrike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946" marR="11946" marT="80276" marB="80276" anchor="b">
                    <a:lnL w="12700" cmpd="sng">
                      <a:noFill/>
                      <a:prstDash val="solid"/>
                    </a:lnL>
                    <a:lnR w="28575" cap="flat" cmpd="sng" algn="ctr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9137412"/>
                  </a:ext>
                </a:extLst>
              </a:tr>
              <a:tr h="448522"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bought &gt;=3 time</a:t>
                      </a:r>
                      <a:endParaRPr lang="en-US" sz="1500" b="0" i="0" u="none" strike="noStrike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946" marR="11946" marT="80276" marB="8027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Single</a:t>
                      </a:r>
                      <a:endParaRPr lang="en-US" sz="1500" b="0" i="0" u="none" strike="noStrike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946" marR="11946" marT="80276" marB="8027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28571</a:t>
                      </a:r>
                      <a:endParaRPr lang="en-US" sz="1500" b="0" i="0" u="none" strike="noStrike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946" marR="11946" marT="80276" marB="8027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79</a:t>
                      </a:r>
                      <a:endParaRPr lang="en-US" sz="1500" b="0" i="0" u="none" strike="noStrike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946" marR="11946" marT="80276" marB="8027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en-US" sz="1500" b="0" i="0" u="none" strike="noStrike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946" marR="11946" marT="80276" marB="8027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9018612"/>
                  </a:ext>
                </a:extLst>
              </a:tr>
              <a:tr h="487865">
                <a:tc>
                  <a:txBody>
                    <a:bodyPr/>
                    <a:lstStyle/>
                    <a:p>
                      <a:pPr algn="l" fontAlgn="b"/>
                      <a:endParaRPr lang="en-US" sz="1800" b="0" i="0" u="none" strike="noStrike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946" marR="11946" marT="80276" marB="80276" anchor="b">
                    <a:lnL w="28575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Annual        </a:t>
                      </a:r>
                      <a:endParaRPr lang="en-US" sz="1800" b="0" i="0" u="none" strike="noStrike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946" marR="11946" marT="80276" marB="8027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397</a:t>
                      </a:r>
                      <a:endParaRPr lang="en-US" sz="1800" b="0" i="0" u="none" strike="noStrike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946" marR="11946" marT="80276" marB="8027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10</a:t>
                      </a:r>
                      <a:endParaRPr lang="en-US" sz="1800" b="0" i="0" u="none" strike="noStrike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946" marR="11946" marT="80276" marB="8027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1800" b="0" i="0" u="none" strike="noStrike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946" marR="11946" marT="80276" marB="80276" anchor="b">
                    <a:lnL w="12700" cmpd="sng">
                      <a:noFill/>
                      <a:prstDash val="solid"/>
                    </a:lnL>
                    <a:lnR w="28575" cap="flat" cmpd="sng" algn="ctr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90582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2465550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735B5-BCAC-421B-83C1-F5009A9D22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discovery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279423-2A7B-42E7-9AAD-819A01DEF5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646699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E6EAFA-F187-4301-AF53-96466AF430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6643"/>
            <a:ext cx="10515600" cy="1207358"/>
          </a:xfrm>
        </p:spPr>
        <p:txBody>
          <a:bodyPr>
            <a:normAutofit/>
          </a:bodyPr>
          <a:lstStyle/>
          <a:p>
            <a:r>
              <a:rPr lang="en-US" sz="5400"/>
              <a:t>Knowledge Points</a:t>
            </a:r>
          </a:p>
        </p:txBody>
      </p:sp>
      <p:sp>
        <p:nvSpPr>
          <p:cNvPr id="15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CBF708-59D3-496D-851E-63B5ADC75F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611974"/>
          </a:xfrm>
        </p:spPr>
        <p:txBody>
          <a:bodyPr>
            <a:noAutofit/>
          </a:bodyPr>
          <a:lstStyle/>
          <a:p>
            <a:r>
              <a:rPr lang="en-US" sz="2200" dirty="0">
                <a:latin typeface="Consolas" panose="020B0609020204030204" pitchFamily="49" charset="0"/>
              </a:rPr>
              <a:t>Column ‘plan 1’ is indicating single/annual trip</a:t>
            </a:r>
          </a:p>
          <a:p>
            <a:r>
              <a:rPr lang="en-US" sz="2200" b="0" i="0" dirty="0" err="1">
                <a:effectLst/>
                <a:latin typeface="Consolas" panose="020B0609020204030204" pitchFamily="49" charset="0"/>
              </a:rPr>
              <a:t>paymnt_g</a:t>
            </a:r>
            <a:r>
              <a:rPr lang="en-US" sz="2200" b="0" i="0" dirty="0">
                <a:effectLst/>
                <a:latin typeface="Consolas" panose="020B0609020204030204" pitchFamily="49" charset="0"/>
              </a:rPr>
              <a:t> is being used, not </a:t>
            </a:r>
            <a:r>
              <a:rPr lang="en-US" sz="2200" b="0" i="0" dirty="0" err="1">
                <a:effectLst/>
                <a:latin typeface="Consolas" panose="020B0609020204030204" pitchFamily="49" charset="0"/>
              </a:rPr>
              <a:t>paymnt_n</a:t>
            </a:r>
            <a:r>
              <a:rPr lang="en-US" sz="2200" b="0" i="0" dirty="0">
                <a:effectLst/>
                <a:latin typeface="Consolas" panose="020B0609020204030204" pitchFamily="49" charset="0"/>
              </a:rPr>
              <a:t>(told by Travel Team)</a:t>
            </a:r>
          </a:p>
          <a:p>
            <a:r>
              <a:rPr lang="en-US" sz="2200" dirty="0">
                <a:latin typeface="Consolas" panose="020B0609020204030204" pitchFamily="49" charset="0"/>
              </a:rPr>
              <a:t>Use </a:t>
            </a:r>
            <a:r>
              <a:rPr lang="en-US" sz="2200" dirty="0" err="1">
                <a:latin typeface="Consolas" panose="020B0609020204030204" pitchFamily="49" charset="0"/>
              </a:rPr>
              <a:t>If_pol</a:t>
            </a:r>
            <a:r>
              <a:rPr lang="en-US" sz="2200" dirty="0">
                <a:latin typeface="Consolas" panose="020B0609020204030204" pitchFamily="49" charset="0"/>
              </a:rPr>
              <a:t> + period to check if the contract is </a:t>
            </a:r>
            <a:r>
              <a:rPr lang="en-US" sz="2200" dirty="0" err="1">
                <a:latin typeface="Consolas" panose="020B0609020204030204" pitchFamily="49" charset="0"/>
              </a:rPr>
              <a:t>inforce</a:t>
            </a:r>
            <a:r>
              <a:rPr lang="en-US" sz="2200" dirty="0">
                <a:latin typeface="Consolas" panose="020B0609020204030204" pitchFamily="49" charset="0"/>
              </a:rPr>
              <a:t> in that year</a:t>
            </a:r>
          </a:p>
          <a:p>
            <a:r>
              <a:rPr lang="en-US" sz="2200" dirty="0">
                <a:latin typeface="Consolas" panose="020B0609020204030204" pitchFamily="49" charset="0"/>
              </a:rPr>
              <a:t>CCDATE: renew date , OCCDATE: the date when first buy the policy</a:t>
            </a:r>
          </a:p>
          <a:p>
            <a:r>
              <a:rPr lang="en-US" sz="2200" b="0" dirty="0">
                <a:effectLst/>
                <a:latin typeface="Consolas" panose="020B0609020204030204" pitchFamily="49" charset="0"/>
              </a:rPr>
              <a:t>DUMMY_ID=['unknown','A123456','F123456’](IDs that I think is not real)</a:t>
            </a:r>
          </a:p>
          <a:p>
            <a:r>
              <a:rPr lang="en-US" sz="2200" b="0" dirty="0">
                <a:effectLst/>
                <a:latin typeface="Consolas" panose="020B0609020204030204" pitchFamily="49" charset="0"/>
              </a:rPr>
              <a:t>DATREP</a:t>
            </a:r>
            <a:r>
              <a:rPr lang="en-US" sz="2200" dirty="0">
                <a:latin typeface="Consolas" panose="020B0609020204030204" pitchFamily="49" charset="0"/>
              </a:rPr>
              <a:t> in </a:t>
            </a:r>
            <a:r>
              <a:rPr lang="en-US" sz="2200" dirty="0" err="1">
                <a:latin typeface="Consolas" panose="020B0609020204030204" pitchFamily="49" charset="0"/>
              </a:rPr>
              <a:t>claimbase</a:t>
            </a:r>
            <a:r>
              <a:rPr lang="en-US" sz="2200" dirty="0">
                <a:latin typeface="Consolas" panose="020B0609020204030204" pitchFamily="49" charset="0"/>
              </a:rPr>
              <a:t> is date of reporting the accident.</a:t>
            </a:r>
          </a:p>
          <a:p>
            <a:r>
              <a:rPr lang="en-US" sz="2200" b="0" dirty="0">
                <a:effectLst/>
                <a:latin typeface="Consolas" panose="020B0609020204030204" pitchFamily="49" charset="0"/>
              </a:rPr>
              <a:t>There’s some client numbers from </a:t>
            </a:r>
            <a:r>
              <a:rPr lang="en-US" sz="2200" b="0" dirty="0" err="1">
                <a:effectLst/>
                <a:latin typeface="Consolas" panose="020B0609020204030204" pitchFamily="49" charset="0"/>
              </a:rPr>
              <a:t>basestat</a:t>
            </a:r>
            <a:r>
              <a:rPr lang="en-US" sz="2200" b="0" dirty="0">
                <a:effectLst/>
                <a:latin typeface="Consolas" panose="020B0609020204030204" pitchFamily="49" charset="0"/>
              </a:rPr>
              <a:t> are not in </a:t>
            </a:r>
            <a:r>
              <a:rPr lang="en-US" sz="2200" b="0" dirty="0" err="1">
                <a:effectLst/>
                <a:latin typeface="Consolas" panose="020B0609020204030204" pitchFamily="49" charset="0"/>
              </a:rPr>
              <a:t>cient</a:t>
            </a:r>
            <a:r>
              <a:rPr lang="en-US" sz="2200" dirty="0" err="1">
                <a:latin typeface="Consolas" panose="020B0609020204030204" pitchFamily="49" charset="0"/>
              </a:rPr>
              <a:t>_base</a:t>
            </a:r>
            <a:r>
              <a:rPr lang="en-US" sz="2200" dirty="0">
                <a:latin typeface="Consolas" panose="020B0609020204030204" pitchFamily="49" charset="0"/>
              </a:rPr>
              <a:t>, so I decided to drop all those rows before </a:t>
            </a:r>
            <a:r>
              <a:rPr lang="en-US" sz="2200" dirty="0" err="1">
                <a:latin typeface="Consolas" panose="020B0609020204030204" pitchFamily="49" charset="0"/>
              </a:rPr>
              <a:t>analysing</a:t>
            </a:r>
            <a:r>
              <a:rPr lang="en-US" sz="2200" dirty="0">
                <a:latin typeface="Consolas" panose="020B0609020204030204" pitchFamily="49" charset="0"/>
              </a:rPr>
              <a:t>.</a:t>
            </a:r>
            <a:endParaRPr lang="en-US" sz="2200" b="0" dirty="0">
              <a:effectLst/>
              <a:latin typeface="Consolas" panose="020B0609020204030204" pitchFamily="49" charset="0"/>
            </a:endParaRPr>
          </a:p>
          <a:p>
            <a:r>
              <a:rPr lang="en-US" sz="2200" b="0" dirty="0" err="1">
                <a:effectLst/>
                <a:latin typeface="Consolas" panose="020B0609020204030204" pitchFamily="49" charset="0"/>
              </a:rPr>
              <a:t>rscd_des</a:t>
            </a:r>
            <a:r>
              <a:rPr lang="en-US" sz="2200" b="0" dirty="0">
                <a:effectLst/>
                <a:latin typeface="Consolas" panose="020B0609020204030204" pitchFamily="49" charset="0"/>
              </a:rPr>
              <a:t> in </a:t>
            </a:r>
            <a:r>
              <a:rPr lang="en-US" sz="2200" b="0" dirty="0" err="1">
                <a:effectLst/>
                <a:latin typeface="Consolas" panose="020B0609020204030204" pitchFamily="49" charset="0"/>
              </a:rPr>
              <a:t>claimbase</a:t>
            </a:r>
            <a:r>
              <a:rPr lang="en-US" sz="2200" b="0" dirty="0">
                <a:effectLst/>
                <a:latin typeface="Consolas" panose="020B0609020204030204" pitchFamily="49" charset="0"/>
              </a:rPr>
              <a:t> is the claim type, medical/lost </a:t>
            </a:r>
            <a:r>
              <a:rPr lang="en-US" sz="2200" b="0" dirty="0" err="1">
                <a:effectLst/>
                <a:latin typeface="Consolas" panose="020B0609020204030204" pitchFamily="49" charset="0"/>
              </a:rPr>
              <a:t>iphone</a:t>
            </a:r>
            <a:r>
              <a:rPr lang="en-US" sz="2200" b="0" dirty="0">
                <a:effectLst/>
                <a:latin typeface="Consolas" panose="020B0609020204030204" pitchFamily="49" charset="0"/>
              </a:rPr>
              <a:t> </a:t>
            </a:r>
            <a:r>
              <a:rPr lang="en-US" sz="2200" b="0" dirty="0" err="1">
                <a:effectLst/>
                <a:latin typeface="Consolas" panose="020B0609020204030204" pitchFamily="49" charset="0"/>
              </a:rPr>
              <a:t>etc</a:t>
            </a:r>
            <a:endParaRPr lang="en-US" sz="2200" b="0" dirty="0">
              <a:effectLst/>
              <a:latin typeface="Consolas" panose="020B0609020204030204" pitchFamily="49" charset="0"/>
            </a:endParaRPr>
          </a:p>
          <a:p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328155555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FE9126-C565-4E94-82E9-A88FDB40D8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0"/>
            <a:ext cx="2960913" cy="6858000"/>
          </a:xfrm>
        </p:spPr>
        <p:txBody>
          <a:bodyPr>
            <a:normAutofit/>
          </a:bodyPr>
          <a:lstStyle/>
          <a:p>
            <a:r>
              <a:rPr lang="en-US" sz="1500" b="0" dirty="0">
                <a:effectLst/>
                <a:latin typeface="Consolas" panose="020B0609020204030204" pitchFamily="49" charset="0"/>
              </a:rPr>
              <a:t>Mapping that I used:</a:t>
            </a:r>
          </a:p>
          <a:p>
            <a:r>
              <a:rPr lang="en-US" sz="1500" b="0" dirty="0">
                <a:effectLst/>
                <a:latin typeface="Consolas" panose="020B0609020204030204" pitchFamily="49" charset="0"/>
              </a:rPr>
              <a:t>plan1={</a:t>
            </a:r>
          </a:p>
          <a:p>
            <a:r>
              <a:rPr lang="en-US" sz="1500" b="0" dirty="0">
                <a:effectLst/>
                <a:latin typeface="Consolas" panose="020B0609020204030204" pitchFamily="49" charset="0"/>
              </a:rPr>
              <a:t>    'single': 'single',</a:t>
            </a:r>
          </a:p>
          <a:p>
            <a:r>
              <a:rPr lang="en-US" sz="1500" b="0" dirty="0">
                <a:effectLst/>
                <a:latin typeface="Consolas" panose="020B0609020204030204" pitchFamily="49" charset="0"/>
              </a:rPr>
              <a:t>    'Annual': 'Annual',</a:t>
            </a:r>
          </a:p>
          <a:p>
            <a:r>
              <a:rPr lang="en-US" sz="1500" b="0" dirty="0">
                <a:effectLst/>
                <a:latin typeface="Consolas" panose="020B0609020204030204" pitchFamily="49" charset="0"/>
              </a:rPr>
              <a:t>    'Annual/Over 30 Days': 'Annual'</a:t>
            </a:r>
          </a:p>
          <a:p>
            <a:r>
              <a:rPr lang="en-US" sz="1500" b="0" dirty="0"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en-US" sz="1500" b="0" dirty="0" err="1">
                <a:effectLst/>
                <a:latin typeface="Consolas" panose="020B0609020204030204" pitchFamily="49" charset="0"/>
              </a:rPr>
              <a:t>modi_channels</a:t>
            </a:r>
            <a:r>
              <a:rPr lang="en-US" sz="1500" b="0" dirty="0">
                <a:effectLst/>
                <a:latin typeface="Consolas" panose="020B0609020204030204" pitchFamily="49" charset="0"/>
              </a:rPr>
              <a:t>={</a:t>
            </a:r>
          </a:p>
          <a:p>
            <a:r>
              <a:rPr lang="en-US" sz="1500" b="0" dirty="0">
                <a:effectLst/>
                <a:latin typeface="Consolas" panose="020B0609020204030204" pitchFamily="49" charset="0"/>
              </a:rPr>
              <a:t>    'Banca - HSBC':'HSBC',</a:t>
            </a:r>
          </a:p>
          <a:p>
            <a:r>
              <a:rPr lang="en-US" sz="1500" b="0" dirty="0">
                <a:effectLst/>
                <a:latin typeface="Consolas" panose="020B0609020204030204" pitchFamily="49" charset="0"/>
              </a:rPr>
              <a:t>    'Agents &amp; </a:t>
            </a:r>
            <a:r>
              <a:rPr lang="en-US" sz="1500" b="0" dirty="0" err="1">
                <a:effectLst/>
                <a:latin typeface="Consolas" panose="020B0609020204030204" pitchFamily="49" charset="0"/>
              </a:rPr>
              <a:t>Broker':'Broker</a:t>
            </a:r>
            <a:r>
              <a:rPr lang="en-US" sz="1500" b="0" dirty="0">
                <a:effectLst/>
                <a:latin typeface="Consolas" panose="020B0609020204030204" pitchFamily="49" charset="0"/>
              </a:rPr>
              <a:t>',</a:t>
            </a:r>
          </a:p>
          <a:p>
            <a:r>
              <a:rPr lang="en-US" sz="1500" b="0" dirty="0">
                <a:effectLst/>
                <a:latin typeface="Consolas" panose="020B0609020204030204" pitchFamily="49" charset="0"/>
              </a:rPr>
              <a:t>    'AXA Online </a:t>
            </a:r>
            <a:r>
              <a:rPr lang="en-US" sz="1500" b="0" dirty="0" err="1">
                <a:effectLst/>
                <a:latin typeface="Consolas" panose="020B0609020204030204" pitchFamily="49" charset="0"/>
              </a:rPr>
              <a:t>Direct':'AXA</a:t>
            </a:r>
            <a:r>
              <a:rPr lang="en-US" sz="1500" b="0" dirty="0">
                <a:effectLst/>
                <a:latin typeface="Consolas" panose="020B0609020204030204" pitchFamily="49" charset="0"/>
              </a:rPr>
              <a:t> Direct',</a:t>
            </a:r>
          </a:p>
          <a:p>
            <a:r>
              <a:rPr lang="en-US" sz="1500" b="0" dirty="0">
                <a:effectLst/>
                <a:latin typeface="Consolas" panose="020B0609020204030204" pitchFamily="49" charset="0"/>
              </a:rPr>
              <a:t>    'AXA Offline </a:t>
            </a:r>
            <a:r>
              <a:rPr lang="en-US" sz="1500" b="0" dirty="0" err="1">
                <a:effectLst/>
                <a:latin typeface="Consolas" panose="020B0609020204030204" pitchFamily="49" charset="0"/>
              </a:rPr>
              <a:t>Direct':'AXA</a:t>
            </a:r>
            <a:r>
              <a:rPr lang="en-US" sz="1500" b="0" dirty="0">
                <a:effectLst/>
                <a:latin typeface="Consolas" panose="020B0609020204030204" pitchFamily="49" charset="0"/>
              </a:rPr>
              <a:t> Direct',</a:t>
            </a:r>
          </a:p>
          <a:p>
            <a:r>
              <a:rPr lang="en-US" sz="1500" b="0" dirty="0">
                <a:effectLst/>
                <a:latin typeface="Consolas" panose="020B0609020204030204" pitchFamily="49" charset="0"/>
              </a:rPr>
              <a:t>    '</a:t>
            </a:r>
            <a:r>
              <a:rPr lang="en-US" sz="1500" b="0" dirty="0" err="1">
                <a:effectLst/>
                <a:latin typeface="Consolas" panose="020B0609020204030204" pitchFamily="49" charset="0"/>
              </a:rPr>
              <a:t>LP':'Life</a:t>
            </a:r>
            <a:r>
              <a:rPr lang="en-US" sz="1500" b="0" dirty="0">
                <a:effectLst/>
                <a:latin typeface="Consolas" panose="020B0609020204030204" pitchFamily="49" charset="0"/>
              </a:rPr>
              <a:t> Agent',</a:t>
            </a:r>
          </a:p>
          <a:p>
            <a:r>
              <a:rPr lang="en-US" sz="1500" b="0" dirty="0">
                <a:effectLst/>
                <a:latin typeface="Consolas" panose="020B0609020204030204" pitchFamily="49" charset="0"/>
              </a:rPr>
              <a:t>    '</a:t>
            </a:r>
            <a:r>
              <a:rPr lang="en-US" sz="1500" b="0" dirty="0" err="1">
                <a:effectLst/>
                <a:latin typeface="Consolas" panose="020B0609020204030204" pitchFamily="49" charset="0"/>
              </a:rPr>
              <a:t>Citi':'others</a:t>
            </a:r>
            <a:r>
              <a:rPr lang="en-US" sz="1500" b="0" dirty="0">
                <a:effectLst/>
                <a:latin typeface="Consolas" panose="020B0609020204030204" pitchFamily="49" charset="0"/>
              </a:rPr>
              <a:t>',</a:t>
            </a:r>
          </a:p>
          <a:p>
            <a:r>
              <a:rPr lang="en-US" sz="1500" b="0" dirty="0">
                <a:effectLst/>
                <a:latin typeface="Consolas" panose="020B0609020204030204" pitchFamily="49" charset="0"/>
              </a:rPr>
              <a:t>    'JLT (OSC)': 'others'</a:t>
            </a:r>
          </a:p>
          <a:p>
            <a:r>
              <a:rPr lang="en-US" sz="1500" b="0" dirty="0">
                <a:effectLst/>
                <a:latin typeface="Consolas" panose="020B0609020204030204" pitchFamily="49" charset="0"/>
              </a:rPr>
              <a:t>}</a:t>
            </a:r>
          </a:p>
          <a:p>
            <a:endParaRPr lang="en-US" sz="15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9FCE5E-8E3A-4AC7-824D-AF7C0D0C7F6C}"/>
              </a:ext>
            </a:extLst>
          </p:cNvPr>
          <p:cNvSpPr txBox="1"/>
          <p:nvPr/>
        </p:nvSpPr>
        <p:spPr>
          <a:xfrm>
            <a:off x="2960914" y="0"/>
            <a:ext cx="9383484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CURRENCY_CHANGE_RATE_TO_HKD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={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"AUD"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6.66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"CAD"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6.66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"CHF"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5.71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"EUR"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8.0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"USD"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8.0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"SGD"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5.0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"NZD"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4.44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"GBP"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13.33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generated a new col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"ANNUAL_PREM_HKD“]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using the CURRENCY_CHANGE_RATE_TO_HKD </a:t>
            </a:r>
            <a:r>
              <a:rPr lang="en-US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dict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and CURRENCY and ANNUAL_PREM_EXCLUDE_TOPUP_REGULAR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if CURRENCY is in the </a:t>
            </a:r>
            <a:r>
              <a:rPr lang="en-US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dict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, then use the value in the </a:t>
            </a:r>
            <a:r>
              <a:rPr lang="en-US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dict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to multiply ANNUAL_PREM_EXCLUDE_TOPUP_REGULAR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if CURRENCY is not in the </a:t>
            </a:r>
            <a:r>
              <a:rPr lang="en-US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dict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, then use 1 to multiply ANNUAL_PREM_EXCLUDE_TOPUP_REGULAR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Base_LH_df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"ANNUAL_PREM_HKD"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Base_LH_df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"CURRENCY"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apply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lambda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CURRENCY_CHANGE_RATE_TO_HKD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CURRENCY_CHANGE_RATE_TO_HKD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*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Base_LH_df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"ANNUAL_PREM_EXCLUDE_TOPUP_REGULAR"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69440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A2BC8D8AB7C1B41A8A1D3BBE914830F" ma:contentTypeVersion="2" ma:contentTypeDescription="Create a new document." ma:contentTypeScope="" ma:versionID="29d7097b9fb09687a01c25087ddbd41b">
  <xsd:schema xmlns:xsd="http://www.w3.org/2001/XMLSchema" xmlns:xs="http://www.w3.org/2001/XMLSchema" xmlns:p="http://schemas.microsoft.com/office/2006/metadata/properties" xmlns:ns2="18f18bd6-ba77-4928-9087-e1af9560551f" targetNamespace="http://schemas.microsoft.com/office/2006/metadata/properties" ma:root="true" ma:fieldsID="33b86bc76281b468f4745d5ec1c1ae30" ns2:_="">
    <xsd:import namespace="18f18bd6-ba77-4928-9087-e1af9560551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8f18bd6-ba77-4928-9087-e1af9560551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6AC4CF2-E983-48E2-A827-EFB4DEC5DA1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69FAC04-E4CC-4C52-9B74-615C4AD4AFDE}">
  <ds:schemaRefs>
    <ds:schemaRef ds:uri="18f18bd6-ba77-4928-9087-e1af9560551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EF0D2373-B57D-46EA-A08C-A4D491501D42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2114</Words>
  <Application>Microsoft Office PowerPoint</Application>
  <PresentationFormat>Widescreen</PresentationFormat>
  <Paragraphs>315</Paragraphs>
  <Slides>49</Slides>
  <Notes>0</Notes>
  <HiddenSlides>2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5" baseType="lpstr">
      <vt:lpstr>Arial</vt:lpstr>
      <vt:lpstr>Calibri</vt:lpstr>
      <vt:lpstr>Calibri Light</vt:lpstr>
      <vt:lpstr>Consolas</vt:lpstr>
      <vt:lpstr>Segoe UI</vt:lpstr>
      <vt:lpstr>Office Theme</vt:lpstr>
      <vt:lpstr>GI (travel) X-Sell EDA</vt:lpstr>
      <vt:lpstr>PowerPoint Presentation</vt:lpstr>
      <vt:lpstr>Key discovery </vt:lpstr>
      <vt:lpstr>PowerPoint Presentation</vt:lpstr>
      <vt:lpstr>Number of new policies at that year</vt:lpstr>
      <vt:lpstr>Number of inforce policies at that year</vt:lpstr>
      <vt:lpstr>Number of Clients bought new policies at that year</vt:lpstr>
      <vt:lpstr>PowerPoint Presentation</vt:lpstr>
      <vt:lpstr>PowerPoint Presentation</vt:lpstr>
      <vt:lpstr>PowerPoint Presentation</vt:lpstr>
      <vt:lpstr>New Policies by channel per year</vt:lpstr>
      <vt:lpstr>Product Distribution by </vt:lpstr>
      <vt:lpstr>Single Trip Product Distribution by period and channel</vt:lpstr>
      <vt:lpstr>Annual Trip Product Distribution by period and channel</vt:lpstr>
      <vt:lpstr>Other Trip Product Distribution by period and channel</vt:lpstr>
      <vt:lpstr>PowerPoint Presentation</vt:lpstr>
      <vt:lpstr>PowerPoint Presentation</vt:lpstr>
      <vt:lpstr>Claim Payment</vt:lpstr>
      <vt:lpstr>Claim Payment</vt:lpstr>
      <vt:lpstr>PowerPoint Presentation</vt:lpstr>
      <vt:lpstr>Travel Duration</vt:lpstr>
      <vt:lpstr>Age Distribution</vt:lpstr>
      <vt:lpstr>PowerPoint Presentation</vt:lpstr>
      <vt:lpstr>PowerPoint Presentation</vt:lpstr>
      <vt:lpstr>Gender</vt:lpstr>
      <vt:lpstr>Lapsed/Inforce Count and Ratio for Annual Plan</vt:lpstr>
      <vt:lpstr>PowerPoint Presentation</vt:lpstr>
      <vt:lpstr>Claim LH effect </vt:lpstr>
      <vt:lpstr>HSBC vs Life Agent</vt:lpstr>
      <vt:lpstr>Frequency for travel customers</vt:lpstr>
      <vt:lpstr>Unique Client Count of bought LH or not</vt:lpstr>
      <vt:lpstr>PowerPoint Presentation</vt:lpstr>
      <vt:lpstr>PowerPoint Presentation</vt:lpstr>
      <vt:lpstr>PowerPoint Presentation</vt:lpstr>
      <vt:lpstr>PowerPoint Presentation</vt:lpstr>
      <vt:lpstr>First – time –buying –LH-age group distribution.</vt:lpstr>
      <vt:lpstr>Distribution of each unique client’s age when they bought LH for the first time.</vt:lpstr>
      <vt:lpstr>With LH Gender Ratio </vt:lpstr>
      <vt:lpstr>Avg premium per year per plan</vt:lpstr>
      <vt:lpstr>Total premium per year per type</vt:lpstr>
      <vt:lpstr>Total Annual premium VS Number of unique policy number Per year Per Plan Type</vt:lpstr>
      <vt:lpstr>Premium per age_gp per plan</vt:lpstr>
      <vt:lpstr>Avg premium per year per age group</vt:lpstr>
      <vt:lpstr>PowerPoint Presentation</vt:lpstr>
      <vt:lpstr>PowerPoint Presentation</vt:lpstr>
      <vt:lpstr>Frequency for Travel + LH Customer</vt:lpstr>
      <vt:lpstr>Key discovery </vt:lpstr>
      <vt:lpstr>Knowledge Points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AU Kelvin</dc:creator>
  <cp:lastModifiedBy>AU Kelvin</cp:lastModifiedBy>
  <cp:revision>1</cp:revision>
  <dcterms:created xsi:type="dcterms:W3CDTF">2023-03-09T04:28:37Z</dcterms:created>
  <dcterms:modified xsi:type="dcterms:W3CDTF">2023-03-27T08:09:12Z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287ba8d-43fb-4157-9396-f69b5215739d_Enabled">
    <vt:lpwstr>true</vt:lpwstr>
  </property>
  <property fmtid="{D5CDD505-2E9C-101B-9397-08002B2CF9AE}" pid="3" name="MSIP_Label_a287ba8d-43fb-4157-9396-f69b5215739d_SetDate">
    <vt:lpwstr>2023-03-09T04:28:44Z</vt:lpwstr>
  </property>
  <property fmtid="{D5CDD505-2E9C-101B-9397-08002B2CF9AE}" pid="4" name="MSIP_Label_a287ba8d-43fb-4157-9396-f69b5215739d_Method">
    <vt:lpwstr>Standard</vt:lpwstr>
  </property>
  <property fmtid="{D5CDD505-2E9C-101B-9397-08002B2CF9AE}" pid="5" name="MSIP_Label_a287ba8d-43fb-4157-9396-f69b5215739d_Name">
    <vt:lpwstr>HK_Internal</vt:lpwstr>
  </property>
  <property fmtid="{D5CDD505-2E9C-101B-9397-08002B2CF9AE}" pid="6" name="MSIP_Label_a287ba8d-43fb-4157-9396-f69b5215739d_SiteId">
    <vt:lpwstr>396b38cc-aa65-492b-bb0e-3d94ed25a97b</vt:lpwstr>
  </property>
  <property fmtid="{D5CDD505-2E9C-101B-9397-08002B2CF9AE}" pid="7" name="MSIP_Label_a287ba8d-43fb-4157-9396-f69b5215739d_ActionId">
    <vt:lpwstr>c8a681af-d212-48ac-adac-8df272275bb4</vt:lpwstr>
  </property>
  <property fmtid="{D5CDD505-2E9C-101B-9397-08002B2CF9AE}" pid="8" name="MSIP_Label_a287ba8d-43fb-4157-9396-f69b5215739d_ContentBits">
    <vt:lpwstr>2</vt:lpwstr>
  </property>
  <property fmtid="{D5CDD505-2E9C-101B-9397-08002B2CF9AE}" pid="9" name="ContentTypeId">
    <vt:lpwstr>0x0101000A2BC8D8AB7C1B41A8A1D3BBE914830F</vt:lpwstr>
  </property>
</Properties>
</file>