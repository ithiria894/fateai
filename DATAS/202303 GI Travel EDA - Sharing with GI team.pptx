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  <p:sldMasterId id="2147483709" r:id="rId5"/>
    <p:sldMasterId id="2147483718" r:id="rId6"/>
  </p:sldMasterIdLst>
  <p:sldIdLst>
    <p:sldId id="257" r:id="rId7"/>
    <p:sldId id="258" r:id="rId8"/>
    <p:sldId id="259" r:id="rId9"/>
    <p:sldId id="272" r:id="rId10"/>
    <p:sldId id="260" r:id="rId11"/>
    <p:sldId id="261" r:id="rId12"/>
    <p:sldId id="266" r:id="rId13"/>
    <p:sldId id="273" r:id="rId14"/>
    <p:sldId id="275" r:id="rId15"/>
    <p:sldId id="340" r:id="rId16"/>
    <p:sldId id="341" r:id="rId17"/>
    <p:sldId id="348" r:id="rId18"/>
    <p:sldId id="285" r:id="rId19"/>
    <p:sldId id="344" r:id="rId20"/>
    <p:sldId id="297" r:id="rId21"/>
    <p:sldId id="363" r:id="rId22"/>
    <p:sldId id="345" r:id="rId23"/>
    <p:sldId id="347" r:id="rId24"/>
    <p:sldId id="270" r:id="rId25"/>
    <p:sldId id="271" r:id="rId26"/>
    <p:sldId id="353" r:id="rId27"/>
    <p:sldId id="269" r:id="rId28"/>
    <p:sldId id="336" r:id="rId29"/>
    <p:sldId id="338" r:id="rId30"/>
    <p:sldId id="339" r:id="rId31"/>
    <p:sldId id="342" r:id="rId32"/>
    <p:sldId id="343" r:id="rId33"/>
    <p:sldId id="350" r:id="rId34"/>
    <p:sldId id="349" r:id="rId35"/>
    <p:sldId id="361" r:id="rId36"/>
    <p:sldId id="362" r:id="rId37"/>
    <p:sldId id="354" r:id="rId38"/>
    <p:sldId id="355" r:id="rId39"/>
    <p:sldId id="351" r:id="rId40"/>
    <p:sldId id="268" r:id="rId41"/>
    <p:sldId id="358" r:id="rId42"/>
    <p:sldId id="359" r:id="rId43"/>
    <p:sldId id="356" r:id="rId44"/>
    <p:sldId id="357" r:id="rId45"/>
    <p:sldId id="360" r:id="rId46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SE Kin" initials="TK" lastIdx="2" clrIdx="0">
    <p:extLst>
      <p:ext uri="{19B8F6BF-5375-455C-9EA6-DF929625EA0E}">
        <p15:presenceInfo xmlns:p15="http://schemas.microsoft.com/office/powerpoint/2012/main" userId="S::kin.tse@axa.com.hk::0225f25b-d90a-49aa-8f8a-7a0034099826" providerId="AD"/>
      </p:ext>
    </p:extLst>
  </p:cmAuthor>
  <p:cmAuthor id="2" name="AU Kelvin" initials="AK" lastIdx="2" clrIdx="1">
    <p:extLst>
      <p:ext uri="{19B8F6BF-5375-455C-9EA6-DF929625EA0E}">
        <p15:presenceInfo xmlns:p15="http://schemas.microsoft.com/office/powerpoint/2012/main" userId="S::kelvin.au@axa.com.hk::416e5d84-3133-4774-aa1a-290e1bef47d6" providerId="AD"/>
      </p:ext>
    </p:extLst>
  </p:cmAuthor>
  <p:cmAuthor id="3" name="LEUNG Jacky" initials="LJ" lastIdx="3" clrIdx="2">
    <p:extLst>
      <p:ext uri="{19B8F6BF-5375-455C-9EA6-DF929625EA0E}">
        <p15:presenceInfo xmlns:p15="http://schemas.microsoft.com/office/powerpoint/2012/main" userId="S::jacky.leung@axa.com.hk::b9445fa1-303b-45da-98a2-a95317d679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D56F6-7F0E-4E33-94F3-B4A6600CE76B}" v="358" dt="2023-03-30T10:02:59.002"/>
    <p1510:client id="{5B8966E4-3FDC-47B2-843B-7F15A992AB94}" v="3878" dt="2023-03-30T09:26:43.468"/>
    <p1510:client id="{5C4B6D26-C297-9DAB-3EC8-275D984D86E7}" v="3223" dt="2023-03-30T09:22:16.452"/>
    <p1510:client id="{C718A815-F846-4AC5-2704-22853916D594}" v="956" dt="2023-03-29T11:53:04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UNG Jacky" userId="S::jacky.leung@axa.com.hk::b9445fa1-303b-45da-98a2-a95317d67951" providerId="AD" clId="Web-{C718A815-F846-4AC5-2704-22853916D594}"/>
    <pc:docChg chg="addSld delSld modSld">
      <pc:chgData name="LEUNG Jacky" userId="S::jacky.leung@axa.com.hk::b9445fa1-303b-45da-98a2-a95317d67951" providerId="AD" clId="Web-{C718A815-F846-4AC5-2704-22853916D594}" dt="2023-03-29T11:53:04.533" v="754" actId="20577"/>
      <pc:docMkLst>
        <pc:docMk/>
      </pc:docMkLst>
      <pc:sldChg chg="modSp">
        <pc:chgData name="LEUNG Jacky" userId="S::jacky.leung@axa.com.hk::b9445fa1-303b-45da-98a2-a95317d67951" providerId="AD" clId="Web-{C718A815-F846-4AC5-2704-22853916D594}" dt="2023-03-29T11:53:04.533" v="754" actId="20577"/>
        <pc:sldMkLst>
          <pc:docMk/>
          <pc:sldMk cId="3279688150" sldId="351"/>
        </pc:sldMkLst>
        <pc:spChg chg="mod">
          <ac:chgData name="LEUNG Jacky" userId="S::jacky.leung@axa.com.hk::b9445fa1-303b-45da-98a2-a95317d67951" providerId="AD" clId="Web-{C718A815-F846-4AC5-2704-22853916D594}" dt="2023-03-29T11:53:04.533" v="754" actId="20577"/>
          <ac:spMkLst>
            <pc:docMk/>
            <pc:sldMk cId="3279688150" sldId="351"/>
            <ac:spMk id="4" creationId="{A6BE2058-C259-4422-B897-530842E26774}"/>
          </ac:spMkLst>
        </pc:spChg>
      </pc:sldChg>
      <pc:sldChg chg="del">
        <pc:chgData name="LEUNG Jacky" userId="S::jacky.leung@axa.com.hk::b9445fa1-303b-45da-98a2-a95317d67951" providerId="AD" clId="Web-{C718A815-F846-4AC5-2704-22853916D594}" dt="2023-03-29T11:05:45.033" v="2"/>
        <pc:sldMkLst>
          <pc:docMk/>
          <pc:sldMk cId="3777823516" sldId="352"/>
        </pc:sldMkLst>
      </pc:sldChg>
      <pc:sldChg chg="addSp delSp">
        <pc:chgData name="LEUNG Jacky" userId="S::jacky.leung@axa.com.hk::b9445fa1-303b-45da-98a2-a95317d67951" providerId="AD" clId="Web-{C718A815-F846-4AC5-2704-22853916D594}" dt="2023-03-29T11:05:35.580" v="1"/>
        <pc:sldMkLst>
          <pc:docMk/>
          <pc:sldMk cId="1404593162" sldId="353"/>
        </pc:sldMkLst>
        <pc:picChg chg="add del">
          <ac:chgData name="LEUNG Jacky" userId="S::jacky.leung@axa.com.hk::b9445fa1-303b-45da-98a2-a95317d67951" providerId="AD" clId="Web-{C718A815-F846-4AC5-2704-22853916D594}" dt="2023-03-29T11:05:35.580" v="1"/>
          <ac:picMkLst>
            <pc:docMk/>
            <pc:sldMk cId="1404593162" sldId="353"/>
            <ac:picMk id="13" creationId="{21B28CDB-57A6-F52B-0F04-D191B37FB12A}"/>
          </ac:picMkLst>
        </pc:picChg>
      </pc:sldChg>
      <pc:sldChg chg="addSp delSp modSp new">
        <pc:chgData name="LEUNG Jacky" userId="S::jacky.leung@axa.com.hk::b9445fa1-303b-45da-98a2-a95317d67951" providerId="AD" clId="Web-{C718A815-F846-4AC5-2704-22853916D594}" dt="2023-03-29T11:13:28.143" v="254" actId="20577"/>
        <pc:sldMkLst>
          <pc:docMk/>
          <pc:sldMk cId="1691614566" sldId="356"/>
        </pc:sldMkLst>
        <pc:spChg chg="del">
          <ac:chgData name="LEUNG Jacky" userId="S::jacky.leung@axa.com.hk::b9445fa1-303b-45da-98a2-a95317d67951" providerId="AD" clId="Web-{C718A815-F846-4AC5-2704-22853916D594}" dt="2023-03-29T11:08:02.694" v="8"/>
          <ac:spMkLst>
            <pc:docMk/>
            <pc:sldMk cId="1691614566" sldId="356"/>
            <ac:spMk id="2" creationId="{C162411F-3BB8-4B9F-42F9-66E50EEDE25D}"/>
          </ac:spMkLst>
        </pc:spChg>
        <pc:spChg chg="mod">
          <ac:chgData name="LEUNG Jacky" userId="S::jacky.leung@axa.com.hk::b9445fa1-303b-45da-98a2-a95317d67951" providerId="AD" clId="Web-{C718A815-F846-4AC5-2704-22853916D594}" dt="2023-03-29T11:13:28.143" v="254" actId="20577"/>
          <ac:spMkLst>
            <pc:docMk/>
            <pc:sldMk cId="1691614566" sldId="356"/>
            <ac:spMk id="3" creationId="{34F4E54B-8B81-0FAB-EE38-95977F94CBDF}"/>
          </ac:spMkLst>
        </pc:spChg>
        <pc:spChg chg="mod">
          <ac:chgData name="LEUNG Jacky" userId="S::jacky.leung@axa.com.hk::b9445fa1-303b-45da-98a2-a95317d67951" providerId="AD" clId="Web-{C718A815-F846-4AC5-2704-22853916D594}" dt="2023-03-29T11:09:30.900" v="29" actId="20577"/>
          <ac:spMkLst>
            <pc:docMk/>
            <pc:sldMk cId="1691614566" sldId="356"/>
            <ac:spMk id="5" creationId="{E7497964-114F-4255-B43B-A83CF23A32CC}"/>
          </ac:spMkLst>
        </pc:spChg>
        <pc:spChg chg="add mod">
          <ac:chgData name="LEUNG Jacky" userId="S::jacky.leung@axa.com.hk::b9445fa1-303b-45da-98a2-a95317d67951" providerId="AD" clId="Web-{C718A815-F846-4AC5-2704-22853916D594}" dt="2023-03-29T11:08:46.149" v="17"/>
          <ac:spMkLst>
            <pc:docMk/>
            <pc:sldMk cId="1691614566" sldId="356"/>
            <ac:spMk id="8" creationId="{D7E7EAA6-88F5-59EC-BEAB-4DF11842B422}"/>
          </ac:spMkLst>
        </pc:spChg>
        <pc:spChg chg="add mod">
          <ac:chgData name="LEUNG Jacky" userId="S::jacky.leung@axa.com.hk::b9445fa1-303b-45da-98a2-a95317d67951" providerId="AD" clId="Web-{C718A815-F846-4AC5-2704-22853916D594}" dt="2023-03-29T11:13:12.142" v="227" actId="20577"/>
          <ac:spMkLst>
            <pc:docMk/>
            <pc:sldMk cId="1691614566" sldId="356"/>
            <ac:spMk id="10" creationId="{EBA388C1-03BE-5E1C-51A8-3289E1B022BB}"/>
          </ac:spMkLst>
        </pc:spChg>
        <pc:picChg chg="add mod">
          <ac:chgData name="LEUNG Jacky" userId="S::jacky.leung@axa.com.hk::b9445fa1-303b-45da-98a2-a95317d67951" providerId="AD" clId="Web-{C718A815-F846-4AC5-2704-22853916D594}" dt="2023-03-29T11:08:26.836" v="13" actId="1076"/>
          <ac:picMkLst>
            <pc:docMk/>
            <pc:sldMk cId="1691614566" sldId="356"/>
            <ac:picMk id="7" creationId="{A43091CA-4373-3975-AAB1-F1D386D54CEB}"/>
          </ac:picMkLst>
        </pc:picChg>
      </pc:sldChg>
      <pc:sldChg chg="addSp modSp new">
        <pc:chgData name="LEUNG Jacky" userId="S::jacky.leung@axa.com.hk::b9445fa1-303b-45da-98a2-a95317d67951" providerId="AD" clId="Web-{C718A815-F846-4AC5-2704-22853916D594}" dt="2023-03-29T11:33:42.929" v="374" actId="20577"/>
        <pc:sldMkLst>
          <pc:docMk/>
          <pc:sldMk cId="3289802547" sldId="357"/>
        </pc:sldMkLst>
        <pc:spChg chg="mod">
          <ac:chgData name="LEUNG Jacky" userId="S::jacky.leung@axa.com.hk::b9445fa1-303b-45da-98a2-a95317d67951" providerId="AD" clId="Web-{C718A815-F846-4AC5-2704-22853916D594}" dt="2023-03-29T11:33:42.929" v="374" actId="20577"/>
          <ac:spMkLst>
            <pc:docMk/>
            <pc:sldMk cId="3289802547" sldId="357"/>
            <ac:spMk id="2" creationId="{1A3CC3DD-DCD2-5341-732A-47C4818637F1}"/>
          </ac:spMkLst>
        </pc:spChg>
        <pc:spChg chg="mod">
          <ac:chgData name="LEUNG Jacky" userId="S::jacky.leung@axa.com.hk::b9445fa1-303b-45da-98a2-a95317d67951" providerId="AD" clId="Web-{C718A815-F846-4AC5-2704-22853916D594}" dt="2023-03-29T11:31:49.738" v="261" actId="20577"/>
          <ac:spMkLst>
            <pc:docMk/>
            <pc:sldMk cId="3289802547" sldId="357"/>
            <ac:spMk id="3" creationId="{E8F7B9B6-6993-E43F-885A-CE2A4C721D32}"/>
          </ac:spMkLst>
        </pc:spChg>
        <pc:spChg chg="mod">
          <ac:chgData name="LEUNG Jacky" userId="S::jacky.leung@axa.com.hk::b9445fa1-303b-45da-98a2-a95317d67951" providerId="AD" clId="Web-{C718A815-F846-4AC5-2704-22853916D594}" dt="2023-03-29T11:32:12.192" v="287" actId="20577"/>
          <ac:spMkLst>
            <pc:docMk/>
            <pc:sldMk cId="3289802547" sldId="357"/>
            <ac:spMk id="5" creationId="{65B46012-4192-AB67-C023-170E47C4F662}"/>
          </ac:spMkLst>
        </pc:spChg>
        <pc:picChg chg="add mod">
          <ac:chgData name="LEUNG Jacky" userId="S::jacky.leung@axa.com.hk::b9445fa1-303b-45da-98a2-a95317d67951" providerId="AD" clId="Web-{C718A815-F846-4AC5-2704-22853916D594}" dt="2023-03-29T11:31:34.316" v="259" actId="1076"/>
          <ac:picMkLst>
            <pc:docMk/>
            <pc:sldMk cId="3289802547" sldId="357"/>
            <ac:picMk id="7" creationId="{11FDA0BE-CF37-D9D1-F08D-9B4D6EB5FD8B}"/>
          </ac:picMkLst>
        </pc:picChg>
      </pc:sldChg>
      <pc:sldChg chg="addSp modSp new">
        <pc:chgData name="LEUNG Jacky" userId="S::jacky.leung@axa.com.hk::b9445fa1-303b-45da-98a2-a95317d67951" providerId="AD" clId="Web-{C718A815-F846-4AC5-2704-22853916D594}" dt="2023-03-29T11:45:16.985" v="421" actId="20577"/>
        <pc:sldMkLst>
          <pc:docMk/>
          <pc:sldMk cId="1293753078" sldId="358"/>
        </pc:sldMkLst>
        <pc:spChg chg="mod">
          <ac:chgData name="LEUNG Jacky" userId="S::jacky.leung@axa.com.hk::b9445fa1-303b-45da-98a2-a95317d67951" providerId="AD" clId="Web-{C718A815-F846-4AC5-2704-22853916D594}" dt="2023-03-29T11:40:01.552" v="383" actId="20577"/>
          <ac:spMkLst>
            <pc:docMk/>
            <pc:sldMk cId="1293753078" sldId="358"/>
            <ac:spMk id="3" creationId="{3B9B1FCF-471D-A1EE-1869-052A9BF7D8D7}"/>
          </ac:spMkLst>
        </pc:spChg>
        <pc:spChg chg="mod">
          <ac:chgData name="LEUNG Jacky" userId="S::jacky.leung@axa.com.hk::b9445fa1-303b-45da-98a2-a95317d67951" providerId="AD" clId="Web-{C718A815-F846-4AC5-2704-22853916D594}" dt="2023-03-29T11:40:30.241" v="393" actId="20577"/>
          <ac:spMkLst>
            <pc:docMk/>
            <pc:sldMk cId="1293753078" sldId="358"/>
            <ac:spMk id="5" creationId="{0E6BCB57-1A54-7385-6325-42049405938E}"/>
          </ac:spMkLst>
        </pc:spChg>
        <pc:spChg chg="add mod">
          <ac:chgData name="LEUNG Jacky" userId="S::jacky.leung@axa.com.hk::b9445fa1-303b-45da-98a2-a95317d67951" providerId="AD" clId="Web-{C718A815-F846-4AC5-2704-22853916D594}" dt="2023-03-29T11:41:25.008" v="414" actId="1076"/>
          <ac:spMkLst>
            <pc:docMk/>
            <pc:sldMk cId="1293753078" sldId="358"/>
            <ac:spMk id="9" creationId="{CE7CF22C-CE77-1584-6BFE-9B3E0A3012B0}"/>
          </ac:spMkLst>
        </pc:spChg>
        <pc:spChg chg="add mod">
          <ac:chgData name="LEUNG Jacky" userId="S::jacky.leung@axa.com.hk::b9445fa1-303b-45da-98a2-a95317d67951" providerId="AD" clId="Web-{C718A815-F846-4AC5-2704-22853916D594}" dt="2023-03-29T11:45:16.985" v="421" actId="20577"/>
          <ac:spMkLst>
            <pc:docMk/>
            <pc:sldMk cId="1293753078" sldId="358"/>
            <ac:spMk id="11" creationId="{33CF0229-116B-AB0E-C9D9-E0E8FBD12279}"/>
          </ac:spMkLst>
        </pc:spChg>
        <pc:picChg chg="add mod">
          <ac:chgData name="LEUNG Jacky" userId="S::jacky.leung@axa.com.hk::b9445fa1-303b-45da-98a2-a95317d67951" providerId="AD" clId="Web-{C718A815-F846-4AC5-2704-22853916D594}" dt="2023-03-29T11:41:22.524" v="413" actId="1076"/>
          <ac:picMkLst>
            <pc:docMk/>
            <pc:sldMk cId="1293753078" sldId="358"/>
            <ac:picMk id="7" creationId="{4C0DD427-BDC9-FBF8-98A1-E739C1250870}"/>
          </ac:picMkLst>
        </pc:picChg>
      </pc:sldChg>
      <pc:sldChg chg="addSp delSp modSp add">
        <pc:chgData name="LEUNG Jacky" userId="S::jacky.leung@axa.com.hk::b9445fa1-303b-45da-98a2-a95317d67951" providerId="AD" clId="Web-{C718A815-F846-4AC5-2704-22853916D594}" dt="2023-03-29T11:46:50.395" v="431" actId="20577"/>
        <pc:sldMkLst>
          <pc:docMk/>
          <pc:sldMk cId="1781395779" sldId="359"/>
        </pc:sldMkLst>
        <pc:spChg chg="mod">
          <ac:chgData name="LEUNG Jacky" userId="S::jacky.leung@axa.com.hk::b9445fa1-303b-45da-98a2-a95317d67951" providerId="AD" clId="Web-{C718A815-F846-4AC5-2704-22853916D594}" dt="2023-03-29T11:46:50.395" v="431" actId="20577"/>
          <ac:spMkLst>
            <pc:docMk/>
            <pc:sldMk cId="1781395779" sldId="359"/>
            <ac:spMk id="3" creationId="{E8F7B9B6-6993-E43F-885A-CE2A4C721D32}"/>
          </ac:spMkLst>
        </pc:spChg>
        <pc:picChg chg="del">
          <ac:chgData name="LEUNG Jacky" userId="S::jacky.leung@axa.com.hk::b9445fa1-303b-45da-98a2-a95317d67951" providerId="AD" clId="Web-{C718A815-F846-4AC5-2704-22853916D594}" dt="2023-03-29T11:41:36.790" v="416"/>
          <ac:picMkLst>
            <pc:docMk/>
            <pc:sldMk cId="1781395779" sldId="359"/>
            <ac:picMk id="7" creationId="{11FDA0BE-CF37-D9D1-F08D-9B4D6EB5FD8B}"/>
          </ac:picMkLst>
        </pc:picChg>
        <pc:picChg chg="add mod">
          <ac:chgData name="LEUNG Jacky" userId="S::jacky.leung@axa.com.hk::b9445fa1-303b-45da-98a2-a95317d67951" providerId="AD" clId="Web-{C718A815-F846-4AC5-2704-22853916D594}" dt="2023-03-29T11:46:40.801" v="425" actId="1076"/>
          <ac:picMkLst>
            <pc:docMk/>
            <pc:sldMk cId="1781395779" sldId="359"/>
            <ac:picMk id="8" creationId="{85CA934B-FFDE-FB0D-882F-DDCDCF00FDFD}"/>
          </ac:picMkLst>
        </pc:picChg>
      </pc:sldChg>
    </pc:docChg>
  </pc:docChgLst>
  <pc:docChgLst>
    <pc:chgData name="LEUNG Nicole" userId="8ed04819-1a1c-42ab-ae09-44d42575f3a6" providerId="ADAL" clId="{644C1313-1C51-4EB3-AF5A-C3B7E42B2229}"/>
    <pc:docChg chg="undo redo custSel addSld delSld modSld">
      <pc:chgData name="LEUNG Nicole" userId="8ed04819-1a1c-42ab-ae09-44d42575f3a6" providerId="ADAL" clId="{644C1313-1C51-4EB3-AF5A-C3B7E42B2229}" dt="2023-03-27T09:57:57.321" v="536" actId="20577"/>
      <pc:docMkLst>
        <pc:docMk/>
      </pc:docMkLst>
      <pc:sldChg chg="modSp mod">
        <pc:chgData name="LEUNG Nicole" userId="8ed04819-1a1c-42ab-ae09-44d42575f3a6" providerId="ADAL" clId="{644C1313-1C51-4EB3-AF5A-C3B7E42B2229}" dt="2023-03-27T09:57:57.321" v="536" actId="20577"/>
        <pc:sldMkLst>
          <pc:docMk/>
          <pc:sldMk cId="1095911629" sldId="258"/>
        </pc:sldMkLst>
        <pc:spChg chg="mod">
          <ac:chgData name="LEUNG Nicole" userId="8ed04819-1a1c-42ab-ae09-44d42575f3a6" providerId="ADAL" clId="{644C1313-1C51-4EB3-AF5A-C3B7E42B2229}" dt="2023-03-27T09:57:57.321" v="536" actId="20577"/>
          <ac:spMkLst>
            <pc:docMk/>
            <pc:sldMk cId="1095911629" sldId="258"/>
            <ac:spMk id="2" creationId="{11521F0B-4767-4461-B156-3C8A4334B2F5}"/>
          </ac:spMkLst>
        </pc:spChg>
      </pc:sldChg>
      <pc:sldChg chg="modSp mod">
        <pc:chgData name="LEUNG Nicole" userId="8ed04819-1a1c-42ab-ae09-44d42575f3a6" providerId="ADAL" clId="{644C1313-1C51-4EB3-AF5A-C3B7E42B2229}" dt="2023-03-27T09:44:46.070" v="155" actId="20577"/>
        <pc:sldMkLst>
          <pc:docMk/>
          <pc:sldMk cId="2799964493" sldId="259"/>
        </pc:sldMkLst>
        <pc:spChg chg="mod">
          <ac:chgData name="LEUNG Nicole" userId="8ed04819-1a1c-42ab-ae09-44d42575f3a6" providerId="ADAL" clId="{644C1313-1C51-4EB3-AF5A-C3B7E42B2229}" dt="2023-03-27T09:43:05.714" v="94" actId="20577"/>
          <ac:spMkLst>
            <pc:docMk/>
            <pc:sldMk cId="2799964493" sldId="259"/>
            <ac:spMk id="44" creationId="{DB6ED87A-8300-4EF4-8B32-142ED85492C3}"/>
          </ac:spMkLst>
        </pc:spChg>
        <pc:spChg chg="mod">
          <ac:chgData name="LEUNG Nicole" userId="8ed04819-1a1c-42ab-ae09-44d42575f3a6" providerId="ADAL" clId="{644C1313-1C51-4EB3-AF5A-C3B7E42B2229}" dt="2023-03-27T09:43:41.386" v="106" actId="20577"/>
          <ac:spMkLst>
            <pc:docMk/>
            <pc:sldMk cId="2799964493" sldId="259"/>
            <ac:spMk id="48" creationId="{8D23D5F2-497F-4B6F-9E2F-DEFA96CE754B}"/>
          </ac:spMkLst>
        </pc:spChg>
        <pc:spChg chg="mod">
          <ac:chgData name="LEUNG Nicole" userId="8ed04819-1a1c-42ab-ae09-44d42575f3a6" providerId="ADAL" clId="{644C1313-1C51-4EB3-AF5A-C3B7E42B2229}" dt="2023-03-27T09:44:46.070" v="155" actId="20577"/>
          <ac:spMkLst>
            <pc:docMk/>
            <pc:sldMk cId="2799964493" sldId="259"/>
            <ac:spMk id="50" creationId="{5207EA8A-6EC7-4DE5-91F9-58C6090CE9A5}"/>
          </ac:spMkLst>
        </pc:spChg>
        <pc:graphicFrameChg chg="mod modGraphic">
          <ac:chgData name="LEUNG Nicole" userId="8ed04819-1a1c-42ab-ae09-44d42575f3a6" providerId="ADAL" clId="{644C1313-1C51-4EB3-AF5A-C3B7E42B2229}" dt="2023-03-27T09:16:24.653" v="65" actId="20577"/>
          <ac:graphicFrameMkLst>
            <pc:docMk/>
            <pc:sldMk cId="2799964493" sldId="259"/>
            <ac:graphicFrameMk id="41" creationId="{0479F6C6-8704-417D-B15B-85E4A9AF3E4D}"/>
          </ac:graphicFrameMkLst>
        </pc:graphicFrameChg>
      </pc:sldChg>
      <pc:sldChg chg="modSp mod">
        <pc:chgData name="LEUNG Nicole" userId="8ed04819-1a1c-42ab-ae09-44d42575f3a6" providerId="ADAL" clId="{644C1313-1C51-4EB3-AF5A-C3B7E42B2229}" dt="2023-03-27T09:55:46.529" v="532" actId="403"/>
        <pc:sldMkLst>
          <pc:docMk/>
          <pc:sldMk cId="1417494134" sldId="260"/>
        </pc:sldMkLst>
        <pc:spChg chg="mod">
          <ac:chgData name="LEUNG Nicole" userId="8ed04819-1a1c-42ab-ae09-44d42575f3a6" providerId="ADAL" clId="{644C1313-1C51-4EB3-AF5A-C3B7E42B2229}" dt="2023-03-27T09:55:46.529" v="532" actId="403"/>
          <ac:spMkLst>
            <pc:docMk/>
            <pc:sldMk cId="1417494134" sldId="260"/>
            <ac:spMk id="4" creationId="{D1D58659-EFC8-4B0B-894F-BEA3C186780B}"/>
          </ac:spMkLst>
        </pc:spChg>
      </pc:sldChg>
      <pc:sldChg chg="addSp delSp modSp mod">
        <pc:chgData name="LEUNG Nicole" userId="8ed04819-1a1c-42ab-ae09-44d42575f3a6" providerId="ADAL" clId="{644C1313-1C51-4EB3-AF5A-C3B7E42B2229}" dt="2023-03-27T09:46:03.912" v="169" actId="21"/>
        <pc:sldMkLst>
          <pc:docMk/>
          <pc:sldMk cId="2744332957" sldId="270"/>
        </pc:sldMkLst>
        <pc:picChg chg="add del mod">
          <ac:chgData name="LEUNG Nicole" userId="8ed04819-1a1c-42ab-ae09-44d42575f3a6" providerId="ADAL" clId="{644C1313-1C51-4EB3-AF5A-C3B7E42B2229}" dt="2023-03-27T09:46:03.912" v="169" actId="21"/>
          <ac:picMkLst>
            <pc:docMk/>
            <pc:sldMk cId="2744332957" sldId="270"/>
            <ac:picMk id="4" creationId="{5C590F19-003E-4DBE-AF99-E1E7794C555B}"/>
          </ac:picMkLst>
        </pc:picChg>
        <pc:picChg chg="add del mod">
          <ac:chgData name="LEUNG Nicole" userId="8ed04819-1a1c-42ab-ae09-44d42575f3a6" providerId="ADAL" clId="{644C1313-1C51-4EB3-AF5A-C3B7E42B2229}" dt="2023-03-27T09:46:03.912" v="169" actId="21"/>
          <ac:picMkLst>
            <pc:docMk/>
            <pc:sldMk cId="2744332957" sldId="270"/>
            <ac:picMk id="5" creationId="{796725D8-C5FB-4888-BB47-702F1E09DBAE}"/>
          </ac:picMkLst>
        </pc:picChg>
      </pc:sldChg>
      <pc:sldChg chg="addSp delSp modSp mod">
        <pc:chgData name="LEUNG Nicole" userId="8ed04819-1a1c-42ab-ae09-44d42575f3a6" providerId="ADAL" clId="{644C1313-1C51-4EB3-AF5A-C3B7E42B2229}" dt="2023-03-27T09:42:32.882" v="74" actId="14100"/>
        <pc:sldMkLst>
          <pc:docMk/>
          <pc:sldMk cId="851749145" sldId="297"/>
        </pc:sldMkLst>
        <pc:picChg chg="mod">
          <ac:chgData name="LEUNG Nicole" userId="8ed04819-1a1c-42ab-ae09-44d42575f3a6" providerId="ADAL" clId="{644C1313-1C51-4EB3-AF5A-C3B7E42B2229}" dt="2023-03-27T09:42:32.882" v="74" actId="14100"/>
          <ac:picMkLst>
            <pc:docMk/>
            <pc:sldMk cId="851749145" sldId="297"/>
            <ac:picMk id="7" creationId="{3E3F3997-FDD7-4E02-ADC7-CECA46E73028}"/>
          </ac:picMkLst>
        </pc:picChg>
        <pc:picChg chg="del">
          <ac:chgData name="LEUNG Nicole" userId="8ed04819-1a1c-42ab-ae09-44d42575f3a6" providerId="ADAL" clId="{644C1313-1C51-4EB3-AF5A-C3B7E42B2229}" dt="2023-03-27T09:42:02.856" v="69" actId="478"/>
          <ac:picMkLst>
            <pc:docMk/>
            <pc:sldMk cId="851749145" sldId="297"/>
            <ac:picMk id="9" creationId="{BAE76938-5887-4499-8A0A-4E9D29CFCE24}"/>
          </ac:picMkLst>
        </pc:picChg>
        <pc:picChg chg="add mod">
          <ac:chgData name="LEUNG Nicole" userId="8ed04819-1a1c-42ab-ae09-44d42575f3a6" providerId="ADAL" clId="{644C1313-1C51-4EB3-AF5A-C3B7E42B2229}" dt="2023-03-27T09:42:25.241" v="73" actId="14100"/>
          <ac:picMkLst>
            <pc:docMk/>
            <pc:sldMk cId="851749145" sldId="297"/>
            <ac:picMk id="10" creationId="{77D7C72F-FA52-4BDB-AD48-8C97DD443605}"/>
          </ac:picMkLst>
        </pc:picChg>
      </pc:sldChg>
      <pc:sldChg chg="modSp add mod">
        <pc:chgData name="LEUNG Nicole" userId="8ed04819-1a1c-42ab-ae09-44d42575f3a6" providerId="ADAL" clId="{644C1313-1C51-4EB3-AF5A-C3B7E42B2229}" dt="2023-03-27T09:45:07.247" v="163" actId="20577"/>
        <pc:sldMkLst>
          <pc:docMk/>
          <pc:sldMk cId="1041909670" sldId="345"/>
        </pc:sldMkLst>
        <pc:spChg chg="mod">
          <ac:chgData name="LEUNG Nicole" userId="8ed04819-1a1c-42ab-ae09-44d42575f3a6" providerId="ADAL" clId="{644C1313-1C51-4EB3-AF5A-C3B7E42B2229}" dt="2023-03-27T09:45:07.247" v="163" actId="20577"/>
          <ac:spMkLst>
            <pc:docMk/>
            <pc:sldMk cId="1041909670" sldId="345"/>
            <ac:spMk id="2" creationId="{634B560E-97A0-43A2-9E35-7C5433FDC5A9}"/>
          </ac:spMkLst>
        </pc:spChg>
      </pc:sldChg>
      <pc:sldChg chg="new del">
        <pc:chgData name="LEUNG Nicole" userId="8ed04819-1a1c-42ab-ae09-44d42575f3a6" providerId="ADAL" clId="{644C1313-1C51-4EB3-AF5A-C3B7E42B2229}" dt="2023-03-27T09:46:18.434" v="172" actId="47"/>
        <pc:sldMkLst>
          <pc:docMk/>
          <pc:sldMk cId="2227572001" sldId="346"/>
        </pc:sldMkLst>
      </pc:sldChg>
      <pc:sldChg chg="new del">
        <pc:chgData name="LEUNG Nicole" userId="8ed04819-1a1c-42ab-ae09-44d42575f3a6" providerId="ADAL" clId="{644C1313-1C51-4EB3-AF5A-C3B7E42B2229}" dt="2023-03-27T09:45:12.904" v="165" actId="47"/>
        <pc:sldMkLst>
          <pc:docMk/>
          <pc:sldMk cId="2921504906" sldId="346"/>
        </pc:sldMkLst>
      </pc:sldChg>
      <pc:sldChg chg="addSp modSp new del mod">
        <pc:chgData name="LEUNG Nicole" userId="8ed04819-1a1c-42ab-ae09-44d42575f3a6" providerId="ADAL" clId="{644C1313-1C51-4EB3-AF5A-C3B7E42B2229}" dt="2023-03-27T09:45:02.575" v="156" actId="47"/>
        <pc:sldMkLst>
          <pc:docMk/>
          <pc:sldMk cId="3112883209" sldId="346"/>
        </pc:sldMkLst>
        <pc:picChg chg="add mod">
          <ac:chgData name="LEUNG Nicole" userId="8ed04819-1a1c-42ab-ae09-44d42575f3a6" providerId="ADAL" clId="{644C1313-1C51-4EB3-AF5A-C3B7E42B2229}" dt="2023-03-27T09:35:45.593" v="68" actId="1076"/>
          <ac:picMkLst>
            <pc:docMk/>
            <pc:sldMk cId="3112883209" sldId="346"/>
            <ac:picMk id="6" creationId="{A7D7EB9D-4D31-470E-91CF-3ECDFB71B569}"/>
          </ac:picMkLst>
        </pc:picChg>
      </pc:sldChg>
      <pc:sldChg chg="addSp delSp modSp add mod">
        <pc:chgData name="LEUNG Nicole" userId="8ed04819-1a1c-42ab-ae09-44d42575f3a6" providerId="ADAL" clId="{644C1313-1C51-4EB3-AF5A-C3B7E42B2229}" dt="2023-03-27T09:55:07.282" v="503" actId="20577"/>
        <pc:sldMkLst>
          <pc:docMk/>
          <pc:sldMk cId="2429607499" sldId="347"/>
        </pc:sldMkLst>
        <pc:spChg chg="mod">
          <ac:chgData name="LEUNG Nicole" userId="8ed04819-1a1c-42ab-ae09-44d42575f3a6" providerId="ADAL" clId="{644C1313-1C51-4EB3-AF5A-C3B7E42B2229}" dt="2023-03-27T09:55:07.282" v="503" actId="20577"/>
          <ac:spMkLst>
            <pc:docMk/>
            <pc:sldMk cId="2429607499" sldId="347"/>
            <ac:spMk id="2" creationId="{EC523B02-5F95-4633-8AAA-EFDF6751F9AC}"/>
          </ac:spMkLst>
        </pc:spChg>
        <pc:spChg chg="mod">
          <ac:chgData name="LEUNG Nicole" userId="8ed04819-1a1c-42ab-ae09-44d42575f3a6" providerId="ADAL" clId="{644C1313-1C51-4EB3-AF5A-C3B7E42B2229}" dt="2023-03-27T09:48:35.242" v="420" actId="20577"/>
          <ac:spMkLst>
            <pc:docMk/>
            <pc:sldMk cId="2429607499" sldId="347"/>
            <ac:spMk id="8" creationId="{395C8B0D-F320-4712-8E7C-2568E54F3793}"/>
          </ac:spMkLst>
        </pc:spChg>
        <pc:picChg chg="add mod">
          <ac:chgData name="LEUNG Nicole" userId="8ed04819-1a1c-42ab-ae09-44d42575f3a6" providerId="ADAL" clId="{644C1313-1C51-4EB3-AF5A-C3B7E42B2229}" dt="2023-03-27T09:49:37.814" v="427" actId="1076"/>
          <ac:picMkLst>
            <pc:docMk/>
            <pc:sldMk cId="2429607499" sldId="347"/>
            <ac:picMk id="6" creationId="{A8355E11-7918-4D34-931F-BE4C3A64AD84}"/>
          </ac:picMkLst>
        </pc:picChg>
        <pc:picChg chg="del">
          <ac:chgData name="LEUNG Nicole" userId="8ed04819-1a1c-42ab-ae09-44d42575f3a6" providerId="ADAL" clId="{644C1313-1C51-4EB3-AF5A-C3B7E42B2229}" dt="2023-03-27T09:46:23.264" v="173" actId="478"/>
          <ac:picMkLst>
            <pc:docMk/>
            <pc:sldMk cId="2429607499" sldId="347"/>
            <ac:picMk id="7" creationId="{3E3F3997-FDD7-4E02-ADC7-CECA46E73028}"/>
          </ac:picMkLst>
        </pc:picChg>
        <pc:picChg chg="add mod">
          <ac:chgData name="LEUNG Nicole" userId="8ed04819-1a1c-42ab-ae09-44d42575f3a6" providerId="ADAL" clId="{644C1313-1C51-4EB3-AF5A-C3B7E42B2229}" dt="2023-03-27T09:49:39.594" v="428" actId="1076"/>
          <ac:picMkLst>
            <pc:docMk/>
            <pc:sldMk cId="2429607499" sldId="347"/>
            <ac:picMk id="9" creationId="{78C3F6D4-C814-4595-AAF1-488467D80F16}"/>
          </ac:picMkLst>
        </pc:picChg>
        <pc:picChg chg="del">
          <ac:chgData name="LEUNG Nicole" userId="8ed04819-1a1c-42ab-ae09-44d42575f3a6" providerId="ADAL" clId="{644C1313-1C51-4EB3-AF5A-C3B7E42B2229}" dt="2023-03-27T09:46:24.031" v="174" actId="478"/>
          <ac:picMkLst>
            <pc:docMk/>
            <pc:sldMk cId="2429607499" sldId="347"/>
            <ac:picMk id="10" creationId="{77D7C72F-FA52-4BDB-AD48-8C97DD443605}"/>
          </ac:picMkLst>
        </pc:picChg>
        <pc:picChg chg="add del mod">
          <ac:chgData name="LEUNG Nicole" userId="8ed04819-1a1c-42ab-ae09-44d42575f3a6" providerId="ADAL" clId="{644C1313-1C51-4EB3-AF5A-C3B7E42B2229}" dt="2023-03-27T09:49:35.699" v="426" actId="478"/>
          <ac:picMkLst>
            <pc:docMk/>
            <pc:sldMk cId="2429607499" sldId="347"/>
            <ac:picMk id="11" creationId="{16E0D5F8-374D-4464-B4BD-1C0DE87DE33C}"/>
          </ac:picMkLst>
        </pc:picChg>
      </pc:sldChg>
      <pc:sldChg chg="addSp delSp modSp add mod">
        <pc:chgData name="LEUNG Nicole" userId="8ed04819-1a1c-42ab-ae09-44d42575f3a6" providerId="ADAL" clId="{644C1313-1C51-4EB3-AF5A-C3B7E42B2229}" dt="2023-03-27T09:53:33.934" v="496" actId="12"/>
        <pc:sldMkLst>
          <pc:docMk/>
          <pc:sldMk cId="2823189888" sldId="348"/>
        </pc:sldMkLst>
        <pc:spChg chg="add mod">
          <ac:chgData name="LEUNG Nicole" userId="8ed04819-1a1c-42ab-ae09-44d42575f3a6" providerId="ADAL" clId="{644C1313-1C51-4EB3-AF5A-C3B7E42B2229}" dt="2023-03-27T09:52:26.784" v="486" actId="20577"/>
          <ac:spMkLst>
            <pc:docMk/>
            <pc:sldMk cId="2823189888" sldId="348"/>
            <ac:spMk id="4" creationId="{4BE32E86-E871-4ED8-A6F4-FE1E75F1BBED}"/>
          </ac:spMkLst>
        </pc:spChg>
        <pc:spChg chg="del mod">
          <ac:chgData name="LEUNG Nicole" userId="8ed04819-1a1c-42ab-ae09-44d42575f3a6" providerId="ADAL" clId="{644C1313-1C51-4EB3-AF5A-C3B7E42B2229}" dt="2023-03-27T09:52:01.345" v="431" actId="478"/>
          <ac:spMkLst>
            <pc:docMk/>
            <pc:sldMk cId="2823189888" sldId="348"/>
            <ac:spMk id="6" creationId="{F8583A3D-E8AD-42AF-8EC4-39E5911B1170}"/>
          </ac:spMkLst>
        </pc:spChg>
        <pc:spChg chg="add mod">
          <ac:chgData name="LEUNG Nicole" userId="8ed04819-1a1c-42ab-ae09-44d42575f3a6" providerId="ADAL" clId="{644C1313-1C51-4EB3-AF5A-C3B7E42B2229}" dt="2023-03-27T09:53:33.934" v="496" actId="12"/>
          <ac:spMkLst>
            <pc:docMk/>
            <pc:sldMk cId="2823189888" sldId="348"/>
            <ac:spMk id="8" creationId="{949DF5C1-08C9-4C5F-97C9-64560BC5CC8A}"/>
          </ac:spMkLst>
        </pc:spChg>
        <pc:picChg chg="del mod">
          <ac:chgData name="LEUNG Nicole" userId="8ed04819-1a1c-42ab-ae09-44d42575f3a6" providerId="ADAL" clId="{644C1313-1C51-4EB3-AF5A-C3B7E42B2229}" dt="2023-03-27T09:52:55.945" v="487" actId="478"/>
          <ac:picMkLst>
            <pc:docMk/>
            <pc:sldMk cId="2823189888" sldId="348"/>
            <ac:picMk id="5" creationId="{9C9B5533-E273-4894-BD98-15C20F57FAF5}"/>
          </ac:picMkLst>
        </pc:picChg>
        <pc:picChg chg="add mod">
          <ac:chgData name="LEUNG Nicole" userId="8ed04819-1a1c-42ab-ae09-44d42575f3a6" providerId="ADAL" clId="{644C1313-1C51-4EB3-AF5A-C3B7E42B2229}" dt="2023-03-27T09:53:07.133" v="491" actId="14100"/>
          <ac:picMkLst>
            <pc:docMk/>
            <pc:sldMk cId="2823189888" sldId="348"/>
            <ac:picMk id="7" creationId="{0C5D45A8-F5A7-4A08-9456-C05AC87CBD66}"/>
          </ac:picMkLst>
        </pc:picChg>
      </pc:sldChg>
    </pc:docChg>
  </pc:docChgLst>
  <pc:docChgLst>
    <pc:chgData name="LEUNG Jacky" userId="S::jacky.leung@axa.com.hk::b9445fa1-303b-45da-98a2-a95317d67951" providerId="AD" clId="Web-{5DDE2E02-B255-BDF6-C965-2F7E39562D9D}"/>
    <pc:docChg chg="addSld modSld sldOrd">
      <pc:chgData name="LEUNG Jacky" userId="S::jacky.leung@axa.com.hk::b9445fa1-303b-45da-98a2-a95317d67951" providerId="AD" clId="Web-{5DDE2E02-B255-BDF6-C965-2F7E39562D9D}" dt="2023-03-27T06:00:08.402" v="418" actId="20577"/>
      <pc:docMkLst>
        <pc:docMk/>
      </pc:docMkLst>
      <pc:sldChg chg="modSp add replId">
        <pc:chgData name="LEUNG Jacky" userId="S::jacky.leung@axa.com.hk::b9445fa1-303b-45da-98a2-a95317d67951" providerId="AD" clId="Web-{5DDE2E02-B255-BDF6-C965-2F7E39562D9D}" dt="2023-03-27T05:48:57.927" v="2" actId="20577"/>
        <pc:sldMkLst>
          <pc:docMk/>
          <pc:sldMk cId="3360548296" sldId="269"/>
        </pc:sldMkLst>
        <pc:spChg chg="mod">
          <ac:chgData name="LEUNG Jacky" userId="S::jacky.leung@axa.com.hk::b9445fa1-303b-45da-98a2-a95317d67951" providerId="AD" clId="Web-{5DDE2E02-B255-BDF6-C965-2F7E39562D9D}" dt="2023-03-27T05:48:57.927" v="2" actId="20577"/>
          <ac:spMkLst>
            <pc:docMk/>
            <pc:sldMk cId="3360548296" sldId="269"/>
            <ac:spMk id="2" creationId="{1FAE7B19-B532-47E4-AD36-E223BAA71D49}"/>
          </ac:spMkLst>
        </pc:spChg>
      </pc:sldChg>
      <pc:sldChg chg="modSp add ord replId">
        <pc:chgData name="LEUNG Jacky" userId="S::jacky.leung@axa.com.hk::b9445fa1-303b-45da-98a2-a95317d67951" providerId="AD" clId="Web-{5DDE2E02-B255-BDF6-C965-2F7E39562D9D}" dt="2023-03-27T05:49:23.224" v="11"/>
        <pc:sldMkLst>
          <pc:docMk/>
          <pc:sldMk cId="2744332957" sldId="270"/>
        </pc:sldMkLst>
        <pc:spChg chg="mod">
          <ac:chgData name="LEUNG Jacky" userId="S::jacky.leung@axa.com.hk::b9445fa1-303b-45da-98a2-a95317d67951" providerId="AD" clId="Web-{5DDE2E02-B255-BDF6-C965-2F7E39562D9D}" dt="2023-03-27T05:49:15.740" v="10" actId="20577"/>
          <ac:spMkLst>
            <pc:docMk/>
            <pc:sldMk cId="2744332957" sldId="270"/>
            <ac:spMk id="2" creationId="{634B560E-97A0-43A2-9E35-7C5433FDC5A9}"/>
          </ac:spMkLst>
        </pc:spChg>
      </pc:sldChg>
      <pc:sldChg chg="modSp add ord replId">
        <pc:chgData name="LEUNG Jacky" userId="S::jacky.leung@axa.com.hk::b9445fa1-303b-45da-98a2-a95317d67951" providerId="AD" clId="Web-{5DDE2E02-B255-BDF6-C965-2F7E39562D9D}" dt="2023-03-27T06:00:08.402" v="418" actId="20577"/>
        <pc:sldMkLst>
          <pc:docMk/>
          <pc:sldMk cId="4137991421" sldId="271"/>
        </pc:sldMkLst>
        <pc:spChg chg="mod">
          <ac:chgData name="LEUNG Jacky" userId="S::jacky.leung@axa.com.hk::b9445fa1-303b-45da-98a2-a95317d67951" providerId="AD" clId="Web-{5DDE2E02-B255-BDF6-C965-2F7E39562D9D}" dt="2023-03-27T06:00:08.402" v="418" actId="20577"/>
          <ac:spMkLst>
            <pc:docMk/>
            <pc:sldMk cId="4137991421" sldId="271"/>
            <ac:spMk id="2" creationId="{11521F0B-4767-4461-B156-3C8A4334B2F5}"/>
          </ac:spMkLst>
        </pc:spChg>
        <pc:spChg chg="mod">
          <ac:chgData name="LEUNG Jacky" userId="S::jacky.leung@axa.com.hk::b9445fa1-303b-45da-98a2-a95317d67951" providerId="AD" clId="Web-{5DDE2E02-B255-BDF6-C965-2F7E39562D9D}" dt="2023-03-27T05:50:10.023" v="23" actId="20577"/>
          <ac:spMkLst>
            <pc:docMk/>
            <pc:sldMk cId="4137991421" sldId="271"/>
            <ac:spMk id="3" creationId="{20F4C2E6-9C93-44AF-B5A6-72C81F626F2E}"/>
          </ac:spMkLst>
        </pc:spChg>
      </pc:sldChg>
    </pc:docChg>
  </pc:docChgLst>
  <pc:docChgLst>
    <pc:chgData name="LEUNG Jacky" userId="S::jacky.leung@axa.com.hk::b9445fa1-303b-45da-98a2-a95317d67951" providerId="AD" clId="Web-{5C4B6D26-C297-9DAB-3EC8-275D984D86E7}"/>
    <pc:docChg chg="addSld modSld sldOrd">
      <pc:chgData name="LEUNG Jacky" userId="S::jacky.leung@axa.com.hk::b9445fa1-303b-45da-98a2-a95317d67951" providerId="AD" clId="Web-{5C4B6D26-C297-9DAB-3EC8-275D984D86E7}" dt="2023-03-30T09:22:16.452" v="3018" actId="20577"/>
      <pc:docMkLst>
        <pc:docMk/>
      </pc:docMkLst>
      <pc:sldChg chg="addSp delSp modSp addCm">
        <pc:chgData name="LEUNG Jacky" userId="S::jacky.leung@axa.com.hk::b9445fa1-303b-45da-98a2-a95317d67951" providerId="AD" clId="Web-{5C4B6D26-C297-9DAB-3EC8-275D984D86E7}" dt="2023-03-30T09:22:16.452" v="3018" actId="20577"/>
        <pc:sldMkLst>
          <pc:docMk/>
          <pc:sldMk cId="1095911629" sldId="258"/>
        </pc:sldMkLst>
        <pc:spChg chg="mod">
          <ac:chgData name="LEUNG Jacky" userId="S::jacky.leung@axa.com.hk::b9445fa1-303b-45da-98a2-a95317d67951" providerId="AD" clId="Web-{5C4B6D26-C297-9DAB-3EC8-275D984D86E7}" dt="2023-03-30T09:22:16.452" v="3018" actId="20577"/>
          <ac:spMkLst>
            <pc:docMk/>
            <pc:sldMk cId="1095911629" sldId="258"/>
            <ac:spMk id="2" creationId="{11521F0B-4767-4461-B156-3C8A4334B2F5}"/>
          </ac:spMkLst>
        </pc:spChg>
        <pc:spChg chg="add del mod">
          <ac:chgData name="LEUNG Jacky" userId="S::jacky.leung@axa.com.hk::b9445fa1-303b-45da-98a2-a95317d67951" providerId="AD" clId="Web-{5C4B6D26-C297-9DAB-3EC8-275D984D86E7}" dt="2023-03-30T09:10:51.531" v="3001"/>
          <ac:spMkLst>
            <pc:docMk/>
            <pc:sldMk cId="1095911629" sldId="258"/>
            <ac:spMk id="5" creationId="{675DEAF8-6238-2281-C698-65853D0B36C8}"/>
          </ac:spMkLst>
        </pc:spChg>
        <pc:spChg chg="del">
          <ac:chgData name="LEUNG Jacky" userId="S::jacky.leung@axa.com.hk::b9445fa1-303b-45da-98a2-a95317d67951" providerId="AD" clId="Web-{5C4B6D26-C297-9DAB-3EC8-275D984D86E7}" dt="2023-03-30T03:31:56.122" v="2215"/>
          <ac:spMkLst>
            <pc:docMk/>
            <pc:sldMk cId="1095911629" sldId="258"/>
            <ac:spMk id="5" creationId="{E09B1165-D048-477C-8EDA-BE84C4772F35}"/>
          </ac:spMkLst>
        </pc:spChg>
      </pc:sldChg>
      <pc:sldChg chg="addSp delSp modSp">
        <pc:chgData name="LEUNG Jacky" userId="S::jacky.leung@axa.com.hk::b9445fa1-303b-45da-98a2-a95317d67951" providerId="AD" clId="Web-{5C4B6D26-C297-9DAB-3EC8-275D984D86E7}" dt="2023-03-30T08:41:05.142" v="2726" actId="1076"/>
        <pc:sldMkLst>
          <pc:docMk/>
          <pc:sldMk cId="3360548296" sldId="269"/>
        </pc:sldMkLst>
        <pc:graphicFrameChg chg="del">
          <ac:chgData name="LEUNG Jacky" userId="S::jacky.leung@axa.com.hk::b9445fa1-303b-45da-98a2-a95317d67951" providerId="AD" clId="Web-{5C4B6D26-C297-9DAB-3EC8-275D984D86E7}" dt="2023-03-30T08:40:06.482" v="2720"/>
          <ac:graphicFrameMkLst>
            <pc:docMk/>
            <pc:sldMk cId="3360548296" sldId="269"/>
            <ac:graphicFrameMk id="13" creationId="{B5570027-FB01-E4C0-BB1F-D9F31CFB3461}"/>
          </ac:graphicFrameMkLst>
        </pc:graphicFrameChg>
        <pc:picChg chg="add del mod">
          <ac:chgData name="LEUNG Jacky" userId="S::jacky.leung@axa.com.hk::b9445fa1-303b-45da-98a2-a95317d67951" providerId="AD" clId="Web-{5C4B6D26-C297-9DAB-3EC8-275D984D86E7}" dt="2023-03-30T08:40:56.750" v="2722"/>
          <ac:picMkLst>
            <pc:docMk/>
            <pc:sldMk cId="3360548296" sldId="269"/>
            <ac:picMk id="7" creationId="{D0BBD663-7624-A13E-997D-DE2AF3E63ADF}"/>
          </ac:picMkLst>
        </pc:picChg>
        <pc:picChg chg="add mod">
          <ac:chgData name="LEUNG Jacky" userId="S::jacky.leung@axa.com.hk::b9445fa1-303b-45da-98a2-a95317d67951" providerId="AD" clId="Web-{5C4B6D26-C297-9DAB-3EC8-275D984D86E7}" dt="2023-03-30T08:41:05.142" v="2726" actId="1076"/>
          <ac:picMkLst>
            <pc:docMk/>
            <pc:sldMk cId="3360548296" sldId="269"/>
            <ac:picMk id="8" creationId="{939B1201-8463-0D8D-AF0A-7E282A432726}"/>
          </ac:picMkLst>
        </pc:picChg>
        <pc:picChg chg="del">
          <ac:chgData name="LEUNG Jacky" userId="S::jacky.leung@axa.com.hk::b9445fa1-303b-45da-98a2-a95317d67951" providerId="AD" clId="Web-{5C4B6D26-C297-9DAB-3EC8-275D984D86E7}" dt="2023-03-30T08:40:01.388" v="2717"/>
          <ac:picMkLst>
            <pc:docMk/>
            <pc:sldMk cId="3360548296" sldId="269"/>
            <ac:picMk id="11" creationId="{B25E5D4E-188B-B22D-F504-DD580F6D8911}"/>
          </ac:picMkLst>
        </pc:picChg>
      </pc:sldChg>
      <pc:sldChg chg="addSp modSp addCm">
        <pc:chgData name="LEUNG Jacky" userId="S::jacky.leung@axa.com.hk::b9445fa1-303b-45da-98a2-a95317d67951" providerId="AD" clId="Web-{5C4B6D26-C297-9DAB-3EC8-275D984D86E7}" dt="2023-03-30T09:12:10.394" v="3008" actId="20577"/>
        <pc:sldMkLst>
          <pc:docMk/>
          <pc:sldMk cId="4137991421" sldId="271"/>
        </pc:sldMkLst>
        <pc:spChg chg="mod">
          <ac:chgData name="LEUNG Jacky" userId="S::jacky.leung@axa.com.hk::b9445fa1-303b-45da-98a2-a95317d67951" providerId="AD" clId="Web-{5C4B6D26-C297-9DAB-3EC8-275D984D86E7}" dt="2023-03-30T09:12:10.394" v="3008" actId="20577"/>
          <ac:spMkLst>
            <pc:docMk/>
            <pc:sldMk cId="4137991421" sldId="271"/>
            <ac:spMk id="2" creationId="{11521F0B-4767-4461-B156-3C8A4334B2F5}"/>
          </ac:spMkLst>
        </pc:spChg>
        <pc:spChg chg="add mod">
          <ac:chgData name="LEUNG Jacky" userId="S::jacky.leung@axa.com.hk::b9445fa1-303b-45da-98a2-a95317d67951" providerId="AD" clId="Web-{5C4B6D26-C297-9DAB-3EC8-275D984D86E7}" dt="2023-03-30T03:37:25.352" v="2301" actId="1076"/>
          <ac:spMkLst>
            <pc:docMk/>
            <pc:sldMk cId="4137991421" sldId="271"/>
            <ac:spMk id="7" creationId="{3C4DEDBD-2EFE-D604-6A8E-7F0CA7F3BF43}"/>
          </ac:spMkLst>
        </pc:spChg>
      </pc:sldChg>
      <pc:sldChg chg="modSp">
        <pc:chgData name="LEUNG Jacky" userId="S::jacky.leung@axa.com.hk::b9445fa1-303b-45da-98a2-a95317d67951" providerId="AD" clId="Web-{5C4B6D26-C297-9DAB-3EC8-275D984D86E7}" dt="2023-03-30T03:43:17.725" v="2382" actId="20577"/>
        <pc:sldMkLst>
          <pc:docMk/>
          <pc:sldMk cId="1727444638" sldId="272"/>
        </pc:sldMkLst>
        <pc:spChg chg="mod">
          <ac:chgData name="LEUNG Jacky" userId="S::jacky.leung@axa.com.hk::b9445fa1-303b-45da-98a2-a95317d67951" providerId="AD" clId="Web-{5C4B6D26-C297-9DAB-3EC8-275D984D86E7}" dt="2023-03-30T03:43:17.725" v="2382" actId="20577"/>
          <ac:spMkLst>
            <pc:docMk/>
            <pc:sldMk cId="1727444638" sldId="272"/>
            <ac:spMk id="3" creationId="{2F246F6B-0447-429C-BB76-468BBE079A1F}"/>
          </ac:spMkLst>
        </pc:spChg>
        <pc:spChg chg="mod">
          <ac:chgData name="LEUNG Jacky" userId="S::jacky.leung@axa.com.hk::b9445fa1-303b-45da-98a2-a95317d67951" providerId="AD" clId="Web-{5C4B6D26-C297-9DAB-3EC8-275D984D86E7}" dt="2023-03-30T03:41:54.581" v="2331" actId="20577"/>
          <ac:spMkLst>
            <pc:docMk/>
            <pc:sldMk cId="1727444638" sldId="272"/>
            <ac:spMk id="4" creationId="{D1D58659-EFC8-4B0B-894F-BEA3C186780B}"/>
          </ac:spMkLst>
        </pc:spChg>
        <pc:spChg chg="mod">
          <ac:chgData name="LEUNG Jacky" userId="S::jacky.leung@axa.com.hk::b9445fa1-303b-45da-98a2-a95317d67951" providerId="AD" clId="Web-{5C4B6D26-C297-9DAB-3EC8-275D984D86E7}" dt="2023-03-30T03:41:41.299" v="2327" actId="1076"/>
          <ac:spMkLst>
            <pc:docMk/>
            <pc:sldMk cId="1727444638" sldId="272"/>
            <ac:spMk id="9" creationId="{4CC9B8B1-E833-F824-3AAE-A337618719BD}"/>
          </ac:spMkLst>
        </pc:spChg>
      </pc:sldChg>
      <pc:sldChg chg="addSp delSp modSp">
        <pc:chgData name="LEUNG Jacky" userId="S::jacky.leung@axa.com.hk::b9445fa1-303b-45da-98a2-a95317d67951" providerId="AD" clId="Web-{5C4B6D26-C297-9DAB-3EC8-275D984D86E7}" dt="2023-03-30T08:38:11.990" v="2716" actId="14100"/>
        <pc:sldMkLst>
          <pc:docMk/>
          <pc:sldMk cId="314809675" sldId="336"/>
        </pc:sldMkLst>
        <pc:spChg chg="mod">
          <ac:chgData name="LEUNG Jacky" userId="S::jacky.leung@axa.com.hk::b9445fa1-303b-45da-98a2-a95317d67951" providerId="AD" clId="Web-{5C4B6D26-C297-9DAB-3EC8-275D984D86E7}" dt="2023-03-30T08:38:11.990" v="2716" actId="14100"/>
          <ac:spMkLst>
            <pc:docMk/>
            <pc:sldMk cId="314809675" sldId="336"/>
            <ac:spMk id="15" creationId="{C80D9B7C-24E7-89AB-9E73-1EB550EE736B}"/>
          </ac:spMkLst>
        </pc:spChg>
        <pc:graphicFrameChg chg="add del mod modGraphic">
          <ac:chgData name="LEUNG Jacky" userId="S::jacky.leung@axa.com.hk::b9445fa1-303b-45da-98a2-a95317d67951" providerId="AD" clId="Web-{5C4B6D26-C297-9DAB-3EC8-275D984D86E7}" dt="2023-03-30T08:23:51.110" v="2494"/>
          <ac:graphicFrameMkLst>
            <pc:docMk/>
            <pc:sldMk cId="314809675" sldId="336"/>
            <ac:graphicFrameMk id="10" creationId="{07453F6F-2763-ED68-8687-A4DB1FC41D48}"/>
          </ac:graphicFrameMkLst>
        </pc:graphicFrameChg>
        <pc:graphicFrameChg chg="add del mod modGraphic">
          <ac:chgData name="LEUNG Jacky" userId="S::jacky.leung@axa.com.hk::b9445fa1-303b-45da-98a2-a95317d67951" providerId="AD" clId="Web-{5C4B6D26-C297-9DAB-3EC8-275D984D86E7}" dt="2023-03-30T08:24:51.738" v="2516"/>
          <ac:graphicFrameMkLst>
            <pc:docMk/>
            <pc:sldMk cId="314809675" sldId="336"/>
            <ac:graphicFrameMk id="12" creationId="{427C147F-DBBF-F90D-3194-9CF4FF689CFC}"/>
          </ac:graphicFrameMkLst>
        </pc:graphicFrameChg>
        <pc:graphicFrameChg chg="del">
          <ac:chgData name="LEUNG Jacky" userId="S::jacky.leung@axa.com.hk::b9445fa1-303b-45da-98a2-a95317d67951" providerId="AD" clId="Web-{5C4B6D26-C297-9DAB-3EC8-275D984D86E7}" dt="2023-03-30T08:20:56.069" v="2472"/>
          <ac:graphicFrameMkLst>
            <pc:docMk/>
            <pc:sldMk cId="314809675" sldId="336"/>
            <ac:graphicFrameMk id="13" creationId="{B5570027-FB01-E4C0-BB1F-D9F31CFB3461}"/>
          </ac:graphicFrameMkLst>
        </pc:graphicFrameChg>
        <pc:picChg chg="del">
          <ac:chgData name="LEUNG Jacky" userId="S::jacky.leung@axa.com.hk::b9445fa1-303b-45da-98a2-a95317d67951" providerId="AD" clId="Web-{5C4B6D26-C297-9DAB-3EC8-275D984D86E7}" dt="2023-03-30T08:20:57.663" v="2473"/>
          <ac:picMkLst>
            <pc:docMk/>
            <pc:sldMk cId="314809675" sldId="336"/>
            <ac:picMk id="7" creationId="{F0032B42-1AEE-9EA3-7592-CA6F4FA137C4}"/>
          </ac:picMkLst>
        </pc:picChg>
        <pc:picChg chg="add del mod">
          <ac:chgData name="LEUNG Jacky" userId="S::jacky.leung@axa.com.hk::b9445fa1-303b-45da-98a2-a95317d67951" providerId="AD" clId="Web-{5C4B6D26-C297-9DAB-3EC8-275D984D86E7}" dt="2023-03-30T08:24:54.410" v="2517"/>
          <ac:picMkLst>
            <pc:docMk/>
            <pc:sldMk cId="314809675" sldId="336"/>
            <ac:picMk id="8" creationId="{78B21C90-FFAC-5870-F57E-861559B9A283}"/>
          </ac:picMkLst>
        </pc:picChg>
        <pc:picChg chg="add mod">
          <ac:chgData name="LEUNG Jacky" userId="S::jacky.leung@axa.com.hk::b9445fa1-303b-45da-98a2-a95317d67951" providerId="AD" clId="Web-{5C4B6D26-C297-9DAB-3EC8-275D984D86E7}" dt="2023-03-30T08:38:07.271" v="2715" actId="1076"/>
          <ac:picMkLst>
            <pc:docMk/>
            <pc:sldMk cId="314809675" sldId="336"/>
            <ac:picMk id="14" creationId="{B01E447B-C8F5-22B4-F39D-8F547C5573EA}"/>
          </ac:picMkLst>
        </pc:picChg>
      </pc:sldChg>
      <pc:sldChg chg="addSp delSp modSp">
        <pc:chgData name="LEUNG Jacky" userId="S::jacky.leung@axa.com.hk::b9445fa1-303b-45da-98a2-a95317d67951" providerId="AD" clId="Web-{5C4B6D26-C297-9DAB-3EC8-275D984D86E7}" dt="2023-03-30T08:44:57.953" v="2730" actId="14100"/>
        <pc:sldMkLst>
          <pc:docMk/>
          <pc:sldMk cId="4182086309" sldId="338"/>
        </pc:sldMkLst>
        <pc:picChg chg="add mod">
          <ac:chgData name="LEUNG Jacky" userId="S::jacky.leung@axa.com.hk::b9445fa1-303b-45da-98a2-a95317d67951" providerId="AD" clId="Web-{5C4B6D26-C297-9DAB-3EC8-275D984D86E7}" dt="2023-03-30T08:44:57.953" v="2730" actId="14100"/>
          <ac:picMkLst>
            <pc:docMk/>
            <pc:sldMk cId="4182086309" sldId="338"/>
            <ac:picMk id="7" creationId="{7D969442-978B-5291-0477-9BA2294B85DF}"/>
          </ac:picMkLst>
        </pc:picChg>
        <pc:picChg chg="del">
          <ac:chgData name="LEUNG Jacky" userId="S::jacky.leung@axa.com.hk::b9445fa1-303b-45da-98a2-a95317d67951" providerId="AD" clId="Web-{5C4B6D26-C297-9DAB-3EC8-275D984D86E7}" dt="2023-03-30T08:44:54.953" v="2727"/>
          <ac:picMkLst>
            <pc:docMk/>
            <pc:sldMk cId="4182086309" sldId="338"/>
            <ac:picMk id="11" creationId="{7F663943-BA4F-EABE-4F00-5C777ECC7910}"/>
          </ac:picMkLst>
        </pc:picChg>
      </pc:sldChg>
      <pc:sldChg chg="addSp delSp modSp">
        <pc:chgData name="LEUNG Jacky" userId="S::jacky.leung@axa.com.hk::b9445fa1-303b-45da-98a2-a95317d67951" providerId="AD" clId="Web-{5C4B6D26-C297-9DAB-3EC8-275D984D86E7}" dt="2023-03-30T08:46:29.990" v="2736" actId="1076"/>
        <pc:sldMkLst>
          <pc:docMk/>
          <pc:sldMk cId="2940668355" sldId="342"/>
        </pc:sldMkLst>
        <pc:picChg chg="del">
          <ac:chgData name="LEUNG Jacky" userId="S::jacky.leung@axa.com.hk::b9445fa1-303b-45da-98a2-a95317d67951" providerId="AD" clId="Web-{5C4B6D26-C297-9DAB-3EC8-275D984D86E7}" dt="2023-03-30T08:46:18.114" v="2731"/>
          <ac:picMkLst>
            <pc:docMk/>
            <pc:sldMk cId="2940668355" sldId="342"/>
            <ac:picMk id="7" creationId="{7B72341F-F441-72AE-9830-3DCABFB2FC4E}"/>
          </ac:picMkLst>
        </pc:picChg>
        <pc:picChg chg="add mod">
          <ac:chgData name="LEUNG Jacky" userId="S::jacky.leung@axa.com.hk::b9445fa1-303b-45da-98a2-a95317d67951" providerId="AD" clId="Web-{5C4B6D26-C297-9DAB-3EC8-275D984D86E7}" dt="2023-03-30T08:46:29.990" v="2736" actId="1076"/>
          <ac:picMkLst>
            <pc:docMk/>
            <pc:sldMk cId="2940668355" sldId="342"/>
            <ac:picMk id="8" creationId="{8F47AA9F-F71D-6F2D-B530-E0F71A092348}"/>
          </ac:picMkLst>
        </pc:picChg>
      </pc:sldChg>
      <pc:sldChg chg="addSp delSp modSp">
        <pc:chgData name="LEUNG Jacky" userId="S::jacky.leung@axa.com.hk::b9445fa1-303b-45da-98a2-a95317d67951" providerId="AD" clId="Web-{5C4B6D26-C297-9DAB-3EC8-275D984D86E7}" dt="2023-03-30T02:36:35.402" v="1324" actId="14100"/>
        <pc:sldMkLst>
          <pc:docMk/>
          <pc:sldMk cId="1463477700" sldId="343"/>
        </pc:sldMkLst>
        <pc:spChg chg="del">
          <ac:chgData name="LEUNG Jacky" userId="S::jacky.leung@axa.com.hk::b9445fa1-303b-45da-98a2-a95317d67951" providerId="AD" clId="Web-{5C4B6D26-C297-9DAB-3EC8-275D984D86E7}" dt="2023-03-30T02:21:54.151" v="450"/>
          <ac:spMkLst>
            <pc:docMk/>
            <pc:sldMk cId="1463477700" sldId="343"/>
            <ac:spMk id="3" creationId="{6DF7FE4B-15CA-441F-AC67-7D7D3E501259}"/>
          </ac:spMkLst>
        </pc:spChg>
        <pc:spChg chg="add mod">
          <ac:chgData name="LEUNG Jacky" userId="S::jacky.leung@axa.com.hk::b9445fa1-303b-45da-98a2-a95317d67951" providerId="AD" clId="Web-{5C4B6D26-C297-9DAB-3EC8-275D984D86E7}" dt="2023-03-30T02:36:35.402" v="1324" actId="14100"/>
          <ac:spMkLst>
            <pc:docMk/>
            <pc:sldMk cId="1463477700" sldId="343"/>
            <ac:spMk id="8" creationId="{8BBFB21F-7864-0415-8C62-7A4BAEEAA08D}"/>
          </ac:spMkLst>
        </pc:spChg>
        <pc:picChg chg="mod">
          <ac:chgData name="LEUNG Jacky" userId="S::jacky.leung@axa.com.hk::b9445fa1-303b-45da-98a2-a95317d67951" providerId="AD" clId="Web-{5C4B6D26-C297-9DAB-3EC8-275D984D86E7}" dt="2023-03-30T02:21:37.963" v="448" actId="1076"/>
          <ac:picMkLst>
            <pc:docMk/>
            <pc:sldMk cId="1463477700" sldId="343"/>
            <ac:picMk id="9" creationId="{EF2DF5B3-03EE-E7EF-822E-DFE4ED793F54}"/>
          </ac:picMkLst>
        </pc:picChg>
      </pc:sldChg>
      <pc:sldChg chg="addSp delSp modSp ord">
        <pc:chgData name="LEUNG Jacky" userId="S::jacky.leung@axa.com.hk::b9445fa1-303b-45da-98a2-a95317d67951" providerId="AD" clId="Web-{5C4B6D26-C297-9DAB-3EC8-275D984D86E7}" dt="2023-03-30T02:35:55.947" v="1321" actId="20577"/>
        <pc:sldMkLst>
          <pc:docMk/>
          <pc:sldMk cId="1404593162" sldId="353"/>
        </pc:sldMkLst>
        <pc:spChg chg="mod">
          <ac:chgData name="LEUNG Jacky" userId="S::jacky.leung@axa.com.hk::b9445fa1-303b-45da-98a2-a95317d67951" providerId="AD" clId="Web-{5C4B6D26-C297-9DAB-3EC8-275D984D86E7}" dt="2023-03-30T02:35:55.947" v="1321" actId="20577"/>
          <ac:spMkLst>
            <pc:docMk/>
            <pc:sldMk cId="1404593162" sldId="353"/>
            <ac:spMk id="2" creationId="{168A5C30-7463-4E08-A49A-28FD17466E49}"/>
          </ac:spMkLst>
        </pc:spChg>
        <pc:spChg chg="del">
          <ac:chgData name="LEUNG Jacky" userId="S::jacky.leung@axa.com.hk::b9445fa1-303b-45da-98a2-a95317d67951" providerId="AD" clId="Web-{5C4B6D26-C297-9DAB-3EC8-275D984D86E7}" dt="2023-03-30T02:33:57.740" v="1137"/>
          <ac:spMkLst>
            <pc:docMk/>
            <pc:sldMk cId="1404593162" sldId="353"/>
            <ac:spMk id="3" creationId="{29F53C58-32A6-0418-8BC8-C1FCCA6A9789}"/>
          </ac:spMkLst>
        </pc:spChg>
        <pc:graphicFrameChg chg="add del mod modGraphic">
          <ac:chgData name="LEUNG Jacky" userId="S::jacky.leung@axa.com.hk::b9445fa1-303b-45da-98a2-a95317d67951" providerId="AD" clId="Web-{5C4B6D26-C297-9DAB-3EC8-275D984D86E7}" dt="2023-03-30T02:29:01.823" v="638"/>
          <ac:graphicFrameMkLst>
            <pc:docMk/>
            <pc:sldMk cId="1404593162" sldId="353"/>
            <ac:graphicFrameMk id="8" creationId="{33152218-FD8C-A64C-14B3-0DB54EDFF5E7}"/>
          </ac:graphicFrameMkLst>
        </pc:graphicFrameChg>
        <pc:graphicFrameChg chg="add del mod">
          <ac:chgData name="LEUNG Jacky" userId="S::jacky.leung@axa.com.hk::b9445fa1-303b-45da-98a2-a95317d67951" providerId="AD" clId="Web-{5C4B6D26-C297-9DAB-3EC8-275D984D86E7}" dt="2023-03-30T02:28:40.166" v="637"/>
          <ac:graphicFrameMkLst>
            <pc:docMk/>
            <pc:sldMk cId="1404593162" sldId="353"/>
            <ac:graphicFrameMk id="11" creationId="{1B321927-58D7-44FF-7444-1F627924883D}"/>
          </ac:graphicFrameMkLst>
        </pc:graphicFrameChg>
        <pc:graphicFrameChg chg="add mod modGraphic">
          <ac:chgData name="LEUNG Jacky" userId="S::jacky.leung@axa.com.hk::b9445fa1-303b-45da-98a2-a95317d67951" providerId="AD" clId="Web-{5C4B6D26-C297-9DAB-3EC8-275D984D86E7}" dt="2023-03-30T02:34:06.146" v="1139" actId="1076"/>
          <ac:graphicFrameMkLst>
            <pc:docMk/>
            <pc:sldMk cId="1404593162" sldId="353"/>
            <ac:graphicFrameMk id="15" creationId="{7ED9D67E-1432-18BB-912F-251BB560D638}"/>
          </ac:graphicFrameMkLst>
        </pc:graphicFrameChg>
        <pc:graphicFrameChg chg="add mod modGraphic">
          <ac:chgData name="LEUNG Jacky" userId="S::jacky.leung@axa.com.hk::b9445fa1-303b-45da-98a2-a95317d67951" providerId="AD" clId="Web-{5C4B6D26-C297-9DAB-3EC8-275D984D86E7}" dt="2023-03-30T02:35:33.806" v="1315" actId="1076"/>
          <ac:graphicFrameMkLst>
            <pc:docMk/>
            <pc:sldMk cId="1404593162" sldId="353"/>
            <ac:graphicFrameMk id="17" creationId="{AA8BFABF-3E85-FC6B-D446-F0DB3AA4E537}"/>
          </ac:graphicFrameMkLst>
        </pc:graphicFrameChg>
        <pc:picChg chg="mod">
          <ac:chgData name="LEUNG Jacky" userId="S::jacky.leung@axa.com.hk::b9445fa1-303b-45da-98a2-a95317d67951" providerId="AD" clId="Web-{5C4B6D26-C297-9DAB-3EC8-275D984D86E7}" dt="2023-03-30T02:34:01.115" v="1138" actId="1076"/>
          <ac:picMkLst>
            <pc:docMk/>
            <pc:sldMk cId="1404593162" sldId="353"/>
            <ac:picMk id="10" creationId="{B2E62C60-C506-2413-DADE-876E6E515F1A}"/>
          </ac:picMkLst>
        </pc:picChg>
        <pc:picChg chg="mod">
          <ac:chgData name="LEUNG Jacky" userId="S::jacky.leung@axa.com.hk::b9445fa1-303b-45da-98a2-a95317d67951" providerId="AD" clId="Web-{5C4B6D26-C297-9DAB-3EC8-275D984D86E7}" dt="2023-03-30T02:25:35.565" v="560" actId="1076"/>
          <ac:picMkLst>
            <pc:docMk/>
            <pc:sldMk cId="1404593162" sldId="353"/>
            <ac:picMk id="12" creationId="{6CEBEAA9-3B14-B154-344C-6B450F424DA0}"/>
          </ac:picMkLst>
        </pc:picChg>
        <pc:picChg chg="del mod">
          <ac:chgData name="LEUNG Jacky" userId="S::jacky.leung@axa.com.hk::b9445fa1-303b-45da-98a2-a95317d67951" providerId="AD" clId="Web-{5C4B6D26-C297-9DAB-3EC8-275D984D86E7}" dt="2023-03-30T02:26:27.645" v="561"/>
          <ac:picMkLst>
            <pc:docMk/>
            <pc:sldMk cId="1404593162" sldId="353"/>
            <ac:picMk id="13" creationId="{21B28CDB-57A6-F52B-0F04-D191B37FB12A}"/>
          </ac:picMkLst>
        </pc:picChg>
      </pc:sldChg>
      <pc:sldChg chg="addSp delSp modSp new">
        <pc:chgData name="LEUNG Jacky" userId="S::jacky.leung@axa.com.hk::b9445fa1-303b-45da-98a2-a95317d67951" providerId="AD" clId="Web-{5C4B6D26-C297-9DAB-3EC8-275D984D86E7}" dt="2023-03-30T02:10:53.620" v="420" actId="20577"/>
        <pc:sldMkLst>
          <pc:docMk/>
          <pc:sldMk cId="374779195" sldId="360"/>
        </pc:sldMkLst>
        <pc:spChg chg="mod">
          <ac:chgData name="LEUNG Jacky" userId="S::jacky.leung@axa.com.hk::b9445fa1-303b-45da-98a2-a95317d67951" providerId="AD" clId="Web-{5C4B6D26-C297-9DAB-3EC8-275D984D86E7}" dt="2023-03-30T02:10:53.620" v="420" actId="20577"/>
          <ac:spMkLst>
            <pc:docMk/>
            <pc:sldMk cId="374779195" sldId="360"/>
            <ac:spMk id="2" creationId="{B7F05E30-48A4-4F28-6C68-7AB72EA683F1}"/>
          </ac:spMkLst>
        </pc:spChg>
        <pc:spChg chg="mod">
          <ac:chgData name="LEUNG Jacky" userId="S::jacky.leung@axa.com.hk::b9445fa1-303b-45da-98a2-a95317d67951" providerId="AD" clId="Web-{5C4B6D26-C297-9DAB-3EC8-275D984D86E7}" dt="2023-03-30T02:04:46.935" v="36" actId="20577"/>
          <ac:spMkLst>
            <pc:docMk/>
            <pc:sldMk cId="374779195" sldId="360"/>
            <ac:spMk id="3" creationId="{72AC6F88-0CA0-424D-FDF8-29EBBED2A2C3}"/>
          </ac:spMkLst>
        </pc:spChg>
        <pc:spChg chg="mod">
          <ac:chgData name="LEUNG Jacky" userId="S::jacky.leung@axa.com.hk::b9445fa1-303b-45da-98a2-a95317d67951" providerId="AD" clId="Web-{5C4B6D26-C297-9DAB-3EC8-275D984D86E7}" dt="2023-03-30T02:03:43.057" v="17" actId="20577"/>
          <ac:spMkLst>
            <pc:docMk/>
            <pc:sldMk cId="374779195" sldId="360"/>
            <ac:spMk id="5" creationId="{5221BE1B-1813-F9EE-689A-3E9ABEC70D99}"/>
          </ac:spMkLst>
        </pc:spChg>
        <pc:picChg chg="add del mod">
          <ac:chgData name="LEUNG Jacky" userId="S::jacky.leung@axa.com.hk::b9445fa1-303b-45da-98a2-a95317d67951" providerId="AD" clId="Web-{5C4B6D26-C297-9DAB-3EC8-275D984D86E7}" dt="2023-03-30T02:06:49.314" v="45"/>
          <ac:picMkLst>
            <pc:docMk/>
            <pc:sldMk cId="374779195" sldId="360"/>
            <ac:picMk id="7" creationId="{4F6C3F91-A6F6-D049-870F-C5DD43D8D484}"/>
          </ac:picMkLst>
        </pc:picChg>
        <pc:picChg chg="add mod">
          <ac:chgData name="LEUNG Jacky" userId="S::jacky.leung@axa.com.hk::b9445fa1-303b-45da-98a2-a95317d67951" providerId="AD" clId="Web-{5C4B6D26-C297-9DAB-3EC8-275D984D86E7}" dt="2023-03-30T02:07:05.033" v="51" actId="14100"/>
          <ac:picMkLst>
            <pc:docMk/>
            <pc:sldMk cId="374779195" sldId="360"/>
            <ac:picMk id="8" creationId="{2E17846A-00E0-5020-BB9C-8B8E85CB8354}"/>
          </ac:picMkLst>
        </pc:picChg>
      </pc:sldChg>
    </pc:docChg>
  </pc:docChgLst>
  <pc:docChgLst>
    <pc:chgData name="LEUNG Jacky" userId="S::jacky.leung@axa.com.hk::b9445fa1-303b-45da-98a2-a95317d67951" providerId="AD" clId="Web-{793190DE-A23B-EEF3-3C94-B51CA3F86ED8}"/>
    <pc:docChg chg="addSld delSld modSld sldOrd">
      <pc:chgData name="LEUNG Jacky" userId="S::jacky.leung@axa.com.hk::b9445fa1-303b-45da-98a2-a95317d67951" providerId="AD" clId="Web-{793190DE-A23B-EEF3-3C94-B51CA3F86ED8}" dt="2023-03-28T10:26:52.550" v="253"/>
      <pc:docMkLst>
        <pc:docMk/>
      </pc:docMkLst>
      <pc:sldChg chg="del">
        <pc:chgData name="LEUNG Jacky" userId="S::jacky.leung@axa.com.hk::b9445fa1-303b-45da-98a2-a95317d67951" providerId="AD" clId="Web-{793190DE-A23B-EEF3-3C94-B51CA3F86ED8}" dt="2023-03-28T10:26:52.550" v="253"/>
        <pc:sldMkLst>
          <pc:docMk/>
          <pc:sldMk cId="2969510933" sldId="274"/>
        </pc:sldMkLst>
      </pc:sldChg>
      <pc:sldChg chg="addSp delSp modSp">
        <pc:chgData name="LEUNG Jacky" userId="S::jacky.leung@axa.com.hk::b9445fa1-303b-45da-98a2-a95317d67951" providerId="AD" clId="Web-{793190DE-A23B-EEF3-3C94-B51CA3F86ED8}" dt="2023-03-28T09:49:44.386" v="5"/>
        <pc:sldMkLst>
          <pc:docMk/>
          <pc:sldMk cId="3279688150" sldId="351"/>
        </pc:sldMkLst>
        <pc:graphicFrameChg chg="add del mod modGraphic">
          <ac:chgData name="LEUNG Jacky" userId="S::jacky.leung@axa.com.hk::b9445fa1-303b-45da-98a2-a95317d67951" providerId="AD" clId="Web-{793190DE-A23B-EEF3-3C94-B51CA3F86ED8}" dt="2023-03-28T09:49:44.386" v="5"/>
          <ac:graphicFrameMkLst>
            <pc:docMk/>
            <pc:sldMk cId="3279688150" sldId="351"/>
            <ac:graphicFrameMk id="9" creationId="{A6A3E1EA-4906-CA28-A749-56B421C9552D}"/>
          </ac:graphicFrameMkLst>
        </pc:graphicFrameChg>
      </pc:sldChg>
      <pc:sldChg chg="addSp delSp modSp new ord">
        <pc:chgData name="LEUNG Jacky" userId="S::jacky.leung@axa.com.hk::b9445fa1-303b-45da-98a2-a95317d67951" providerId="AD" clId="Web-{793190DE-A23B-EEF3-3C94-B51CA3F86ED8}" dt="2023-03-28T09:56:46.340" v="248" actId="20577"/>
        <pc:sldMkLst>
          <pc:docMk/>
          <pc:sldMk cId="3777823516" sldId="352"/>
        </pc:sldMkLst>
        <pc:spChg chg="mod">
          <ac:chgData name="LEUNG Jacky" userId="S::jacky.leung@axa.com.hk::b9445fa1-303b-45da-98a2-a95317d67951" providerId="AD" clId="Web-{793190DE-A23B-EEF3-3C94-B51CA3F86ED8}" dt="2023-03-28T09:56:46.340" v="248" actId="20577"/>
          <ac:spMkLst>
            <pc:docMk/>
            <pc:sldMk cId="3777823516" sldId="352"/>
            <ac:spMk id="2" creationId="{168A5C30-7463-4E08-A49A-28FD17466E49}"/>
          </ac:spMkLst>
        </pc:spChg>
        <pc:spChg chg="del">
          <ac:chgData name="LEUNG Jacky" userId="S::jacky.leung@axa.com.hk::b9445fa1-303b-45da-98a2-a95317d67951" providerId="AD" clId="Web-{793190DE-A23B-EEF3-3C94-B51CA3F86ED8}" dt="2023-03-28T09:50:01.684" v="8"/>
          <ac:spMkLst>
            <pc:docMk/>
            <pc:sldMk cId="3777823516" sldId="352"/>
            <ac:spMk id="4" creationId="{1ABA7CAD-476A-B28C-0487-9A16666A0076}"/>
          </ac:spMkLst>
        </pc:spChg>
        <pc:graphicFrameChg chg="add mod ord modGraphic">
          <ac:chgData name="LEUNG Jacky" userId="S::jacky.leung@axa.com.hk::b9445fa1-303b-45da-98a2-a95317d67951" providerId="AD" clId="Web-{793190DE-A23B-EEF3-3C94-B51CA3F86ED8}" dt="2023-03-28T09:53:28.239" v="187" actId="1076"/>
          <ac:graphicFrameMkLst>
            <pc:docMk/>
            <pc:sldMk cId="3777823516" sldId="352"/>
            <ac:graphicFrameMk id="9" creationId="{3803BA23-0DCE-40C7-1AFD-BE48D4B01D23}"/>
          </ac:graphicFrameMkLst>
        </pc:graphicFrameChg>
        <pc:graphicFrameChg chg="add mod modGraphic">
          <ac:chgData name="LEUNG Jacky" userId="S::jacky.leung@axa.com.hk::b9445fa1-303b-45da-98a2-a95317d67951" providerId="AD" clId="Web-{793190DE-A23B-EEF3-3C94-B51CA3F86ED8}" dt="2023-03-28T09:53:37.161" v="190" actId="1076"/>
          <ac:graphicFrameMkLst>
            <pc:docMk/>
            <pc:sldMk cId="3777823516" sldId="352"/>
            <ac:graphicFrameMk id="11" creationId="{EBD62BBB-5303-7E5A-909C-E3A01B56939F}"/>
          </ac:graphicFrameMkLst>
        </pc:graphicFrameChg>
      </pc:sldChg>
      <pc:sldChg chg="addSp delSp modSp add replId">
        <pc:chgData name="LEUNG Jacky" userId="S::jacky.leung@axa.com.hk::b9445fa1-303b-45da-98a2-a95317d67951" providerId="AD" clId="Web-{793190DE-A23B-EEF3-3C94-B51CA3F86ED8}" dt="2023-03-28T09:57:03.450" v="252" actId="1076"/>
        <pc:sldMkLst>
          <pc:docMk/>
          <pc:sldMk cId="1404593162" sldId="353"/>
        </pc:sldMkLst>
        <pc:spChg chg="add del mod">
          <ac:chgData name="LEUNG Jacky" userId="S::jacky.leung@axa.com.hk::b9445fa1-303b-45da-98a2-a95317d67951" providerId="AD" clId="Web-{793190DE-A23B-EEF3-3C94-B51CA3F86ED8}" dt="2023-03-28T09:56:08.604" v="230"/>
          <ac:spMkLst>
            <pc:docMk/>
            <pc:sldMk cId="1404593162" sldId="353"/>
            <ac:spMk id="8" creationId="{E5ABFA86-D4C6-6957-3854-05EC1B611F1E}"/>
          </ac:spMkLst>
        </pc:spChg>
        <pc:graphicFrameChg chg="del">
          <ac:chgData name="LEUNG Jacky" userId="S::jacky.leung@axa.com.hk::b9445fa1-303b-45da-98a2-a95317d67951" providerId="AD" clId="Web-{793190DE-A23B-EEF3-3C94-B51CA3F86ED8}" dt="2023-03-28T09:54:14.756" v="229"/>
          <ac:graphicFrameMkLst>
            <pc:docMk/>
            <pc:sldMk cId="1404593162" sldId="353"/>
            <ac:graphicFrameMk id="9" creationId="{3803BA23-0DCE-40C7-1AFD-BE48D4B01D23}"/>
          </ac:graphicFrameMkLst>
        </pc:graphicFrameChg>
        <pc:graphicFrameChg chg="del">
          <ac:chgData name="LEUNG Jacky" userId="S::jacky.leung@axa.com.hk::b9445fa1-303b-45da-98a2-a95317d67951" providerId="AD" clId="Web-{793190DE-A23B-EEF3-3C94-B51CA3F86ED8}" dt="2023-03-28T09:54:12.850" v="228"/>
          <ac:graphicFrameMkLst>
            <pc:docMk/>
            <pc:sldMk cId="1404593162" sldId="353"/>
            <ac:graphicFrameMk id="11" creationId="{EBD62BBB-5303-7E5A-909C-E3A01B56939F}"/>
          </ac:graphicFrameMkLst>
        </pc:graphicFrameChg>
        <pc:picChg chg="add mod ord">
          <ac:chgData name="LEUNG Jacky" userId="S::jacky.leung@axa.com.hk::b9445fa1-303b-45da-98a2-a95317d67951" providerId="AD" clId="Web-{793190DE-A23B-EEF3-3C94-B51CA3F86ED8}" dt="2023-03-28T09:56:34.746" v="238" actId="1076"/>
          <ac:picMkLst>
            <pc:docMk/>
            <pc:sldMk cId="1404593162" sldId="353"/>
            <ac:picMk id="10" creationId="{B2E62C60-C506-2413-DADE-876E6E515F1A}"/>
          </ac:picMkLst>
        </pc:picChg>
        <pc:picChg chg="add mod">
          <ac:chgData name="LEUNG Jacky" userId="S::jacky.leung@axa.com.hk::b9445fa1-303b-45da-98a2-a95317d67951" providerId="AD" clId="Web-{793190DE-A23B-EEF3-3C94-B51CA3F86ED8}" dt="2023-03-28T09:56:31.730" v="237" actId="1076"/>
          <ac:picMkLst>
            <pc:docMk/>
            <pc:sldMk cId="1404593162" sldId="353"/>
            <ac:picMk id="12" creationId="{6CEBEAA9-3B14-B154-344C-6B450F424DA0}"/>
          </ac:picMkLst>
        </pc:picChg>
        <pc:picChg chg="add mod">
          <ac:chgData name="LEUNG Jacky" userId="S::jacky.leung@axa.com.hk::b9445fa1-303b-45da-98a2-a95317d67951" providerId="AD" clId="Web-{793190DE-A23B-EEF3-3C94-B51CA3F86ED8}" dt="2023-03-28T09:57:03.450" v="252" actId="1076"/>
          <ac:picMkLst>
            <pc:docMk/>
            <pc:sldMk cId="1404593162" sldId="353"/>
            <ac:picMk id="13" creationId="{21B28CDB-57A6-F52B-0F04-D191B37FB12A}"/>
          </ac:picMkLst>
        </pc:picChg>
      </pc:sldChg>
    </pc:docChg>
  </pc:docChgLst>
  <pc:docChgLst>
    <pc:chgData name="TSE Kin" userId="0225f25b-d90a-49aa-8f8a-7a0034099826" providerId="ADAL" clId="{0E7D56F6-7F0E-4E33-94F3-B4A6600CE76B}"/>
    <pc:docChg chg="undo custSel addSld delSld modSld sldOrd">
      <pc:chgData name="TSE Kin" userId="0225f25b-d90a-49aa-8f8a-7a0034099826" providerId="ADAL" clId="{0E7D56F6-7F0E-4E33-94F3-B4A6600CE76B}" dt="2023-03-30T10:02:59.002" v="2996" actId="14100"/>
      <pc:docMkLst>
        <pc:docMk/>
      </pc:docMkLst>
      <pc:sldChg chg="addSp delSp modSp mod">
        <pc:chgData name="TSE Kin" userId="0225f25b-d90a-49aa-8f8a-7a0034099826" providerId="ADAL" clId="{0E7D56F6-7F0E-4E33-94F3-B4A6600CE76B}" dt="2023-03-30T02:39:38.109" v="2693" actId="207"/>
        <pc:sldMkLst>
          <pc:docMk/>
          <pc:sldMk cId="1095911629" sldId="258"/>
        </pc:sldMkLst>
        <pc:spChg chg="mod">
          <ac:chgData name="TSE Kin" userId="0225f25b-d90a-49aa-8f8a-7a0034099826" providerId="ADAL" clId="{0E7D56F6-7F0E-4E33-94F3-B4A6600CE76B}" dt="2023-03-29T21:41:38.040" v="2328" actId="20577"/>
          <ac:spMkLst>
            <pc:docMk/>
            <pc:sldMk cId="1095911629" sldId="258"/>
            <ac:spMk id="2" creationId="{11521F0B-4767-4461-B156-3C8A4334B2F5}"/>
          </ac:spMkLst>
        </pc:spChg>
        <pc:spChg chg="add del mod">
          <ac:chgData name="TSE Kin" userId="0225f25b-d90a-49aa-8f8a-7a0034099826" providerId="ADAL" clId="{0E7D56F6-7F0E-4E33-94F3-B4A6600CE76B}" dt="2023-03-30T02:39:23.861" v="2686" actId="478"/>
          <ac:spMkLst>
            <pc:docMk/>
            <pc:sldMk cId="1095911629" sldId="258"/>
            <ac:spMk id="7" creationId="{BE50740E-E215-40D0-A6C7-D78F5D63A7FE}"/>
          </ac:spMkLst>
        </pc:spChg>
        <pc:spChg chg="add mod">
          <ac:chgData name="TSE Kin" userId="0225f25b-d90a-49aa-8f8a-7a0034099826" providerId="ADAL" clId="{0E7D56F6-7F0E-4E33-94F3-B4A6600CE76B}" dt="2023-03-30T02:39:38.109" v="2693" actId="207"/>
          <ac:spMkLst>
            <pc:docMk/>
            <pc:sldMk cId="1095911629" sldId="258"/>
            <ac:spMk id="8" creationId="{FF938110-BA9F-43B5-B6DD-0F333CAD4D3B}"/>
          </ac:spMkLst>
        </pc:spChg>
      </pc:sldChg>
      <pc:sldChg chg="addSp modSp new mod">
        <pc:chgData name="TSE Kin" userId="0225f25b-d90a-49aa-8f8a-7a0034099826" providerId="ADAL" clId="{0E7D56F6-7F0E-4E33-94F3-B4A6600CE76B}" dt="2023-03-29T21:38:56.637" v="2327" actId="113"/>
        <pc:sldMkLst>
          <pc:docMk/>
          <pc:sldMk cId="2799964493" sldId="259"/>
        </pc:sldMkLst>
        <pc:spChg chg="mod">
          <ac:chgData name="TSE Kin" userId="0225f25b-d90a-49aa-8f8a-7a0034099826" providerId="ADAL" clId="{0E7D56F6-7F0E-4E33-94F3-B4A6600CE76B}" dt="2023-03-27T02:40:59.081" v="327" actId="20577"/>
          <ac:spMkLst>
            <pc:docMk/>
            <pc:sldMk cId="2799964493" sldId="259"/>
            <ac:spMk id="2" creationId="{E2599000-462A-47CF-923C-47F7496770B9}"/>
          </ac:spMkLst>
        </pc:spChg>
        <pc:spChg chg="mod">
          <ac:chgData name="TSE Kin" userId="0225f25b-d90a-49aa-8f8a-7a0034099826" providerId="ADAL" clId="{0E7D56F6-7F0E-4E33-94F3-B4A6600CE76B}" dt="2023-03-27T08:38:59.062" v="1027" actId="14100"/>
          <ac:spMkLst>
            <pc:docMk/>
            <pc:sldMk cId="2799964493" sldId="259"/>
            <ac:spMk id="25" creationId="{E0217870-B9AD-40E1-966C-3745E23F1831}"/>
          </ac:spMkLst>
        </pc:spChg>
        <pc:spChg chg="mod">
          <ac:chgData name="TSE Kin" userId="0225f25b-d90a-49aa-8f8a-7a0034099826" providerId="ADAL" clId="{0E7D56F6-7F0E-4E33-94F3-B4A6600CE76B}" dt="2023-03-27T08:39:03.119" v="1029" actId="113"/>
          <ac:spMkLst>
            <pc:docMk/>
            <pc:sldMk cId="2799964493" sldId="259"/>
            <ac:spMk id="26" creationId="{9FE1613C-9532-47A6-8BFE-87316402ABBE}"/>
          </ac:spMkLst>
        </pc:spChg>
        <pc:spChg chg="mod">
          <ac:chgData name="TSE Kin" userId="0225f25b-d90a-49aa-8f8a-7a0034099826" providerId="ADAL" clId="{0E7D56F6-7F0E-4E33-94F3-B4A6600CE76B}" dt="2023-03-27T08:38:59.062" v="1027" actId="14100"/>
          <ac:spMkLst>
            <pc:docMk/>
            <pc:sldMk cId="2799964493" sldId="259"/>
            <ac:spMk id="27" creationId="{3C9A449B-EBF6-4F87-ADFC-FB96F0255276}"/>
          </ac:spMkLst>
        </pc:spChg>
        <pc:spChg chg="mod">
          <ac:chgData name="TSE Kin" userId="0225f25b-d90a-49aa-8f8a-7a0034099826" providerId="ADAL" clId="{0E7D56F6-7F0E-4E33-94F3-B4A6600CE76B}" dt="2023-03-27T08:39:05.920" v="1030" actId="14100"/>
          <ac:spMkLst>
            <pc:docMk/>
            <pc:sldMk cId="2799964493" sldId="259"/>
            <ac:spMk id="30" creationId="{55BF9149-8A43-42B6-A17E-13EDBB9BECB4}"/>
          </ac:spMkLst>
        </pc:spChg>
        <pc:spChg chg="mod">
          <ac:chgData name="TSE Kin" userId="0225f25b-d90a-49aa-8f8a-7a0034099826" providerId="ADAL" clId="{0E7D56F6-7F0E-4E33-94F3-B4A6600CE76B}" dt="2023-03-27T08:39:20.822" v="1032" actId="113"/>
          <ac:spMkLst>
            <pc:docMk/>
            <pc:sldMk cId="2799964493" sldId="259"/>
            <ac:spMk id="34" creationId="{BCEE0894-6A33-40D0-8939-5206B1821528}"/>
          </ac:spMkLst>
        </pc:spChg>
        <pc:spChg chg="mod">
          <ac:chgData name="TSE Kin" userId="0225f25b-d90a-49aa-8f8a-7a0034099826" providerId="ADAL" clId="{0E7D56F6-7F0E-4E33-94F3-B4A6600CE76B}" dt="2023-03-27T08:39:28.280" v="1034" actId="14100"/>
          <ac:spMkLst>
            <pc:docMk/>
            <pc:sldMk cId="2799964493" sldId="259"/>
            <ac:spMk id="35" creationId="{E6EEE9CC-7FEA-4568-AD85-B22AAF0780F1}"/>
          </ac:spMkLst>
        </pc:spChg>
        <pc:spChg chg="add mod">
          <ac:chgData name="TSE Kin" userId="0225f25b-d90a-49aa-8f8a-7a0034099826" providerId="ADAL" clId="{0E7D56F6-7F0E-4E33-94F3-B4A6600CE76B}" dt="2023-03-29T21:38:56.637" v="2327" actId="113"/>
          <ac:spMkLst>
            <pc:docMk/>
            <pc:sldMk cId="2799964493" sldId="259"/>
            <ac:spMk id="43" creationId="{4BA53209-A52A-4B48-83E3-E0E406879134}"/>
          </ac:spMkLst>
        </pc:spChg>
        <pc:spChg chg="mod">
          <ac:chgData name="TSE Kin" userId="0225f25b-d90a-49aa-8f8a-7a0034099826" providerId="ADAL" clId="{0E7D56F6-7F0E-4E33-94F3-B4A6600CE76B}" dt="2023-03-27T09:41:18.707" v="1273" actId="20577"/>
          <ac:spMkLst>
            <pc:docMk/>
            <pc:sldMk cId="2799964493" sldId="259"/>
            <ac:spMk id="50" creationId="{5207EA8A-6EC7-4DE5-91F9-58C6090CE9A5}"/>
          </ac:spMkLst>
        </pc:spChg>
        <pc:spChg chg="mod">
          <ac:chgData name="TSE Kin" userId="0225f25b-d90a-49aa-8f8a-7a0034099826" providerId="ADAL" clId="{0E7D56F6-7F0E-4E33-94F3-B4A6600CE76B}" dt="2023-03-27T08:39:20.822" v="1032" actId="113"/>
          <ac:spMkLst>
            <pc:docMk/>
            <pc:sldMk cId="2799964493" sldId="259"/>
            <ac:spMk id="57" creationId="{CD7D9ECB-E180-4E84-8AF0-31FD3153B066}"/>
          </ac:spMkLst>
        </pc:spChg>
        <pc:graphicFrameChg chg="mod modGraphic">
          <ac:chgData name="TSE Kin" userId="0225f25b-d90a-49aa-8f8a-7a0034099826" providerId="ADAL" clId="{0E7D56F6-7F0E-4E33-94F3-B4A6600CE76B}" dt="2023-03-29T21:38:22.913" v="2306" actId="113"/>
          <ac:graphicFrameMkLst>
            <pc:docMk/>
            <pc:sldMk cId="2799964493" sldId="259"/>
            <ac:graphicFrameMk id="41" creationId="{0479F6C6-8704-417D-B15B-85E4A9AF3E4D}"/>
          </ac:graphicFrameMkLst>
        </pc:graphicFrameChg>
        <pc:picChg chg="mod">
          <ac:chgData name="TSE Kin" userId="0225f25b-d90a-49aa-8f8a-7a0034099826" providerId="ADAL" clId="{0E7D56F6-7F0E-4E33-94F3-B4A6600CE76B}" dt="2023-03-27T08:38:45.802" v="1024" actId="207"/>
          <ac:picMkLst>
            <pc:docMk/>
            <pc:sldMk cId="2799964493" sldId="259"/>
            <ac:picMk id="23" creationId="{5988C108-0BAA-4BE4-846D-3D40416DA794}"/>
          </ac:picMkLst>
        </pc:picChg>
        <pc:picChg chg="mod">
          <ac:chgData name="TSE Kin" userId="0225f25b-d90a-49aa-8f8a-7a0034099826" providerId="ADAL" clId="{0E7D56F6-7F0E-4E33-94F3-B4A6600CE76B}" dt="2023-03-27T08:38:38.904" v="1023" actId="207"/>
          <ac:picMkLst>
            <pc:docMk/>
            <pc:sldMk cId="2799964493" sldId="259"/>
            <ac:picMk id="45" creationId="{62F03586-4611-468F-B9EF-BDB485620160}"/>
          </ac:picMkLst>
        </pc:picChg>
        <pc:picChg chg="mod">
          <ac:chgData name="TSE Kin" userId="0225f25b-d90a-49aa-8f8a-7a0034099826" providerId="ADAL" clId="{0E7D56F6-7F0E-4E33-94F3-B4A6600CE76B}" dt="2023-03-27T08:38:51.338" v="1025" actId="207"/>
          <ac:picMkLst>
            <pc:docMk/>
            <pc:sldMk cId="2799964493" sldId="259"/>
            <ac:picMk id="52" creationId="{A9994555-D5CE-4BAC-817F-B6EAC61ECBD7}"/>
          </ac:picMkLst>
        </pc:picChg>
        <pc:picChg chg="mod">
          <ac:chgData name="TSE Kin" userId="0225f25b-d90a-49aa-8f8a-7a0034099826" providerId="ADAL" clId="{0E7D56F6-7F0E-4E33-94F3-B4A6600CE76B}" dt="2023-03-27T08:39:17.245" v="1031" actId="207"/>
          <ac:picMkLst>
            <pc:docMk/>
            <pc:sldMk cId="2799964493" sldId="259"/>
            <ac:picMk id="54" creationId="{B7FF2ACF-2C5D-4C1A-9D08-55D343C47B9B}"/>
          </ac:picMkLst>
        </pc:picChg>
      </pc:sldChg>
      <pc:sldChg chg="addSp modSp add mod">
        <pc:chgData name="TSE Kin" userId="0225f25b-d90a-49aa-8f8a-7a0034099826" providerId="ADAL" clId="{0E7D56F6-7F0E-4E33-94F3-B4A6600CE76B}" dt="2023-03-27T09:45:38.944" v="1292" actId="20577"/>
        <pc:sldMkLst>
          <pc:docMk/>
          <pc:sldMk cId="1417494134" sldId="260"/>
        </pc:sldMkLst>
        <pc:spChg chg="mod">
          <ac:chgData name="TSE Kin" userId="0225f25b-d90a-49aa-8f8a-7a0034099826" providerId="ADAL" clId="{0E7D56F6-7F0E-4E33-94F3-B4A6600CE76B}" dt="2023-03-27T02:44:50.295" v="392" actId="20577"/>
          <ac:spMkLst>
            <pc:docMk/>
            <pc:sldMk cId="1417494134" sldId="260"/>
            <ac:spMk id="2" creationId="{E2599000-462A-47CF-923C-47F7496770B9}"/>
          </ac:spMkLst>
        </pc:spChg>
        <pc:spChg chg="mod">
          <ac:chgData name="TSE Kin" userId="0225f25b-d90a-49aa-8f8a-7a0034099826" providerId="ADAL" clId="{0E7D56F6-7F0E-4E33-94F3-B4A6600CE76B}" dt="2023-03-27T02:49:37.683" v="652" actId="14100"/>
          <ac:spMkLst>
            <pc:docMk/>
            <pc:sldMk cId="1417494134" sldId="260"/>
            <ac:spMk id="4" creationId="{D1D58659-EFC8-4B0B-894F-BEA3C186780B}"/>
          </ac:spMkLst>
        </pc:spChg>
        <pc:spChg chg="add mod">
          <ac:chgData name="TSE Kin" userId="0225f25b-d90a-49aa-8f8a-7a0034099826" providerId="ADAL" clId="{0E7D56F6-7F0E-4E33-94F3-B4A6600CE76B}" dt="2023-03-27T09:45:38.944" v="1292" actId="20577"/>
          <ac:spMkLst>
            <pc:docMk/>
            <pc:sldMk cId="1417494134" sldId="260"/>
            <ac:spMk id="8" creationId="{70BF0398-5C1E-4360-B93F-2D9A7183751A}"/>
          </ac:spMkLst>
        </pc:spChg>
      </pc:sldChg>
      <pc:sldChg chg="modSp new mod">
        <pc:chgData name="TSE Kin" userId="0225f25b-d90a-49aa-8f8a-7a0034099826" providerId="ADAL" clId="{0E7D56F6-7F0E-4E33-94F3-B4A6600CE76B}" dt="2023-03-27T02:50:13.942" v="674" actId="20577"/>
        <pc:sldMkLst>
          <pc:docMk/>
          <pc:sldMk cId="795897007" sldId="261"/>
        </pc:sldMkLst>
        <pc:spChg chg="mod">
          <ac:chgData name="TSE Kin" userId="0225f25b-d90a-49aa-8f8a-7a0034099826" providerId="ADAL" clId="{0E7D56F6-7F0E-4E33-94F3-B4A6600CE76B}" dt="2023-03-27T02:50:13.942" v="674" actId="20577"/>
          <ac:spMkLst>
            <pc:docMk/>
            <pc:sldMk cId="795897007" sldId="261"/>
            <ac:spMk id="2" creationId="{634B560E-97A0-43A2-9E35-7C5433FDC5A9}"/>
          </ac:spMkLst>
        </pc:spChg>
      </pc:sldChg>
      <pc:sldChg chg="modSp add mod setBg">
        <pc:chgData name="TSE Kin" userId="0225f25b-d90a-49aa-8f8a-7a0034099826" providerId="ADAL" clId="{0E7D56F6-7F0E-4E33-94F3-B4A6600CE76B}" dt="2023-03-27T02:53:37.539" v="712" actId="1076"/>
        <pc:sldMkLst>
          <pc:docMk/>
          <pc:sldMk cId="3442902861" sldId="266"/>
        </pc:sldMkLst>
        <pc:spChg chg="mod">
          <ac:chgData name="TSE Kin" userId="0225f25b-d90a-49aa-8f8a-7a0034099826" providerId="ADAL" clId="{0E7D56F6-7F0E-4E33-94F3-B4A6600CE76B}" dt="2023-03-27T02:53:37.539" v="712" actId="1076"/>
          <ac:spMkLst>
            <pc:docMk/>
            <pc:sldMk cId="3442902861" sldId="266"/>
            <ac:spMk id="2" creationId="{D6124752-D21F-4C37-8C89-5A6D49E7D613}"/>
          </ac:spMkLst>
        </pc:spChg>
        <pc:spChg chg="mod">
          <ac:chgData name="TSE Kin" userId="0225f25b-d90a-49aa-8f8a-7a0034099826" providerId="ADAL" clId="{0E7D56F6-7F0E-4E33-94F3-B4A6600CE76B}" dt="2023-03-27T02:53:24.590" v="710" actId="27636"/>
          <ac:spMkLst>
            <pc:docMk/>
            <pc:sldMk cId="3442902861" sldId="266"/>
            <ac:spMk id="3" creationId="{0722FC5A-B29F-4C58-940E-4D925D707B51}"/>
          </ac:spMkLst>
        </pc:spChg>
        <pc:picChg chg="mod">
          <ac:chgData name="TSE Kin" userId="0225f25b-d90a-49aa-8f8a-7a0034099826" providerId="ADAL" clId="{0E7D56F6-7F0E-4E33-94F3-B4A6600CE76B}" dt="2023-03-27T02:53:33.784" v="711" actId="1076"/>
          <ac:picMkLst>
            <pc:docMk/>
            <pc:sldMk cId="3442902861" sldId="266"/>
            <ac:picMk id="5" creationId="{02F239AC-498C-4F57-8529-63C10EC5F795}"/>
          </ac:picMkLst>
        </pc:picChg>
      </pc:sldChg>
      <pc:sldChg chg="new">
        <pc:chgData name="TSE Kin" userId="0225f25b-d90a-49aa-8f8a-7a0034099826" providerId="ADAL" clId="{0E7D56F6-7F0E-4E33-94F3-B4A6600CE76B}" dt="2023-03-27T02:53:42.789" v="713" actId="680"/>
        <pc:sldMkLst>
          <pc:docMk/>
          <pc:sldMk cId="281168202" sldId="267"/>
        </pc:sldMkLst>
      </pc:sldChg>
      <pc:sldChg chg="addSp modSp new mod ord">
        <pc:chgData name="TSE Kin" userId="0225f25b-d90a-49aa-8f8a-7a0034099826" providerId="ADAL" clId="{0E7D56F6-7F0E-4E33-94F3-B4A6600CE76B}" dt="2023-03-27T02:59:10.081" v="726"/>
        <pc:sldMkLst>
          <pc:docMk/>
          <pc:sldMk cId="2584197120" sldId="268"/>
        </pc:sldMkLst>
        <pc:spChg chg="mod">
          <ac:chgData name="TSE Kin" userId="0225f25b-d90a-49aa-8f8a-7a0034099826" providerId="ADAL" clId="{0E7D56F6-7F0E-4E33-94F3-B4A6600CE76B}" dt="2023-03-27T02:59:02.003" v="723" actId="20577"/>
          <ac:spMkLst>
            <pc:docMk/>
            <pc:sldMk cId="2584197120" sldId="268"/>
            <ac:spMk id="2" creationId="{0F416115-61F7-4BA6-8C87-7BE4D77FD9C5}"/>
          </ac:spMkLst>
        </pc:spChg>
        <pc:spChg chg="mod">
          <ac:chgData name="TSE Kin" userId="0225f25b-d90a-49aa-8f8a-7a0034099826" providerId="ADAL" clId="{0E7D56F6-7F0E-4E33-94F3-B4A6600CE76B}" dt="2023-03-27T02:58:34.510" v="718" actId="27636"/>
          <ac:spMkLst>
            <pc:docMk/>
            <pc:sldMk cId="2584197120" sldId="268"/>
            <ac:spMk id="3" creationId="{851EE147-C41E-4D77-9001-4064E474FD32}"/>
          </ac:spMkLst>
        </pc:spChg>
        <pc:spChg chg="add mod">
          <ac:chgData name="TSE Kin" userId="0225f25b-d90a-49aa-8f8a-7a0034099826" providerId="ADAL" clId="{0E7D56F6-7F0E-4E33-94F3-B4A6600CE76B}" dt="2023-03-27T02:59:05.508" v="724" actId="20577"/>
          <ac:spMkLst>
            <pc:docMk/>
            <pc:sldMk cId="2584197120" sldId="268"/>
            <ac:spMk id="7" creationId="{3B5A718A-7219-4246-9914-FFE5F491314F}"/>
          </ac:spMkLst>
        </pc:spChg>
      </pc:sldChg>
      <pc:sldChg chg="addSp delSp modSp mod">
        <pc:chgData name="TSE Kin" userId="0225f25b-d90a-49aa-8f8a-7a0034099826" providerId="ADAL" clId="{0E7D56F6-7F0E-4E33-94F3-B4A6600CE76B}" dt="2023-03-30T02:54:58.647" v="2738" actId="207"/>
        <pc:sldMkLst>
          <pc:docMk/>
          <pc:sldMk cId="4137991421" sldId="271"/>
        </pc:sldMkLst>
        <pc:spChg chg="mod">
          <ac:chgData name="TSE Kin" userId="0225f25b-d90a-49aa-8f8a-7a0034099826" providerId="ADAL" clId="{0E7D56F6-7F0E-4E33-94F3-B4A6600CE76B}" dt="2023-03-27T10:05:49.871" v="1449" actId="20577"/>
          <ac:spMkLst>
            <pc:docMk/>
            <pc:sldMk cId="4137991421" sldId="271"/>
            <ac:spMk id="2" creationId="{11521F0B-4767-4461-B156-3C8A4334B2F5}"/>
          </ac:spMkLst>
        </pc:spChg>
        <pc:spChg chg="add del mod">
          <ac:chgData name="TSE Kin" userId="0225f25b-d90a-49aa-8f8a-7a0034099826" providerId="ADAL" clId="{0E7D56F6-7F0E-4E33-94F3-B4A6600CE76B}" dt="2023-03-30T02:54:15.627" v="2710" actId="478"/>
          <ac:spMkLst>
            <pc:docMk/>
            <pc:sldMk cId="4137991421" sldId="271"/>
            <ac:spMk id="7" creationId="{80A5CC07-AF1A-407B-85C4-FE806871CC81}"/>
          </ac:spMkLst>
        </pc:spChg>
        <pc:spChg chg="add mod">
          <ac:chgData name="TSE Kin" userId="0225f25b-d90a-49aa-8f8a-7a0034099826" providerId="ADAL" clId="{0E7D56F6-7F0E-4E33-94F3-B4A6600CE76B}" dt="2023-03-30T02:54:58.647" v="2738" actId="207"/>
          <ac:spMkLst>
            <pc:docMk/>
            <pc:sldMk cId="4137991421" sldId="271"/>
            <ac:spMk id="8" creationId="{C41D099D-A88D-438F-8C8D-EC97AFFC70F0}"/>
          </ac:spMkLst>
        </pc:spChg>
      </pc:sldChg>
      <pc:sldChg chg="modSp mod">
        <pc:chgData name="TSE Kin" userId="0225f25b-d90a-49aa-8f8a-7a0034099826" providerId="ADAL" clId="{0E7D56F6-7F0E-4E33-94F3-B4A6600CE76B}" dt="2023-03-30T04:27:38.130" v="2994" actId="20577"/>
        <pc:sldMkLst>
          <pc:docMk/>
          <pc:sldMk cId="1727444638" sldId="272"/>
        </pc:sldMkLst>
        <pc:spChg chg="mod">
          <ac:chgData name="TSE Kin" userId="0225f25b-d90a-49aa-8f8a-7a0034099826" providerId="ADAL" clId="{0E7D56F6-7F0E-4E33-94F3-B4A6600CE76B}" dt="2023-03-30T04:27:38.130" v="2994" actId="20577"/>
          <ac:spMkLst>
            <pc:docMk/>
            <pc:sldMk cId="1727444638" sldId="272"/>
            <ac:spMk id="3" creationId="{2F246F6B-0447-429C-BB76-468BBE079A1F}"/>
          </ac:spMkLst>
        </pc:spChg>
        <pc:spChg chg="mod">
          <ac:chgData name="TSE Kin" userId="0225f25b-d90a-49aa-8f8a-7a0034099826" providerId="ADAL" clId="{0E7D56F6-7F0E-4E33-94F3-B4A6600CE76B}" dt="2023-03-27T09:36:45.002" v="1203" actId="20577"/>
          <ac:spMkLst>
            <pc:docMk/>
            <pc:sldMk cId="1727444638" sldId="272"/>
            <ac:spMk id="4" creationId="{D1D58659-EFC8-4B0B-894F-BEA3C186780B}"/>
          </ac:spMkLst>
        </pc:spChg>
      </pc:sldChg>
      <pc:sldChg chg="del">
        <pc:chgData name="TSE Kin" userId="0225f25b-d90a-49aa-8f8a-7a0034099826" providerId="ADAL" clId="{0E7D56F6-7F0E-4E33-94F3-B4A6600CE76B}" dt="2023-03-27T08:54:11.273" v="1157" actId="47"/>
        <pc:sldMkLst>
          <pc:docMk/>
          <pc:sldMk cId="689417263" sldId="277"/>
        </pc:sldMkLst>
      </pc:sldChg>
      <pc:sldChg chg="modSp mod">
        <pc:chgData name="TSE Kin" userId="0225f25b-d90a-49aa-8f8a-7a0034099826" providerId="ADAL" clId="{0E7D56F6-7F0E-4E33-94F3-B4A6600CE76B}" dt="2023-03-27T09:47:48.688" v="1295" actId="1076"/>
        <pc:sldMkLst>
          <pc:docMk/>
          <pc:sldMk cId="314809675" sldId="336"/>
        </pc:sldMkLst>
        <pc:graphicFrameChg chg="mod modGraphic">
          <ac:chgData name="TSE Kin" userId="0225f25b-d90a-49aa-8f8a-7a0034099826" providerId="ADAL" clId="{0E7D56F6-7F0E-4E33-94F3-B4A6600CE76B}" dt="2023-03-27T09:47:48.688" v="1295" actId="1076"/>
          <ac:graphicFrameMkLst>
            <pc:docMk/>
            <pc:sldMk cId="314809675" sldId="336"/>
            <ac:graphicFrameMk id="13" creationId="{B5570027-FB01-E4C0-BB1F-D9F31CFB3461}"/>
          </ac:graphicFrameMkLst>
        </pc:graphicFrameChg>
      </pc:sldChg>
      <pc:sldChg chg="addSp delSp modSp add mod">
        <pc:chgData name="TSE Kin" userId="0225f25b-d90a-49aa-8f8a-7a0034099826" providerId="ADAL" clId="{0E7D56F6-7F0E-4E33-94F3-B4A6600CE76B}" dt="2023-03-27T08:54:47.563" v="1163" actId="113"/>
        <pc:sldMkLst>
          <pc:docMk/>
          <pc:sldMk cId="2947753765" sldId="337"/>
        </pc:sldMkLst>
        <pc:spChg chg="add del">
          <ac:chgData name="TSE Kin" userId="0225f25b-d90a-49aa-8f8a-7a0034099826" providerId="ADAL" clId="{0E7D56F6-7F0E-4E33-94F3-B4A6600CE76B}" dt="2023-03-27T08:47:47.256" v="1064" actId="478"/>
          <ac:spMkLst>
            <pc:docMk/>
            <pc:sldMk cId="2947753765" sldId="337"/>
            <ac:spMk id="3" creationId="{3286F9F9-8898-4C44-8D50-804B9CA702A8}"/>
          </ac:spMkLst>
        </pc:spChg>
        <pc:spChg chg="mod">
          <ac:chgData name="TSE Kin" userId="0225f25b-d90a-49aa-8f8a-7a0034099826" providerId="ADAL" clId="{0E7D56F6-7F0E-4E33-94F3-B4A6600CE76B}" dt="2023-03-27T08:52:43.799" v="1155" actId="1076"/>
          <ac:spMkLst>
            <pc:docMk/>
            <pc:sldMk cId="2947753765" sldId="337"/>
            <ac:spMk id="17" creationId="{AEF8B360-861D-4550-A7B7-8609D5C57817}"/>
          </ac:spMkLst>
        </pc:spChg>
        <pc:spChg chg="mod">
          <ac:chgData name="TSE Kin" userId="0225f25b-d90a-49aa-8f8a-7a0034099826" providerId="ADAL" clId="{0E7D56F6-7F0E-4E33-94F3-B4A6600CE76B}" dt="2023-03-27T08:54:47.563" v="1163" actId="113"/>
          <ac:spMkLst>
            <pc:docMk/>
            <pc:sldMk cId="2947753765" sldId="337"/>
            <ac:spMk id="18" creationId="{777FEA76-3A62-4884-92A7-4E415DE0B425}"/>
          </ac:spMkLst>
        </pc:spChg>
        <pc:picChg chg="mod ord modCrop">
          <ac:chgData name="TSE Kin" userId="0225f25b-d90a-49aa-8f8a-7a0034099826" providerId="ADAL" clId="{0E7D56F6-7F0E-4E33-94F3-B4A6600CE76B}" dt="2023-03-27T08:51:22.404" v="1112" actId="1076"/>
          <ac:picMkLst>
            <pc:docMk/>
            <pc:sldMk cId="2947753765" sldId="337"/>
            <ac:picMk id="14" creationId="{878E4CC8-620A-497E-B700-881EAFB778BC}"/>
          </ac:picMkLst>
        </pc:picChg>
        <pc:picChg chg="mod ord modCrop">
          <ac:chgData name="TSE Kin" userId="0225f25b-d90a-49aa-8f8a-7a0034099826" providerId="ADAL" clId="{0E7D56F6-7F0E-4E33-94F3-B4A6600CE76B}" dt="2023-03-27T08:51:22.404" v="1112" actId="1076"/>
          <ac:picMkLst>
            <pc:docMk/>
            <pc:sldMk cId="2947753765" sldId="337"/>
            <ac:picMk id="16" creationId="{37BE95A8-5A2E-4C43-8B97-4ED1ECAC824E}"/>
          </ac:picMkLst>
        </pc:picChg>
      </pc:sldChg>
      <pc:sldChg chg="modSp mod">
        <pc:chgData name="TSE Kin" userId="0225f25b-d90a-49aa-8f8a-7a0034099826" providerId="ADAL" clId="{0E7D56F6-7F0E-4E33-94F3-B4A6600CE76B}" dt="2023-03-27T09:43:36.039" v="1281" actId="14100"/>
        <pc:sldMkLst>
          <pc:docMk/>
          <pc:sldMk cId="1463477700" sldId="343"/>
        </pc:sldMkLst>
        <pc:spChg chg="mod">
          <ac:chgData name="TSE Kin" userId="0225f25b-d90a-49aa-8f8a-7a0034099826" providerId="ADAL" clId="{0E7D56F6-7F0E-4E33-94F3-B4A6600CE76B}" dt="2023-03-27T09:43:29.623" v="1279" actId="1076"/>
          <ac:spMkLst>
            <pc:docMk/>
            <pc:sldMk cId="1463477700" sldId="343"/>
            <ac:spMk id="2" creationId="{1FAE7B19-B532-47E4-AD36-E223BAA71D49}"/>
          </ac:spMkLst>
        </pc:spChg>
        <pc:picChg chg="mod">
          <ac:chgData name="TSE Kin" userId="0225f25b-d90a-49aa-8f8a-7a0034099826" providerId="ADAL" clId="{0E7D56F6-7F0E-4E33-94F3-B4A6600CE76B}" dt="2023-03-27T09:43:36.039" v="1281" actId="14100"/>
          <ac:picMkLst>
            <pc:docMk/>
            <pc:sldMk cId="1463477700" sldId="343"/>
            <ac:picMk id="9" creationId="{EF2DF5B3-03EE-E7EF-822E-DFE4ED793F54}"/>
          </ac:picMkLst>
        </pc:picChg>
      </pc:sldChg>
      <pc:sldChg chg="modSp mod">
        <pc:chgData name="TSE Kin" userId="0225f25b-d90a-49aa-8f8a-7a0034099826" providerId="ADAL" clId="{0E7D56F6-7F0E-4E33-94F3-B4A6600CE76B}" dt="2023-03-30T10:02:59.002" v="2996" actId="14100"/>
        <pc:sldMkLst>
          <pc:docMk/>
          <pc:sldMk cId="2823189888" sldId="348"/>
        </pc:sldMkLst>
        <pc:picChg chg="mod">
          <ac:chgData name="TSE Kin" userId="0225f25b-d90a-49aa-8f8a-7a0034099826" providerId="ADAL" clId="{0E7D56F6-7F0E-4E33-94F3-B4A6600CE76B}" dt="2023-03-30T10:02:59.002" v="2996" actId="14100"/>
          <ac:picMkLst>
            <pc:docMk/>
            <pc:sldMk cId="2823189888" sldId="348"/>
            <ac:picMk id="7" creationId="{0C5D45A8-F5A7-4A08-9456-C05AC87CBD66}"/>
          </ac:picMkLst>
        </pc:picChg>
      </pc:sldChg>
      <pc:sldChg chg="modSp new mod">
        <pc:chgData name="TSE Kin" userId="0225f25b-d90a-49aa-8f8a-7a0034099826" providerId="ADAL" clId="{0E7D56F6-7F0E-4E33-94F3-B4A6600CE76B}" dt="2023-03-28T07:03:34.852" v="2164" actId="20577"/>
        <pc:sldMkLst>
          <pc:docMk/>
          <pc:sldMk cId="3649951929" sldId="349"/>
        </pc:sldMkLst>
        <pc:spChg chg="mod">
          <ac:chgData name="TSE Kin" userId="0225f25b-d90a-49aa-8f8a-7a0034099826" providerId="ADAL" clId="{0E7D56F6-7F0E-4E33-94F3-B4A6600CE76B}" dt="2023-03-28T07:02:21.115" v="2156" actId="113"/>
          <ac:spMkLst>
            <pc:docMk/>
            <pc:sldMk cId="3649951929" sldId="349"/>
            <ac:spMk id="2" creationId="{9FC0D9B0-B2D0-4FC9-AC1E-2BC06ED7936C}"/>
          </ac:spMkLst>
        </pc:spChg>
        <pc:spChg chg="mod">
          <ac:chgData name="TSE Kin" userId="0225f25b-d90a-49aa-8f8a-7a0034099826" providerId="ADAL" clId="{0E7D56F6-7F0E-4E33-94F3-B4A6600CE76B}" dt="2023-03-28T07:03:34.852" v="2164" actId="20577"/>
          <ac:spMkLst>
            <pc:docMk/>
            <pc:sldMk cId="3649951929" sldId="349"/>
            <ac:spMk id="4" creationId="{A6BE2058-C259-4422-B897-530842E26774}"/>
          </ac:spMkLst>
        </pc:spChg>
      </pc:sldChg>
      <pc:sldChg chg="modSp new mod ord">
        <pc:chgData name="TSE Kin" userId="0225f25b-d90a-49aa-8f8a-7a0034099826" providerId="ADAL" clId="{0E7D56F6-7F0E-4E33-94F3-B4A6600CE76B}" dt="2023-03-28T07:39:13.702" v="2305" actId="1076"/>
        <pc:sldMkLst>
          <pc:docMk/>
          <pc:sldMk cId="916026013" sldId="350"/>
        </pc:sldMkLst>
        <pc:spChg chg="mod">
          <ac:chgData name="TSE Kin" userId="0225f25b-d90a-49aa-8f8a-7a0034099826" providerId="ADAL" clId="{0E7D56F6-7F0E-4E33-94F3-B4A6600CE76B}" dt="2023-03-28T07:39:13.702" v="2305" actId="1076"/>
          <ac:spMkLst>
            <pc:docMk/>
            <pc:sldMk cId="916026013" sldId="350"/>
            <ac:spMk id="2" creationId="{E6BEDCBF-5CB5-4038-8A60-766F85A38EB3}"/>
          </ac:spMkLst>
        </pc:spChg>
      </pc:sldChg>
      <pc:sldChg chg="modSp add mod">
        <pc:chgData name="TSE Kin" userId="0225f25b-d90a-49aa-8f8a-7a0034099826" providerId="ADAL" clId="{0E7D56F6-7F0E-4E33-94F3-B4A6600CE76B}" dt="2023-03-28T07:31:24.450" v="2303" actId="20577"/>
        <pc:sldMkLst>
          <pc:docMk/>
          <pc:sldMk cId="3279688150" sldId="351"/>
        </pc:sldMkLst>
        <pc:spChg chg="mod">
          <ac:chgData name="TSE Kin" userId="0225f25b-d90a-49aa-8f8a-7a0034099826" providerId="ADAL" clId="{0E7D56F6-7F0E-4E33-94F3-B4A6600CE76B}" dt="2023-03-28T06:50:22.475" v="2008" actId="20577"/>
          <ac:spMkLst>
            <pc:docMk/>
            <pc:sldMk cId="3279688150" sldId="351"/>
            <ac:spMk id="2" creationId="{9FC0D9B0-B2D0-4FC9-AC1E-2BC06ED7936C}"/>
          </ac:spMkLst>
        </pc:spChg>
        <pc:spChg chg="mod">
          <ac:chgData name="TSE Kin" userId="0225f25b-d90a-49aa-8f8a-7a0034099826" providerId="ADAL" clId="{0E7D56F6-7F0E-4E33-94F3-B4A6600CE76B}" dt="2023-03-28T07:31:24.450" v="2303" actId="20577"/>
          <ac:spMkLst>
            <pc:docMk/>
            <pc:sldMk cId="3279688150" sldId="351"/>
            <ac:spMk id="4" creationId="{A6BE2058-C259-4422-B897-530842E26774}"/>
          </ac:spMkLst>
        </pc:spChg>
      </pc:sldChg>
      <pc:sldChg chg="modSp mod ord">
        <pc:chgData name="TSE Kin" userId="0225f25b-d90a-49aa-8f8a-7a0034099826" providerId="ADAL" clId="{0E7D56F6-7F0E-4E33-94F3-B4A6600CE76B}" dt="2023-03-30T02:56:44.736" v="2742" actId="798"/>
        <pc:sldMkLst>
          <pc:docMk/>
          <pc:sldMk cId="1404593162" sldId="353"/>
        </pc:sldMkLst>
        <pc:graphicFrameChg chg="modGraphic">
          <ac:chgData name="TSE Kin" userId="0225f25b-d90a-49aa-8f8a-7a0034099826" providerId="ADAL" clId="{0E7D56F6-7F0E-4E33-94F3-B4A6600CE76B}" dt="2023-03-30T02:56:32.342" v="2740" actId="798"/>
          <ac:graphicFrameMkLst>
            <pc:docMk/>
            <pc:sldMk cId="1404593162" sldId="353"/>
            <ac:graphicFrameMk id="15" creationId="{7ED9D67E-1432-18BB-912F-251BB560D638}"/>
          </ac:graphicFrameMkLst>
        </pc:graphicFrameChg>
        <pc:graphicFrameChg chg="modGraphic">
          <ac:chgData name="TSE Kin" userId="0225f25b-d90a-49aa-8f8a-7a0034099826" providerId="ADAL" clId="{0E7D56F6-7F0E-4E33-94F3-B4A6600CE76B}" dt="2023-03-30T02:56:44.736" v="2742" actId="798"/>
          <ac:graphicFrameMkLst>
            <pc:docMk/>
            <pc:sldMk cId="1404593162" sldId="353"/>
            <ac:graphicFrameMk id="17" creationId="{AA8BFABF-3E85-FC6B-D446-F0DB3AA4E537}"/>
          </ac:graphicFrameMkLst>
        </pc:graphicFrameChg>
      </pc:sldChg>
      <pc:sldChg chg="addSp modSp mod">
        <pc:chgData name="TSE Kin" userId="0225f25b-d90a-49aa-8f8a-7a0034099826" providerId="ADAL" clId="{0E7D56F6-7F0E-4E33-94F3-B4A6600CE76B}" dt="2023-03-29T21:47:36.200" v="2457" actId="20577"/>
        <pc:sldMkLst>
          <pc:docMk/>
          <pc:sldMk cId="2962584605" sldId="354"/>
        </pc:sldMkLst>
        <pc:spChg chg="mod">
          <ac:chgData name="TSE Kin" userId="0225f25b-d90a-49aa-8f8a-7a0034099826" providerId="ADAL" clId="{0E7D56F6-7F0E-4E33-94F3-B4A6600CE76B}" dt="2023-03-29T21:44:42.566" v="2379" actId="404"/>
          <ac:spMkLst>
            <pc:docMk/>
            <pc:sldMk cId="2962584605" sldId="354"/>
            <ac:spMk id="3" creationId="{05C24CC9-DAC6-49DE-8666-0379A82F476A}"/>
          </ac:spMkLst>
        </pc:spChg>
        <pc:spChg chg="add mod">
          <ac:chgData name="TSE Kin" userId="0225f25b-d90a-49aa-8f8a-7a0034099826" providerId="ADAL" clId="{0E7D56F6-7F0E-4E33-94F3-B4A6600CE76B}" dt="2023-03-29T21:47:36.200" v="2457" actId="20577"/>
          <ac:spMkLst>
            <pc:docMk/>
            <pc:sldMk cId="2962584605" sldId="354"/>
            <ac:spMk id="8" creationId="{244FA603-10D1-4800-A754-F9BB8EE91790}"/>
          </ac:spMkLst>
        </pc:spChg>
        <pc:graphicFrameChg chg="mod">
          <ac:chgData name="TSE Kin" userId="0225f25b-d90a-49aa-8f8a-7a0034099826" providerId="ADAL" clId="{0E7D56F6-7F0E-4E33-94F3-B4A6600CE76B}" dt="2023-03-29T21:46:44.450" v="2404" actId="20577"/>
          <ac:graphicFrameMkLst>
            <pc:docMk/>
            <pc:sldMk cId="2962584605" sldId="354"/>
            <ac:graphicFrameMk id="16" creationId="{2DD3B4F9-90A3-4F13-B494-3BAFEBD9F677}"/>
          </ac:graphicFrameMkLst>
        </pc:graphicFrameChg>
        <pc:graphicFrameChg chg="mod">
          <ac:chgData name="TSE Kin" userId="0225f25b-d90a-49aa-8f8a-7a0034099826" providerId="ADAL" clId="{0E7D56F6-7F0E-4E33-94F3-B4A6600CE76B}" dt="2023-03-29T21:47:02.375" v="2405" actId="1076"/>
          <ac:graphicFrameMkLst>
            <pc:docMk/>
            <pc:sldMk cId="2962584605" sldId="354"/>
            <ac:graphicFrameMk id="19" creationId="{921D3351-2600-4D37-93B3-C94C2BA849BD}"/>
          </ac:graphicFrameMkLst>
        </pc:graphicFrameChg>
      </pc:sldChg>
      <pc:sldChg chg="modSp mod">
        <pc:chgData name="TSE Kin" userId="0225f25b-d90a-49aa-8f8a-7a0034099826" providerId="ADAL" clId="{0E7D56F6-7F0E-4E33-94F3-B4A6600CE76B}" dt="2023-03-30T02:57:46.194" v="2744" actId="207"/>
        <pc:sldMkLst>
          <pc:docMk/>
          <pc:sldMk cId="3383283417" sldId="355"/>
        </pc:sldMkLst>
        <pc:spChg chg="mod">
          <ac:chgData name="TSE Kin" userId="0225f25b-d90a-49aa-8f8a-7a0034099826" providerId="ADAL" clId="{0E7D56F6-7F0E-4E33-94F3-B4A6600CE76B}" dt="2023-03-29T21:50:38.599" v="2499" actId="113"/>
          <ac:spMkLst>
            <pc:docMk/>
            <pc:sldMk cId="3383283417" sldId="355"/>
            <ac:spMk id="3" creationId="{B2A780AF-9914-4668-9F7A-D26A5646CF28}"/>
          </ac:spMkLst>
        </pc:spChg>
        <pc:graphicFrameChg chg="mod modGraphic">
          <ac:chgData name="TSE Kin" userId="0225f25b-d90a-49aa-8f8a-7a0034099826" providerId="ADAL" clId="{0E7D56F6-7F0E-4E33-94F3-B4A6600CE76B}" dt="2023-03-30T02:57:46.194" v="2744" actId="207"/>
          <ac:graphicFrameMkLst>
            <pc:docMk/>
            <pc:sldMk cId="3383283417" sldId="355"/>
            <ac:graphicFrameMk id="8" creationId="{1899A7F7-E3C7-4D8C-AEFE-136CBDC0748A}"/>
          </ac:graphicFrameMkLst>
        </pc:graphicFrameChg>
      </pc:sldChg>
      <pc:sldChg chg="modSp mod modShow">
        <pc:chgData name="TSE Kin" userId="0225f25b-d90a-49aa-8f8a-7a0034099826" providerId="ADAL" clId="{0E7D56F6-7F0E-4E33-94F3-B4A6600CE76B}" dt="2023-03-30T02:59:33.390" v="2750" actId="729"/>
        <pc:sldMkLst>
          <pc:docMk/>
          <pc:sldMk cId="1691614566" sldId="356"/>
        </pc:sldMkLst>
        <pc:spChg chg="mod">
          <ac:chgData name="TSE Kin" userId="0225f25b-d90a-49aa-8f8a-7a0034099826" providerId="ADAL" clId="{0E7D56F6-7F0E-4E33-94F3-B4A6600CE76B}" dt="2023-03-30T02:58:21.556" v="2746" actId="13926"/>
          <ac:spMkLst>
            <pc:docMk/>
            <pc:sldMk cId="1691614566" sldId="356"/>
            <ac:spMk id="10" creationId="{EBA388C1-03BE-5E1C-51A8-3289E1B022BB}"/>
          </ac:spMkLst>
        </pc:spChg>
      </pc:sldChg>
      <pc:sldChg chg="modSp mod modShow">
        <pc:chgData name="TSE Kin" userId="0225f25b-d90a-49aa-8f8a-7a0034099826" providerId="ADAL" clId="{0E7D56F6-7F0E-4E33-94F3-B4A6600CE76B}" dt="2023-03-30T02:59:33.390" v="2750" actId="729"/>
        <pc:sldMkLst>
          <pc:docMk/>
          <pc:sldMk cId="3289802547" sldId="357"/>
        </pc:sldMkLst>
        <pc:spChg chg="mod">
          <ac:chgData name="TSE Kin" userId="0225f25b-d90a-49aa-8f8a-7a0034099826" providerId="ADAL" clId="{0E7D56F6-7F0E-4E33-94F3-B4A6600CE76B}" dt="2023-03-30T02:58:52.114" v="2747" actId="113"/>
          <ac:spMkLst>
            <pc:docMk/>
            <pc:sldMk cId="3289802547" sldId="357"/>
            <ac:spMk id="2" creationId="{1A3CC3DD-DCD2-5341-732A-47C4818637F1}"/>
          </ac:spMkLst>
        </pc:spChg>
      </pc:sldChg>
      <pc:sldChg chg="addSp modSp mod ord">
        <pc:chgData name="TSE Kin" userId="0225f25b-d90a-49aa-8f8a-7a0034099826" providerId="ADAL" clId="{0E7D56F6-7F0E-4E33-94F3-B4A6600CE76B}" dt="2023-03-30T03:55:11.609" v="2990" actId="113"/>
        <pc:sldMkLst>
          <pc:docMk/>
          <pc:sldMk cId="1293753078" sldId="358"/>
        </pc:sldMkLst>
        <pc:spChg chg="mod">
          <ac:chgData name="TSE Kin" userId="0225f25b-d90a-49aa-8f8a-7a0034099826" providerId="ADAL" clId="{0E7D56F6-7F0E-4E33-94F3-B4A6600CE76B}" dt="2023-03-30T03:55:11.609" v="2990" actId="113"/>
          <ac:spMkLst>
            <pc:docMk/>
            <pc:sldMk cId="1293753078" sldId="358"/>
            <ac:spMk id="3" creationId="{3B9B1FCF-471D-A1EE-1869-052A9BF7D8D7}"/>
          </ac:spMkLst>
        </pc:spChg>
        <pc:spChg chg="add mod">
          <ac:chgData name="TSE Kin" userId="0225f25b-d90a-49aa-8f8a-7a0034099826" providerId="ADAL" clId="{0E7D56F6-7F0E-4E33-94F3-B4A6600CE76B}" dt="2023-03-30T03:25:28.813" v="2987" actId="14100"/>
          <ac:spMkLst>
            <pc:docMk/>
            <pc:sldMk cId="1293753078" sldId="358"/>
            <ac:spMk id="8" creationId="{B2423E8C-403E-4BA4-BE48-EDE7EC04581D}"/>
          </ac:spMkLst>
        </pc:spChg>
        <pc:spChg chg="mod">
          <ac:chgData name="TSE Kin" userId="0225f25b-d90a-49aa-8f8a-7a0034099826" providerId="ADAL" clId="{0E7D56F6-7F0E-4E33-94F3-B4A6600CE76B}" dt="2023-03-30T03:52:27.397" v="2989" actId="20577"/>
          <ac:spMkLst>
            <pc:docMk/>
            <pc:sldMk cId="1293753078" sldId="358"/>
            <ac:spMk id="11" creationId="{33CF0229-116B-AB0E-C9D9-E0E8FBD12279}"/>
          </ac:spMkLst>
        </pc:spChg>
        <pc:picChg chg="mod">
          <ac:chgData name="TSE Kin" userId="0225f25b-d90a-49aa-8f8a-7a0034099826" providerId="ADAL" clId="{0E7D56F6-7F0E-4E33-94F3-B4A6600CE76B}" dt="2023-03-30T03:25:33.925" v="2988" actId="1076"/>
          <ac:picMkLst>
            <pc:docMk/>
            <pc:sldMk cId="1293753078" sldId="358"/>
            <ac:picMk id="7" creationId="{4C0DD427-BDC9-FBF8-98A1-E739C1250870}"/>
          </ac:picMkLst>
        </pc:picChg>
      </pc:sldChg>
      <pc:sldChg chg="modSp mod ord">
        <pc:chgData name="TSE Kin" userId="0225f25b-d90a-49aa-8f8a-7a0034099826" providerId="ADAL" clId="{0E7D56F6-7F0E-4E33-94F3-B4A6600CE76B}" dt="2023-03-30T02:59:59.269" v="2755" actId="113"/>
        <pc:sldMkLst>
          <pc:docMk/>
          <pc:sldMk cId="1781395779" sldId="359"/>
        </pc:sldMkLst>
        <pc:spChg chg="mod">
          <ac:chgData name="TSE Kin" userId="0225f25b-d90a-49aa-8f8a-7a0034099826" providerId="ADAL" clId="{0E7D56F6-7F0E-4E33-94F3-B4A6600CE76B}" dt="2023-03-30T02:59:59.269" v="2755" actId="113"/>
          <ac:spMkLst>
            <pc:docMk/>
            <pc:sldMk cId="1781395779" sldId="359"/>
            <ac:spMk id="2" creationId="{1A3CC3DD-DCD2-5341-732A-47C4818637F1}"/>
          </ac:spMkLst>
        </pc:spChg>
      </pc:sldChg>
      <pc:sldChg chg="modSp mod">
        <pc:chgData name="TSE Kin" userId="0225f25b-d90a-49aa-8f8a-7a0034099826" providerId="ADAL" clId="{0E7D56F6-7F0E-4E33-94F3-B4A6600CE76B}" dt="2023-03-30T03:17:48.347" v="2906" actId="20577"/>
        <pc:sldMkLst>
          <pc:docMk/>
          <pc:sldMk cId="871361999" sldId="361"/>
        </pc:sldMkLst>
        <pc:spChg chg="mod">
          <ac:chgData name="TSE Kin" userId="0225f25b-d90a-49aa-8f8a-7a0034099826" providerId="ADAL" clId="{0E7D56F6-7F0E-4E33-94F3-B4A6600CE76B}" dt="2023-03-30T03:17:48.347" v="2906" actId="20577"/>
          <ac:spMkLst>
            <pc:docMk/>
            <pc:sldMk cId="871361999" sldId="361"/>
            <ac:spMk id="3" creationId="{B2A780AF-9914-4668-9F7A-D26A5646CF28}"/>
          </ac:spMkLst>
        </pc:spChg>
      </pc:sldChg>
      <pc:sldChg chg="addSp modSp mod">
        <pc:chgData name="TSE Kin" userId="0225f25b-d90a-49aa-8f8a-7a0034099826" providerId="ADAL" clId="{0E7D56F6-7F0E-4E33-94F3-B4A6600CE76B}" dt="2023-03-30T03:19:13.648" v="2945" actId="1076"/>
        <pc:sldMkLst>
          <pc:docMk/>
          <pc:sldMk cId="3863319356" sldId="362"/>
        </pc:sldMkLst>
        <pc:spChg chg="add mod">
          <ac:chgData name="TSE Kin" userId="0225f25b-d90a-49aa-8f8a-7a0034099826" providerId="ADAL" clId="{0E7D56F6-7F0E-4E33-94F3-B4A6600CE76B}" dt="2023-03-30T03:19:13.648" v="2945" actId="1076"/>
          <ac:spMkLst>
            <pc:docMk/>
            <pc:sldMk cId="3863319356" sldId="362"/>
            <ac:spMk id="4" creationId="{751C516B-8AD3-4D47-B32E-EFF0094049CD}"/>
          </ac:spMkLst>
        </pc:spChg>
      </pc:sldChg>
    </pc:docChg>
  </pc:docChgLst>
  <pc:docChgLst>
    <pc:chgData name="LEUNG Jacky" userId="S::jacky.leung@axa.com.hk::b9445fa1-303b-45da-98a2-a95317d67951" providerId="AD" clId="Web-{E5AD0A55-7EF5-F281-302B-BBF103462F04}"/>
    <pc:docChg chg="addSld delSld modSld sldOrd">
      <pc:chgData name="LEUNG Jacky" userId="S::jacky.leung@axa.com.hk::b9445fa1-303b-45da-98a2-a95317d67951" providerId="AD" clId="Web-{E5AD0A55-7EF5-F281-302B-BBF103462F04}" dt="2023-03-27T09:56:57.150" v="2362" actId="20577"/>
      <pc:docMkLst>
        <pc:docMk/>
      </pc:docMkLst>
      <pc:sldChg chg="addSp delSp modSp">
        <pc:chgData name="LEUNG Jacky" userId="S::jacky.leung@axa.com.hk::b9445fa1-303b-45da-98a2-a95317d67951" providerId="AD" clId="Web-{E5AD0A55-7EF5-F281-302B-BBF103462F04}" dt="2023-03-27T08:32:15.641" v="1147" actId="20577"/>
        <pc:sldMkLst>
          <pc:docMk/>
          <pc:sldMk cId="3360548296" sldId="269"/>
        </pc:sldMkLst>
        <pc:spChg chg="mod">
          <ac:chgData name="LEUNG Jacky" userId="S::jacky.leung@axa.com.hk::b9445fa1-303b-45da-98a2-a95317d67951" providerId="AD" clId="Web-{E5AD0A55-7EF5-F281-302B-BBF103462F04}" dt="2023-03-27T08:32:15.641" v="1147" actId="20577"/>
          <ac:spMkLst>
            <pc:docMk/>
            <pc:sldMk cId="3360548296" sldId="269"/>
            <ac:spMk id="2" creationId="{1FAE7B19-B532-47E4-AD36-E223BAA71D49}"/>
          </ac:spMkLst>
        </pc:spChg>
        <pc:spChg chg="add mod">
          <ac:chgData name="LEUNG Jacky" userId="S::jacky.leung@axa.com.hk::b9445fa1-303b-45da-98a2-a95317d67951" providerId="AD" clId="Web-{E5AD0A55-7EF5-F281-302B-BBF103462F04}" dt="2023-03-27T08:31:50.343" v="1136" actId="20577"/>
          <ac:spMkLst>
            <pc:docMk/>
            <pc:sldMk cId="3360548296" sldId="269"/>
            <ac:spMk id="15" creationId="{C80D9B7C-24E7-89AB-9E73-1EB550EE736B}"/>
          </ac:spMkLst>
        </pc:spChg>
        <pc:graphicFrameChg chg="add mod modGraphic">
          <ac:chgData name="LEUNG Jacky" userId="S::jacky.leung@axa.com.hk::b9445fa1-303b-45da-98a2-a95317d67951" providerId="AD" clId="Web-{E5AD0A55-7EF5-F281-302B-BBF103462F04}" dt="2023-03-27T08:30:46.372" v="1054"/>
          <ac:graphicFrameMkLst>
            <pc:docMk/>
            <pc:sldMk cId="3360548296" sldId="269"/>
            <ac:graphicFrameMk id="13" creationId="{B5570027-FB01-E4C0-BB1F-D9F31CFB3461}"/>
          </ac:graphicFrameMkLst>
        </pc:graphicFrameChg>
        <pc:picChg chg="add del mod">
          <ac:chgData name="LEUNG Jacky" userId="S::jacky.leung@axa.com.hk::b9445fa1-303b-45da-98a2-a95317d67951" providerId="AD" clId="Web-{E5AD0A55-7EF5-F281-302B-BBF103462F04}" dt="2023-03-27T07:51:27.131" v="435"/>
          <ac:picMkLst>
            <pc:docMk/>
            <pc:sldMk cId="3360548296" sldId="269"/>
            <ac:picMk id="7" creationId="{BA0407BC-0808-FBCE-5B5B-F14E23C4AC32}"/>
          </ac:picMkLst>
        </pc:picChg>
        <pc:picChg chg="add del mod">
          <ac:chgData name="LEUNG Jacky" userId="S::jacky.leung@axa.com.hk::b9445fa1-303b-45da-98a2-a95317d67951" providerId="AD" clId="Web-{E5AD0A55-7EF5-F281-302B-BBF103462F04}" dt="2023-03-27T07:51:45.178" v="439"/>
          <ac:picMkLst>
            <pc:docMk/>
            <pc:sldMk cId="3360548296" sldId="269"/>
            <ac:picMk id="8" creationId="{26B76824-26DE-381C-3BBA-5004FFCAB07B}"/>
          </ac:picMkLst>
        </pc:picChg>
        <pc:picChg chg="add del mod">
          <ac:chgData name="LEUNG Jacky" userId="S::jacky.leung@axa.com.hk::b9445fa1-303b-45da-98a2-a95317d67951" providerId="AD" clId="Web-{E5AD0A55-7EF5-F281-302B-BBF103462F04}" dt="2023-03-27T07:51:49.772" v="442"/>
          <ac:picMkLst>
            <pc:docMk/>
            <pc:sldMk cId="3360548296" sldId="269"/>
            <ac:picMk id="9" creationId="{5619F231-F5EB-4284-897B-CAEDD6C5F671}"/>
          </ac:picMkLst>
        </pc:picChg>
        <pc:picChg chg="add del mod">
          <ac:chgData name="LEUNG Jacky" userId="S::jacky.leung@axa.com.hk::b9445fa1-303b-45da-98a2-a95317d67951" providerId="AD" clId="Web-{E5AD0A55-7EF5-F281-302B-BBF103462F04}" dt="2023-03-27T07:52:22.601" v="446"/>
          <ac:picMkLst>
            <pc:docMk/>
            <pc:sldMk cId="3360548296" sldId="269"/>
            <ac:picMk id="10" creationId="{39F0489E-756E-50D2-3584-C5846BDFAF86}"/>
          </ac:picMkLst>
        </pc:picChg>
        <pc:picChg chg="add mod">
          <ac:chgData name="LEUNG Jacky" userId="S::jacky.leung@axa.com.hk::b9445fa1-303b-45da-98a2-a95317d67951" providerId="AD" clId="Web-{E5AD0A55-7EF5-F281-302B-BBF103462F04}" dt="2023-03-27T07:53:35.744" v="452" actId="1076"/>
          <ac:picMkLst>
            <pc:docMk/>
            <pc:sldMk cId="3360548296" sldId="269"/>
            <ac:picMk id="11" creationId="{B25E5D4E-188B-B22D-F504-DD580F6D8911}"/>
          </ac:picMkLst>
        </pc:picChg>
        <pc:picChg chg="add del mod">
          <ac:chgData name="LEUNG Jacky" userId="S::jacky.leung@axa.com.hk::b9445fa1-303b-45da-98a2-a95317d67951" providerId="AD" clId="Web-{E5AD0A55-7EF5-F281-302B-BBF103462F04}" dt="2023-03-27T07:54:22.855" v="457"/>
          <ac:picMkLst>
            <pc:docMk/>
            <pc:sldMk cId="3360548296" sldId="269"/>
            <ac:picMk id="12" creationId="{D9DECC69-5EBA-C2CB-84B3-F35542767BA2}"/>
          </ac:picMkLst>
        </pc:picChg>
      </pc:sldChg>
      <pc:sldChg chg="modSp">
        <pc:chgData name="LEUNG Jacky" userId="S::jacky.leung@axa.com.hk::b9445fa1-303b-45da-98a2-a95317d67951" providerId="AD" clId="Web-{E5AD0A55-7EF5-F281-302B-BBF103462F04}" dt="2023-03-27T09:56:57.150" v="2362" actId="20577"/>
        <pc:sldMkLst>
          <pc:docMk/>
          <pc:sldMk cId="4137991421" sldId="271"/>
        </pc:sldMkLst>
        <pc:spChg chg="mod">
          <ac:chgData name="LEUNG Jacky" userId="S::jacky.leung@axa.com.hk::b9445fa1-303b-45da-98a2-a95317d67951" providerId="AD" clId="Web-{E5AD0A55-7EF5-F281-302B-BBF103462F04}" dt="2023-03-27T09:56:57.150" v="2362" actId="20577"/>
          <ac:spMkLst>
            <pc:docMk/>
            <pc:sldMk cId="4137991421" sldId="271"/>
            <ac:spMk id="2" creationId="{11521F0B-4767-4461-B156-3C8A4334B2F5}"/>
          </ac:spMkLst>
        </pc:spChg>
        <pc:spChg chg="mod">
          <ac:chgData name="LEUNG Jacky" userId="S::jacky.leung@axa.com.hk::b9445fa1-303b-45da-98a2-a95317d67951" providerId="AD" clId="Web-{E5AD0A55-7EF5-F281-302B-BBF103462F04}" dt="2023-03-27T07:16:10.644" v="431" actId="20577"/>
          <ac:spMkLst>
            <pc:docMk/>
            <pc:sldMk cId="4137991421" sldId="271"/>
            <ac:spMk id="3" creationId="{20F4C2E6-9C93-44AF-B5A6-72C81F626F2E}"/>
          </ac:spMkLst>
        </pc:spChg>
      </pc:sldChg>
      <pc:sldChg chg="addSp modSp">
        <pc:chgData name="LEUNG Jacky" userId="S::jacky.leung@axa.com.hk::b9445fa1-303b-45da-98a2-a95317d67951" providerId="AD" clId="Web-{E5AD0A55-7EF5-F281-302B-BBF103462F04}" dt="2023-03-27T09:54:03.692" v="2320" actId="20577"/>
        <pc:sldMkLst>
          <pc:docMk/>
          <pc:sldMk cId="1727444638" sldId="272"/>
        </pc:sldMkLst>
        <pc:spChg chg="mod">
          <ac:chgData name="LEUNG Jacky" userId="S::jacky.leung@axa.com.hk::b9445fa1-303b-45da-98a2-a95317d67951" providerId="AD" clId="Web-{E5AD0A55-7EF5-F281-302B-BBF103462F04}" dt="2023-03-27T09:45:58.818" v="2236" actId="20577"/>
          <ac:spMkLst>
            <pc:docMk/>
            <pc:sldMk cId="1727444638" sldId="272"/>
            <ac:spMk id="4" creationId="{D1D58659-EFC8-4B0B-894F-BEA3C186780B}"/>
          </ac:spMkLst>
        </pc:spChg>
        <pc:spChg chg="add mod">
          <ac:chgData name="LEUNG Jacky" userId="S::jacky.leung@axa.com.hk::b9445fa1-303b-45da-98a2-a95317d67951" providerId="AD" clId="Web-{E5AD0A55-7EF5-F281-302B-BBF103462F04}" dt="2023-03-27T09:54:03.692" v="2320" actId="20577"/>
          <ac:spMkLst>
            <pc:docMk/>
            <pc:sldMk cId="1727444638" sldId="272"/>
            <ac:spMk id="9" creationId="{4CC9B8B1-E833-F824-3AAE-A337618719BD}"/>
          </ac:spMkLst>
        </pc:spChg>
      </pc:sldChg>
      <pc:sldChg chg="addSp delSp modSp add ord replId">
        <pc:chgData name="LEUNG Jacky" userId="S::jacky.leung@axa.com.hk::b9445fa1-303b-45da-98a2-a95317d67951" providerId="AD" clId="Web-{E5AD0A55-7EF5-F281-302B-BBF103462F04}" dt="2023-03-27T08:19:54.525" v="810" actId="20577"/>
        <pc:sldMkLst>
          <pc:docMk/>
          <pc:sldMk cId="2969510933" sldId="274"/>
        </pc:sldMkLst>
        <pc:spChg chg="mod">
          <ac:chgData name="LEUNG Jacky" userId="S::jacky.leung@axa.com.hk::b9445fa1-303b-45da-98a2-a95317d67951" providerId="AD" clId="Web-{E5AD0A55-7EF5-F281-302B-BBF103462F04}" dt="2023-03-27T08:19:54.525" v="810" actId="20577"/>
          <ac:spMkLst>
            <pc:docMk/>
            <pc:sldMk cId="2969510933" sldId="274"/>
            <ac:spMk id="2" creationId="{1FAE7B19-B532-47E4-AD36-E223BAA71D49}"/>
          </ac:spMkLst>
        </pc:spChg>
        <pc:spChg chg="add del mod">
          <ac:chgData name="LEUNG Jacky" userId="S::jacky.leung@axa.com.hk::b9445fa1-303b-45da-98a2-a95317d67951" providerId="AD" clId="Web-{E5AD0A55-7EF5-F281-302B-BBF103462F04}" dt="2023-03-27T08:17:53.053" v="687"/>
          <ac:spMkLst>
            <pc:docMk/>
            <pc:sldMk cId="2969510933" sldId="274"/>
            <ac:spMk id="12" creationId="{C86F88C5-00BE-56DE-3D77-DF1AEBB06D3E}"/>
          </ac:spMkLst>
        </pc:spChg>
        <pc:spChg chg="add mod">
          <ac:chgData name="LEUNG Jacky" userId="S::jacky.leung@axa.com.hk::b9445fa1-303b-45da-98a2-a95317d67951" providerId="AD" clId="Web-{E5AD0A55-7EF5-F281-302B-BBF103462F04}" dt="2023-03-27T08:19:22.102" v="765" actId="20577"/>
          <ac:spMkLst>
            <pc:docMk/>
            <pc:sldMk cId="2969510933" sldId="274"/>
            <ac:spMk id="14" creationId="{A95DDA5B-8CC8-5E90-612F-C605A5605C4D}"/>
          </ac:spMkLst>
        </pc:spChg>
        <pc:picChg chg="add mod">
          <ac:chgData name="LEUNG Jacky" userId="S::jacky.leung@axa.com.hk::b9445fa1-303b-45da-98a2-a95317d67951" providerId="AD" clId="Web-{E5AD0A55-7EF5-F281-302B-BBF103462F04}" dt="2023-03-27T08:13:19.904" v="468" actId="14100"/>
          <ac:picMkLst>
            <pc:docMk/>
            <pc:sldMk cId="2969510933" sldId="274"/>
            <ac:picMk id="7" creationId="{B1F81377-BF3D-49D3-AA7B-9001A4B66F31}"/>
          </ac:picMkLst>
        </pc:picChg>
        <pc:picChg chg="add mod">
          <ac:chgData name="LEUNG Jacky" userId="S::jacky.leung@axa.com.hk::b9445fa1-303b-45da-98a2-a95317d67951" providerId="AD" clId="Web-{E5AD0A55-7EF5-F281-302B-BBF103462F04}" dt="2023-03-27T08:13:35.623" v="473" actId="14100"/>
          <ac:picMkLst>
            <pc:docMk/>
            <pc:sldMk cId="2969510933" sldId="274"/>
            <ac:picMk id="8" creationId="{D6EC4F7A-2967-DB7D-57AA-C03D9F926B2E}"/>
          </ac:picMkLst>
        </pc:picChg>
        <pc:picChg chg="add del mod">
          <ac:chgData name="LEUNG Jacky" userId="S::jacky.leung@axa.com.hk::b9445fa1-303b-45da-98a2-a95317d67951" providerId="AD" clId="Web-{E5AD0A55-7EF5-F281-302B-BBF103462F04}" dt="2023-03-27T08:14:13.296" v="475"/>
          <ac:picMkLst>
            <pc:docMk/>
            <pc:sldMk cId="2969510933" sldId="274"/>
            <ac:picMk id="9" creationId="{344B1C7C-0FA3-FD0A-E1A4-355A5D3F44DE}"/>
          </ac:picMkLst>
        </pc:picChg>
        <pc:picChg chg="add del mod">
          <ac:chgData name="LEUNG Jacky" userId="S::jacky.leung@axa.com.hk::b9445fa1-303b-45da-98a2-a95317d67951" providerId="AD" clId="Web-{E5AD0A55-7EF5-F281-302B-BBF103462F04}" dt="2023-03-27T08:14:22.265" v="477"/>
          <ac:picMkLst>
            <pc:docMk/>
            <pc:sldMk cId="2969510933" sldId="274"/>
            <ac:picMk id="10" creationId="{959EF1E0-B7C2-C52F-50CD-7DF61D6E2393}"/>
          </ac:picMkLst>
        </pc:picChg>
        <pc:picChg chg="del mod">
          <ac:chgData name="LEUNG Jacky" userId="S::jacky.leung@axa.com.hk::b9445fa1-303b-45da-98a2-a95317d67951" providerId="AD" clId="Web-{E5AD0A55-7EF5-F281-302B-BBF103462F04}" dt="2023-03-27T07:54:56.731" v="461"/>
          <ac:picMkLst>
            <pc:docMk/>
            <pc:sldMk cId="2969510933" sldId="274"/>
            <ac:picMk id="11" creationId="{B25E5D4E-188B-B22D-F504-DD580F6D8911}"/>
          </ac:picMkLst>
        </pc:picChg>
      </pc:sldChg>
      <pc:sldChg chg="addSp delSp modSp add replId">
        <pc:chgData name="LEUNG Jacky" userId="S::jacky.leung@axa.com.hk::b9445fa1-303b-45da-98a2-a95317d67951" providerId="AD" clId="Web-{E5AD0A55-7EF5-F281-302B-BBF103462F04}" dt="2023-03-27T08:55:12.775" v="1442" actId="20577"/>
        <pc:sldMkLst>
          <pc:docMk/>
          <pc:sldMk cId="314809675" sldId="336"/>
        </pc:sldMkLst>
        <pc:spChg chg="mod">
          <ac:chgData name="LEUNG Jacky" userId="S::jacky.leung@axa.com.hk::b9445fa1-303b-45da-98a2-a95317d67951" providerId="AD" clId="Web-{E5AD0A55-7EF5-F281-302B-BBF103462F04}" dt="2023-03-27T08:55:12.775" v="1442" actId="20577"/>
          <ac:spMkLst>
            <pc:docMk/>
            <pc:sldMk cId="314809675" sldId="336"/>
            <ac:spMk id="2" creationId="{1FAE7B19-B532-47E4-AD36-E223BAA71D49}"/>
          </ac:spMkLst>
        </pc:spChg>
        <pc:spChg chg="mod">
          <ac:chgData name="LEUNG Jacky" userId="S::jacky.leung@axa.com.hk::b9445fa1-303b-45da-98a2-a95317d67951" providerId="AD" clId="Web-{E5AD0A55-7EF5-F281-302B-BBF103462F04}" dt="2023-03-27T08:52:32.458" v="1424" actId="20577"/>
          <ac:spMkLst>
            <pc:docMk/>
            <pc:sldMk cId="314809675" sldId="336"/>
            <ac:spMk id="15" creationId="{C80D9B7C-24E7-89AB-9E73-1EB550EE736B}"/>
          </ac:spMkLst>
        </pc:spChg>
        <pc:graphicFrameChg chg="mod modGraphic">
          <ac:chgData name="LEUNG Jacky" userId="S::jacky.leung@axa.com.hk::b9445fa1-303b-45da-98a2-a95317d67951" providerId="AD" clId="Web-{E5AD0A55-7EF5-F281-302B-BBF103462F04}" dt="2023-03-27T08:51:31.659" v="1347"/>
          <ac:graphicFrameMkLst>
            <pc:docMk/>
            <pc:sldMk cId="314809675" sldId="336"/>
            <ac:graphicFrameMk id="13" creationId="{B5570027-FB01-E4C0-BB1F-D9F31CFB3461}"/>
          </ac:graphicFrameMkLst>
        </pc:graphicFrameChg>
        <pc:picChg chg="add mod">
          <ac:chgData name="LEUNG Jacky" userId="S::jacky.leung@axa.com.hk::b9445fa1-303b-45da-98a2-a95317d67951" providerId="AD" clId="Web-{E5AD0A55-7EF5-F281-302B-BBF103462F04}" dt="2023-03-27T08:46:24.119" v="1152" actId="14100"/>
          <ac:picMkLst>
            <pc:docMk/>
            <pc:sldMk cId="314809675" sldId="336"/>
            <ac:picMk id="7" creationId="{F0032B42-1AEE-9EA3-7592-CA6F4FA137C4}"/>
          </ac:picMkLst>
        </pc:picChg>
        <pc:picChg chg="del">
          <ac:chgData name="LEUNG Jacky" userId="S::jacky.leung@axa.com.hk::b9445fa1-303b-45da-98a2-a95317d67951" providerId="AD" clId="Web-{E5AD0A55-7EF5-F281-302B-BBF103462F04}" dt="2023-03-27T08:46:08.134" v="1148"/>
          <ac:picMkLst>
            <pc:docMk/>
            <pc:sldMk cId="314809675" sldId="336"/>
            <ac:picMk id="11" creationId="{B25E5D4E-188B-B22D-F504-DD580F6D8911}"/>
          </ac:picMkLst>
        </pc:picChg>
      </pc:sldChg>
      <pc:sldChg chg="addSp delSp modSp add">
        <pc:chgData name="LEUNG Jacky" userId="S::jacky.leung@axa.com.hk::b9445fa1-303b-45da-98a2-a95317d67951" providerId="AD" clId="Web-{E5AD0A55-7EF5-F281-302B-BBF103462F04}" dt="2023-03-27T09:00:10.690" v="1645" actId="20577"/>
        <pc:sldMkLst>
          <pc:docMk/>
          <pc:sldMk cId="4182086309" sldId="338"/>
        </pc:sldMkLst>
        <pc:spChg chg="mod">
          <ac:chgData name="LEUNG Jacky" userId="S::jacky.leung@axa.com.hk::b9445fa1-303b-45da-98a2-a95317d67951" providerId="AD" clId="Web-{E5AD0A55-7EF5-F281-302B-BBF103462F04}" dt="2023-03-27T08:55:20.431" v="1450" actId="20577"/>
          <ac:spMkLst>
            <pc:docMk/>
            <pc:sldMk cId="4182086309" sldId="338"/>
            <ac:spMk id="2" creationId="{1FAE7B19-B532-47E4-AD36-E223BAA71D49}"/>
          </ac:spMkLst>
        </pc:spChg>
        <pc:spChg chg="add mod">
          <ac:chgData name="LEUNG Jacky" userId="S::jacky.leung@axa.com.hk::b9445fa1-303b-45da-98a2-a95317d67951" providerId="AD" clId="Web-{E5AD0A55-7EF5-F281-302B-BBF103462F04}" dt="2023-03-27T09:00:10.690" v="1645" actId="20577"/>
          <ac:spMkLst>
            <pc:docMk/>
            <pc:sldMk cId="4182086309" sldId="338"/>
            <ac:spMk id="14" creationId="{E78B3DCD-ADBE-D82A-904A-314E47F33185}"/>
          </ac:spMkLst>
        </pc:spChg>
        <pc:spChg chg="mod">
          <ac:chgData name="LEUNG Jacky" userId="S::jacky.leung@axa.com.hk::b9445fa1-303b-45da-98a2-a95317d67951" providerId="AD" clId="Web-{E5AD0A55-7EF5-F281-302B-BBF103462F04}" dt="2023-03-27T08:57:43.842" v="1465" actId="20577"/>
          <ac:spMkLst>
            <pc:docMk/>
            <pc:sldMk cId="4182086309" sldId="338"/>
            <ac:spMk id="15" creationId="{C80D9B7C-24E7-89AB-9E73-1EB550EE736B}"/>
          </ac:spMkLst>
        </pc:spChg>
        <pc:graphicFrameChg chg="del mod modGraphic">
          <ac:chgData name="LEUNG Jacky" userId="S::jacky.leung@axa.com.hk::b9445fa1-303b-45da-98a2-a95317d67951" providerId="AD" clId="Web-{E5AD0A55-7EF5-F281-302B-BBF103462F04}" dt="2023-03-27T08:53:52.335" v="1433"/>
          <ac:graphicFrameMkLst>
            <pc:docMk/>
            <pc:sldMk cId="4182086309" sldId="338"/>
            <ac:graphicFrameMk id="13" creationId="{B5570027-FB01-E4C0-BB1F-D9F31CFB3461}"/>
          </ac:graphicFrameMkLst>
        </pc:graphicFrameChg>
        <pc:picChg chg="del">
          <ac:chgData name="LEUNG Jacky" userId="S::jacky.leung@axa.com.hk::b9445fa1-303b-45da-98a2-a95317d67951" providerId="AD" clId="Web-{E5AD0A55-7EF5-F281-302B-BBF103462F04}" dt="2023-03-27T08:53:40.413" v="1426"/>
          <ac:picMkLst>
            <pc:docMk/>
            <pc:sldMk cId="4182086309" sldId="338"/>
            <ac:picMk id="7" creationId="{F0032B42-1AEE-9EA3-7592-CA6F4FA137C4}"/>
          </ac:picMkLst>
        </pc:picChg>
        <pc:picChg chg="add del mod">
          <ac:chgData name="LEUNG Jacky" userId="S::jacky.leung@axa.com.hk::b9445fa1-303b-45da-98a2-a95317d67951" providerId="AD" clId="Web-{E5AD0A55-7EF5-F281-302B-BBF103462F04}" dt="2023-03-27T08:56:50.012" v="1451"/>
          <ac:picMkLst>
            <pc:docMk/>
            <pc:sldMk cId="4182086309" sldId="338"/>
            <ac:picMk id="8" creationId="{BF31A66A-A8E2-A189-5771-72568D6D7417}"/>
          </ac:picMkLst>
        </pc:picChg>
        <pc:picChg chg="add del mod">
          <ac:chgData name="LEUNG Jacky" userId="S::jacky.leung@axa.com.hk::b9445fa1-303b-45da-98a2-a95317d67951" providerId="AD" clId="Web-{E5AD0A55-7EF5-F281-302B-BBF103462F04}" dt="2023-03-27T08:57:25.201" v="1457"/>
          <ac:picMkLst>
            <pc:docMk/>
            <pc:sldMk cId="4182086309" sldId="338"/>
            <ac:picMk id="9" creationId="{88510A91-1746-6C9C-C225-A94BD7CFA703}"/>
          </ac:picMkLst>
        </pc:picChg>
        <pc:picChg chg="add del mod">
          <ac:chgData name="LEUNG Jacky" userId="S::jacky.leung@axa.com.hk::b9445fa1-303b-45da-98a2-a95317d67951" providerId="AD" clId="Web-{E5AD0A55-7EF5-F281-302B-BBF103462F04}" dt="2023-03-27T08:58:10.889" v="1466"/>
          <ac:picMkLst>
            <pc:docMk/>
            <pc:sldMk cId="4182086309" sldId="338"/>
            <ac:picMk id="10" creationId="{D41B3F99-AEF7-EDD6-5D5E-A48CEAE27148}"/>
          </ac:picMkLst>
        </pc:picChg>
        <pc:picChg chg="add mod">
          <ac:chgData name="LEUNG Jacky" userId="S::jacky.leung@axa.com.hk::b9445fa1-303b-45da-98a2-a95317d67951" providerId="AD" clId="Web-{E5AD0A55-7EF5-F281-302B-BBF103462F04}" dt="2023-03-27T08:58:19.640" v="1470" actId="14100"/>
          <ac:picMkLst>
            <pc:docMk/>
            <pc:sldMk cId="4182086309" sldId="338"/>
            <ac:picMk id="11" creationId="{7F663943-BA4F-EABE-4F00-5C777ECC7910}"/>
          </ac:picMkLst>
        </pc:picChg>
      </pc:sldChg>
      <pc:sldChg chg="addSp delSp modSp add">
        <pc:chgData name="LEUNG Jacky" userId="S::jacky.leung@axa.com.hk::b9445fa1-303b-45da-98a2-a95317d67951" providerId="AD" clId="Web-{E5AD0A55-7EF5-F281-302B-BBF103462F04}" dt="2023-03-27T09:14:57.825" v="1747" actId="20577"/>
        <pc:sldMkLst>
          <pc:docMk/>
          <pc:sldMk cId="1204536253" sldId="339"/>
        </pc:sldMkLst>
        <pc:spChg chg="mod">
          <ac:chgData name="LEUNG Jacky" userId="S::jacky.leung@axa.com.hk::b9445fa1-303b-45da-98a2-a95317d67951" providerId="AD" clId="Web-{E5AD0A55-7EF5-F281-302B-BBF103462F04}" dt="2023-03-27T09:13:54.074" v="1672" actId="20577"/>
          <ac:spMkLst>
            <pc:docMk/>
            <pc:sldMk cId="1204536253" sldId="339"/>
            <ac:spMk id="2" creationId="{1FAE7B19-B532-47E4-AD36-E223BAA71D49}"/>
          </ac:spMkLst>
        </pc:spChg>
        <pc:spChg chg="mod">
          <ac:chgData name="LEUNG Jacky" userId="S::jacky.leung@axa.com.hk::b9445fa1-303b-45da-98a2-a95317d67951" providerId="AD" clId="Web-{E5AD0A55-7EF5-F281-302B-BBF103462F04}" dt="2023-03-27T09:14:57.825" v="1747" actId="20577"/>
          <ac:spMkLst>
            <pc:docMk/>
            <pc:sldMk cId="1204536253" sldId="339"/>
            <ac:spMk id="14" creationId="{E78B3DCD-ADBE-D82A-904A-314E47F33185}"/>
          </ac:spMkLst>
        </pc:spChg>
        <pc:picChg chg="add del mod">
          <ac:chgData name="LEUNG Jacky" userId="S::jacky.leung@axa.com.hk::b9445fa1-303b-45da-98a2-a95317d67951" providerId="AD" clId="Web-{E5AD0A55-7EF5-F281-302B-BBF103462F04}" dt="2023-03-27T09:10:05.895" v="1651"/>
          <ac:picMkLst>
            <pc:docMk/>
            <pc:sldMk cId="1204536253" sldId="339"/>
            <ac:picMk id="7" creationId="{6368F893-BEBF-6D75-B26F-2559C7DD7DC8}"/>
          </ac:picMkLst>
        </pc:picChg>
        <pc:picChg chg="add del mod">
          <ac:chgData name="LEUNG Jacky" userId="S::jacky.leung@axa.com.hk::b9445fa1-303b-45da-98a2-a95317d67951" providerId="AD" clId="Web-{E5AD0A55-7EF5-F281-302B-BBF103462F04}" dt="2023-03-27T09:13:29.635" v="1661"/>
          <ac:picMkLst>
            <pc:docMk/>
            <pc:sldMk cId="1204536253" sldId="339"/>
            <ac:picMk id="8" creationId="{B8AC586B-4047-7C9F-2339-D605EEA2F6B2}"/>
          </ac:picMkLst>
        </pc:picChg>
        <pc:picChg chg="add mod">
          <ac:chgData name="LEUNG Jacky" userId="S::jacky.leung@axa.com.hk::b9445fa1-303b-45da-98a2-a95317d67951" providerId="AD" clId="Web-{E5AD0A55-7EF5-F281-302B-BBF103462F04}" dt="2023-03-27T09:13:37.401" v="1665" actId="1076"/>
          <ac:picMkLst>
            <pc:docMk/>
            <pc:sldMk cId="1204536253" sldId="339"/>
            <ac:picMk id="9" creationId="{DA889270-1D3F-8681-D169-E48461E6DC86}"/>
          </ac:picMkLst>
        </pc:picChg>
        <pc:picChg chg="add mod">
          <ac:chgData name="LEUNG Jacky" userId="S::jacky.leung@axa.com.hk::b9445fa1-303b-45da-98a2-a95317d67951" providerId="AD" clId="Web-{E5AD0A55-7EF5-F281-302B-BBF103462F04}" dt="2023-03-27T09:13:45.714" v="1668" actId="1076"/>
          <ac:picMkLst>
            <pc:docMk/>
            <pc:sldMk cId="1204536253" sldId="339"/>
            <ac:picMk id="10" creationId="{B685FE83-1A5B-432A-C3AF-464A1E4BFBB0}"/>
          </ac:picMkLst>
        </pc:picChg>
        <pc:picChg chg="del">
          <ac:chgData name="LEUNG Jacky" userId="S::jacky.leung@axa.com.hk::b9445fa1-303b-45da-98a2-a95317d67951" providerId="AD" clId="Web-{E5AD0A55-7EF5-F281-302B-BBF103462F04}" dt="2023-03-27T09:01:09.332" v="1647"/>
          <ac:picMkLst>
            <pc:docMk/>
            <pc:sldMk cId="1204536253" sldId="339"/>
            <ac:picMk id="11" creationId="{7F663943-BA4F-EABE-4F00-5C777ECC7910}"/>
          </ac:picMkLst>
        </pc:picChg>
      </pc:sldChg>
      <pc:sldChg chg="addSp delSp modSp add replId">
        <pc:chgData name="LEUNG Jacky" userId="S::jacky.leung@axa.com.hk::b9445fa1-303b-45da-98a2-a95317d67951" providerId="AD" clId="Web-{E5AD0A55-7EF5-F281-302B-BBF103462F04}" dt="2023-03-27T09:17:56.581" v="1904" actId="14100"/>
        <pc:sldMkLst>
          <pc:docMk/>
          <pc:sldMk cId="2940668355" sldId="342"/>
        </pc:sldMkLst>
        <pc:spChg chg="mod">
          <ac:chgData name="LEUNG Jacky" userId="S::jacky.leung@axa.com.hk::b9445fa1-303b-45da-98a2-a95317d67951" providerId="AD" clId="Web-{E5AD0A55-7EF5-F281-302B-BBF103462F04}" dt="2023-03-27T09:17:06.360" v="1846" actId="20577"/>
          <ac:spMkLst>
            <pc:docMk/>
            <pc:sldMk cId="2940668355" sldId="342"/>
            <ac:spMk id="2" creationId="{1FAE7B19-B532-47E4-AD36-E223BAA71D49}"/>
          </ac:spMkLst>
        </pc:spChg>
        <pc:spChg chg="mod">
          <ac:chgData name="LEUNG Jacky" userId="S::jacky.leung@axa.com.hk::b9445fa1-303b-45da-98a2-a95317d67951" providerId="AD" clId="Web-{E5AD0A55-7EF5-F281-302B-BBF103462F04}" dt="2023-03-27T09:17:56.581" v="1904" actId="14100"/>
          <ac:spMkLst>
            <pc:docMk/>
            <pc:sldMk cId="2940668355" sldId="342"/>
            <ac:spMk id="14" creationId="{E78B3DCD-ADBE-D82A-904A-314E47F33185}"/>
          </ac:spMkLst>
        </pc:spChg>
        <pc:picChg chg="add mod">
          <ac:chgData name="LEUNG Jacky" userId="S::jacky.leung@axa.com.hk::b9445fa1-303b-45da-98a2-a95317d67951" providerId="AD" clId="Web-{E5AD0A55-7EF5-F281-302B-BBF103462F04}" dt="2023-03-27T09:16:17.312" v="1755" actId="14100"/>
          <ac:picMkLst>
            <pc:docMk/>
            <pc:sldMk cId="2940668355" sldId="342"/>
            <ac:picMk id="7" creationId="{7B72341F-F441-72AE-9830-3DCABFB2FC4E}"/>
          </ac:picMkLst>
        </pc:picChg>
        <pc:picChg chg="del">
          <ac:chgData name="LEUNG Jacky" userId="S::jacky.leung@axa.com.hk::b9445fa1-303b-45da-98a2-a95317d67951" providerId="AD" clId="Web-{E5AD0A55-7EF5-F281-302B-BBF103462F04}" dt="2023-03-27T09:16:05.109" v="1749"/>
          <ac:picMkLst>
            <pc:docMk/>
            <pc:sldMk cId="2940668355" sldId="342"/>
            <ac:picMk id="9" creationId="{DA889270-1D3F-8681-D169-E48461E6DC86}"/>
          </ac:picMkLst>
        </pc:picChg>
        <pc:picChg chg="del">
          <ac:chgData name="LEUNG Jacky" userId="S::jacky.leung@axa.com.hk::b9445fa1-303b-45da-98a2-a95317d67951" providerId="AD" clId="Web-{E5AD0A55-7EF5-F281-302B-BBF103462F04}" dt="2023-03-27T09:16:06.515" v="1750"/>
          <ac:picMkLst>
            <pc:docMk/>
            <pc:sldMk cId="2940668355" sldId="342"/>
            <ac:picMk id="10" creationId="{B685FE83-1A5B-432A-C3AF-464A1E4BFBB0}"/>
          </ac:picMkLst>
        </pc:picChg>
      </pc:sldChg>
      <pc:sldChg chg="addSp delSp modSp add replId">
        <pc:chgData name="LEUNG Jacky" userId="S::jacky.leung@axa.com.hk::b9445fa1-303b-45da-98a2-a95317d67951" providerId="AD" clId="Web-{E5AD0A55-7EF5-F281-302B-BBF103462F04}" dt="2023-03-27T09:25:54.017" v="1964" actId="20577"/>
        <pc:sldMkLst>
          <pc:docMk/>
          <pc:sldMk cId="1463477700" sldId="343"/>
        </pc:sldMkLst>
        <pc:spChg chg="mod">
          <ac:chgData name="LEUNG Jacky" userId="S::jacky.leung@axa.com.hk::b9445fa1-303b-45da-98a2-a95317d67951" providerId="AD" clId="Web-{E5AD0A55-7EF5-F281-302B-BBF103462F04}" dt="2023-03-27T09:25:54.017" v="1964" actId="20577"/>
          <ac:spMkLst>
            <pc:docMk/>
            <pc:sldMk cId="1463477700" sldId="343"/>
            <ac:spMk id="2" creationId="{1FAE7B19-B532-47E4-AD36-E223BAA71D49}"/>
          </ac:spMkLst>
        </pc:spChg>
        <pc:spChg chg="del">
          <ac:chgData name="LEUNG Jacky" userId="S::jacky.leung@axa.com.hk::b9445fa1-303b-45da-98a2-a95317d67951" providerId="AD" clId="Web-{E5AD0A55-7EF5-F281-302B-BBF103462F04}" dt="2023-03-27T09:20:41.273" v="1907"/>
          <ac:spMkLst>
            <pc:docMk/>
            <pc:sldMk cId="1463477700" sldId="343"/>
            <ac:spMk id="14" creationId="{E78B3DCD-ADBE-D82A-904A-314E47F33185}"/>
          </ac:spMkLst>
        </pc:spChg>
        <pc:picChg chg="del">
          <ac:chgData name="LEUNG Jacky" userId="S::jacky.leung@axa.com.hk::b9445fa1-303b-45da-98a2-a95317d67951" providerId="AD" clId="Web-{E5AD0A55-7EF5-F281-302B-BBF103462F04}" dt="2023-03-27T09:20:38.210" v="1906"/>
          <ac:picMkLst>
            <pc:docMk/>
            <pc:sldMk cId="1463477700" sldId="343"/>
            <ac:picMk id="7" creationId="{7B72341F-F441-72AE-9830-3DCABFB2FC4E}"/>
          </ac:picMkLst>
        </pc:picChg>
        <pc:picChg chg="add del mod">
          <ac:chgData name="LEUNG Jacky" userId="S::jacky.leung@axa.com.hk::b9445fa1-303b-45da-98a2-a95317d67951" providerId="AD" clId="Web-{E5AD0A55-7EF5-F281-302B-BBF103462F04}" dt="2023-03-27T09:25:16.531" v="1919"/>
          <ac:picMkLst>
            <pc:docMk/>
            <pc:sldMk cId="1463477700" sldId="343"/>
            <ac:picMk id="8" creationId="{CB2814B9-53B2-DC91-EF9F-03D81A5C151D}"/>
          </ac:picMkLst>
        </pc:picChg>
        <pc:picChg chg="add mod">
          <ac:chgData name="LEUNG Jacky" userId="S::jacky.leung@axa.com.hk::b9445fa1-303b-45da-98a2-a95317d67951" providerId="AD" clId="Web-{E5AD0A55-7EF5-F281-302B-BBF103462F04}" dt="2023-03-27T09:25:32.391" v="1928" actId="1076"/>
          <ac:picMkLst>
            <pc:docMk/>
            <pc:sldMk cId="1463477700" sldId="343"/>
            <ac:picMk id="9" creationId="{EF2DF5B3-03EE-E7EF-822E-DFE4ED793F54}"/>
          </ac:picMkLst>
        </pc:picChg>
      </pc:sldChg>
      <pc:sldChg chg="add del replId">
        <pc:chgData name="LEUNG Jacky" userId="S::jacky.leung@axa.com.hk::b9445fa1-303b-45da-98a2-a95317d67951" providerId="AD" clId="Web-{E5AD0A55-7EF5-F281-302B-BBF103462F04}" dt="2023-03-27T09:16:09.218" v="1752"/>
        <pc:sldMkLst>
          <pc:docMk/>
          <pc:sldMk cId="1796422656" sldId="343"/>
        </pc:sldMkLst>
      </pc:sldChg>
    </pc:docChg>
  </pc:docChgLst>
  <pc:docChgLst>
    <pc:chgData name="AU Kelvin" userId="416e5d84-3133-4774-aa1a-290e1bef47d6" providerId="ADAL" clId="{5B8966E4-3FDC-47B2-843B-7F15A992AB94}"/>
    <pc:docChg chg="undo redo custSel addSld delSld modSld sldOrd">
      <pc:chgData name="AU Kelvin" userId="416e5d84-3133-4774-aa1a-290e1bef47d6" providerId="ADAL" clId="{5B8966E4-3FDC-47B2-843B-7F15A992AB94}" dt="2023-03-30T09:26:43.468" v="4373" actId="20577"/>
      <pc:docMkLst>
        <pc:docMk/>
      </pc:docMkLst>
      <pc:sldChg chg="addSp delSp modSp mod">
        <pc:chgData name="AU Kelvin" userId="416e5d84-3133-4774-aa1a-290e1bef47d6" providerId="ADAL" clId="{5B8966E4-3FDC-47B2-843B-7F15A992AB94}" dt="2023-03-27T10:08:23.501" v="2013" actId="1076"/>
        <pc:sldMkLst>
          <pc:docMk/>
          <pc:sldMk cId="2799964493" sldId="259"/>
        </pc:sldMkLst>
        <pc:spChg chg="del">
          <ac:chgData name="AU Kelvin" userId="416e5d84-3133-4774-aa1a-290e1bef47d6" providerId="ADAL" clId="{5B8966E4-3FDC-47B2-843B-7F15A992AB94}" dt="2023-03-27T06:49:01.354" v="1038" actId="478"/>
          <ac:spMkLst>
            <pc:docMk/>
            <pc:sldMk cId="2799964493" sldId="259"/>
            <ac:spMk id="3" creationId="{2F246F6B-0447-429C-BB76-468BBE079A1F}"/>
          </ac:spMkLst>
        </pc:spChg>
        <pc:spChg chg="del">
          <ac:chgData name="AU Kelvin" userId="416e5d84-3133-4774-aa1a-290e1bef47d6" providerId="ADAL" clId="{5B8966E4-3FDC-47B2-843B-7F15A992AB94}" dt="2023-03-27T06:17:28.956" v="422" actId="3680"/>
          <ac:spMkLst>
            <pc:docMk/>
            <pc:sldMk cId="2799964493" sldId="259"/>
            <ac:spMk id="4" creationId="{D1D58659-EFC8-4B0B-894F-BEA3C186780B}"/>
          </ac:spMkLst>
        </pc:spChg>
        <pc:spChg chg="mod">
          <ac:chgData name="AU Kelvin" userId="416e5d84-3133-4774-aa1a-290e1bef47d6" providerId="ADAL" clId="{5B8966E4-3FDC-47B2-843B-7F15A992AB94}" dt="2023-03-27T06:50:22.330" v="1047" actId="1076"/>
          <ac:spMkLst>
            <pc:docMk/>
            <pc:sldMk cId="2799964493" sldId="259"/>
            <ac:spMk id="5" creationId="{83020EEE-851E-46D0-B400-6CD42AC5CD0D}"/>
          </ac:spMkLst>
        </pc:spChg>
        <pc:spChg chg="mod">
          <ac:chgData name="AU Kelvin" userId="416e5d84-3133-4774-aa1a-290e1bef47d6" providerId="ADAL" clId="{5B8966E4-3FDC-47B2-843B-7F15A992AB94}" dt="2023-03-27T06:50:22.330" v="1047" actId="1076"/>
          <ac:spMkLst>
            <pc:docMk/>
            <pc:sldMk cId="2799964493" sldId="259"/>
            <ac:spMk id="6" creationId="{C94201E2-1BFF-46ED-B464-E8883CB9247A}"/>
          </ac:spMkLst>
        </pc:spChg>
        <pc:spChg chg="add del mod">
          <ac:chgData name="AU Kelvin" userId="416e5d84-3133-4774-aa1a-290e1bef47d6" providerId="ADAL" clId="{5B8966E4-3FDC-47B2-843B-7F15A992AB94}" dt="2023-03-27T06:15:08.039" v="420"/>
          <ac:spMkLst>
            <pc:docMk/>
            <pc:sldMk cId="2799964493" sldId="259"/>
            <ac:spMk id="10" creationId="{7D518C42-D4B7-43C0-B14C-A486E9C2A420}"/>
          </ac:spMkLst>
        </pc:spChg>
        <pc:spChg chg="add del mod">
          <ac:chgData name="AU Kelvin" userId="416e5d84-3133-4774-aa1a-290e1bef47d6" providerId="ADAL" clId="{5B8966E4-3FDC-47B2-843B-7F15A992AB94}" dt="2023-03-27T06:15:08.039" v="420"/>
          <ac:spMkLst>
            <pc:docMk/>
            <pc:sldMk cId="2799964493" sldId="259"/>
            <ac:spMk id="13" creationId="{ED69085B-D3D5-4F6E-B2A2-1784B7D25DF7}"/>
          </ac:spMkLst>
        </pc:spChg>
        <pc:spChg chg="add del mod">
          <ac:chgData name="AU Kelvin" userId="416e5d84-3133-4774-aa1a-290e1bef47d6" providerId="ADAL" clId="{5B8966E4-3FDC-47B2-843B-7F15A992AB94}" dt="2023-03-27T06:15:08.039" v="420"/>
          <ac:spMkLst>
            <pc:docMk/>
            <pc:sldMk cId="2799964493" sldId="259"/>
            <ac:spMk id="14" creationId="{9ECB1669-4859-4D7E-80B1-36ACA4185231}"/>
          </ac:spMkLst>
        </pc:spChg>
        <pc:spChg chg="add del mod">
          <ac:chgData name="AU Kelvin" userId="416e5d84-3133-4774-aa1a-290e1bef47d6" providerId="ADAL" clId="{5B8966E4-3FDC-47B2-843B-7F15A992AB94}" dt="2023-03-27T06:15:08.039" v="420"/>
          <ac:spMkLst>
            <pc:docMk/>
            <pc:sldMk cId="2799964493" sldId="259"/>
            <ac:spMk id="16" creationId="{CAFEC80A-C5D7-4F4D-8D66-FBECDE5208A4}"/>
          </ac:spMkLst>
        </pc:spChg>
        <pc:spChg chg="add del mod">
          <ac:chgData name="AU Kelvin" userId="416e5d84-3133-4774-aa1a-290e1bef47d6" providerId="ADAL" clId="{5B8966E4-3FDC-47B2-843B-7F15A992AB94}" dt="2023-03-27T06:15:08.039" v="420"/>
          <ac:spMkLst>
            <pc:docMk/>
            <pc:sldMk cId="2799964493" sldId="259"/>
            <ac:spMk id="17" creationId="{FCE49762-4DEB-42EC-86F2-C02623C3B03D}"/>
          </ac:spMkLst>
        </pc:spChg>
        <pc:spChg chg="add del mod">
          <ac:chgData name="AU Kelvin" userId="416e5d84-3133-4774-aa1a-290e1bef47d6" providerId="ADAL" clId="{5B8966E4-3FDC-47B2-843B-7F15A992AB94}" dt="2023-03-27T06:15:08.039" v="420"/>
          <ac:spMkLst>
            <pc:docMk/>
            <pc:sldMk cId="2799964493" sldId="259"/>
            <ac:spMk id="18" creationId="{291A448A-970E-410E-A887-45AC86C1E822}"/>
          </ac:spMkLst>
        </pc:spChg>
        <pc:spChg chg="add del mod">
          <ac:chgData name="AU Kelvin" userId="416e5d84-3133-4774-aa1a-290e1bef47d6" providerId="ADAL" clId="{5B8966E4-3FDC-47B2-843B-7F15A992AB94}" dt="2023-03-27T06:15:08.039" v="420"/>
          <ac:spMkLst>
            <pc:docMk/>
            <pc:sldMk cId="2799964493" sldId="259"/>
            <ac:spMk id="20" creationId="{8E37B0C2-82FF-46D5-9778-43AABD386E51}"/>
          </ac:spMkLst>
        </pc:spChg>
        <pc:spChg chg="add del mod">
          <ac:chgData name="AU Kelvin" userId="416e5d84-3133-4774-aa1a-290e1bef47d6" providerId="ADAL" clId="{5B8966E4-3FDC-47B2-843B-7F15A992AB94}" dt="2023-03-27T06:15:08.039" v="420"/>
          <ac:spMkLst>
            <pc:docMk/>
            <pc:sldMk cId="2799964493" sldId="259"/>
            <ac:spMk id="21" creationId="{39F757F8-7E34-4226-B0C8-E9E573EED5D0}"/>
          </ac:spMkLst>
        </pc:spChg>
        <pc:spChg chg="add mod">
          <ac:chgData name="AU Kelvin" userId="416e5d84-3133-4774-aa1a-290e1bef47d6" providerId="ADAL" clId="{5B8966E4-3FDC-47B2-843B-7F15A992AB94}" dt="2023-03-27T06:53:27.116" v="1113" actId="1076"/>
          <ac:spMkLst>
            <pc:docMk/>
            <pc:sldMk cId="2799964493" sldId="259"/>
            <ac:spMk id="25" creationId="{E0217870-B9AD-40E1-966C-3745E23F1831}"/>
          </ac:spMkLst>
        </pc:spChg>
        <pc:spChg chg="add mod">
          <ac:chgData name="AU Kelvin" userId="416e5d84-3133-4774-aa1a-290e1bef47d6" providerId="ADAL" clId="{5B8966E4-3FDC-47B2-843B-7F15A992AB94}" dt="2023-03-27T06:53:44.764" v="1118" actId="1076"/>
          <ac:spMkLst>
            <pc:docMk/>
            <pc:sldMk cId="2799964493" sldId="259"/>
            <ac:spMk id="26" creationId="{9FE1613C-9532-47A6-8BFE-87316402ABBE}"/>
          </ac:spMkLst>
        </pc:spChg>
        <pc:spChg chg="add mod">
          <ac:chgData name="AU Kelvin" userId="416e5d84-3133-4774-aa1a-290e1bef47d6" providerId="ADAL" clId="{5B8966E4-3FDC-47B2-843B-7F15A992AB94}" dt="2023-03-27T06:53:27.116" v="1113" actId="1076"/>
          <ac:spMkLst>
            <pc:docMk/>
            <pc:sldMk cId="2799964493" sldId="259"/>
            <ac:spMk id="27" creationId="{3C9A449B-EBF6-4F87-ADFC-FB96F0255276}"/>
          </ac:spMkLst>
        </pc:spChg>
        <pc:spChg chg="add mod">
          <ac:chgData name="AU Kelvin" userId="416e5d84-3133-4774-aa1a-290e1bef47d6" providerId="ADAL" clId="{5B8966E4-3FDC-47B2-843B-7F15A992AB94}" dt="2023-03-27T06:53:44.764" v="1118" actId="1076"/>
          <ac:spMkLst>
            <pc:docMk/>
            <pc:sldMk cId="2799964493" sldId="259"/>
            <ac:spMk id="30" creationId="{55BF9149-8A43-42B6-A17E-13EDBB9BECB4}"/>
          </ac:spMkLst>
        </pc:spChg>
        <pc:spChg chg="add del mod">
          <ac:chgData name="AU Kelvin" userId="416e5d84-3133-4774-aa1a-290e1bef47d6" providerId="ADAL" clId="{5B8966E4-3FDC-47B2-843B-7F15A992AB94}" dt="2023-03-27T06:50:49.714" v="1051" actId="478"/>
          <ac:spMkLst>
            <pc:docMk/>
            <pc:sldMk cId="2799964493" sldId="259"/>
            <ac:spMk id="31" creationId="{3B75C132-0ACD-468C-91C3-89B4E0031A3C}"/>
          </ac:spMkLst>
        </pc:spChg>
        <pc:spChg chg="add mod">
          <ac:chgData name="AU Kelvin" userId="416e5d84-3133-4774-aa1a-290e1bef47d6" providerId="ADAL" clId="{5B8966E4-3FDC-47B2-843B-7F15A992AB94}" dt="2023-03-27T06:53:28.878" v="1114" actId="1076"/>
          <ac:spMkLst>
            <pc:docMk/>
            <pc:sldMk cId="2799964493" sldId="259"/>
            <ac:spMk id="32" creationId="{44B2A940-D5BD-4FFB-89E2-19BDF7FE2E23}"/>
          </ac:spMkLst>
        </pc:spChg>
        <pc:spChg chg="add mod">
          <ac:chgData name="AU Kelvin" userId="416e5d84-3133-4774-aa1a-290e1bef47d6" providerId="ADAL" clId="{5B8966E4-3FDC-47B2-843B-7F15A992AB94}" dt="2023-03-27T06:54:10.167" v="1124" actId="1076"/>
          <ac:spMkLst>
            <pc:docMk/>
            <pc:sldMk cId="2799964493" sldId="259"/>
            <ac:spMk id="34" creationId="{BCEE0894-6A33-40D0-8939-5206B1821528}"/>
          </ac:spMkLst>
        </pc:spChg>
        <pc:spChg chg="add mod">
          <ac:chgData name="AU Kelvin" userId="416e5d84-3133-4774-aa1a-290e1bef47d6" providerId="ADAL" clId="{5B8966E4-3FDC-47B2-843B-7F15A992AB94}" dt="2023-03-27T06:54:39.671" v="1138" actId="1076"/>
          <ac:spMkLst>
            <pc:docMk/>
            <pc:sldMk cId="2799964493" sldId="259"/>
            <ac:spMk id="35" creationId="{E6EEE9CC-7FEA-4568-AD85-B22AAF0780F1}"/>
          </ac:spMkLst>
        </pc:spChg>
        <pc:spChg chg="add mod">
          <ac:chgData name="AU Kelvin" userId="416e5d84-3133-4774-aa1a-290e1bef47d6" providerId="ADAL" clId="{5B8966E4-3FDC-47B2-843B-7F15A992AB94}" dt="2023-03-27T06:53:44.764" v="1118" actId="1076"/>
          <ac:spMkLst>
            <pc:docMk/>
            <pc:sldMk cId="2799964493" sldId="259"/>
            <ac:spMk id="36" creationId="{F96E1598-8016-418A-BDC3-E9F62EFA0B34}"/>
          </ac:spMkLst>
        </pc:spChg>
        <pc:spChg chg="add del mod">
          <ac:chgData name="AU Kelvin" userId="416e5d84-3133-4774-aa1a-290e1bef47d6" providerId="ADAL" clId="{5B8966E4-3FDC-47B2-843B-7F15A992AB94}" dt="2023-03-27T06:45:37.448" v="980" actId="478"/>
          <ac:spMkLst>
            <pc:docMk/>
            <pc:sldMk cId="2799964493" sldId="259"/>
            <ac:spMk id="38" creationId="{DA1FA42C-F326-4EA4-B4F6-973A57DCA3E7}"/>
          </ac:spMkLst>
        </pc:spChg>
        <pc:spChg chg="add del mod">
          <ac:chgData name="AU Kelvin" userId="416e5d84-3133-4774-aa1a-290e1bef47d6" providerId="ADAL" clId="{5B8966E4-3FDC-47B2-843B-7F15A992AB94}" dt="2023-03-27T06:50:47.154" v="1050" actId="478"/>
          <ac:spMkLst>
            <pc:docMk/>
            <pc:sldMk cId="2799964493" sldId="259"/>
            <ac:spMk id="39" creationId="{7F3652A3-0908-4FD4-855D-FBF649AF7A00}"/>
          </ac:spMkLst>
        </pc:spChg>
        <pc:spChg chg="add del mod">
          <ac:chgData name="AU Kelvin" userId="416e5d84-3133-4774-aa1a-290e1bef47d6" providerId="ADAL" clId="{5B8966E4-3FDC-47B2-843B-7F15A992AB94}" dt="2023-03-27T06:40:09.155" v="821" actId="478"/>
          <ac:spMkLst>
            <pc:docMk/>
            <pc:sldMk cId="2799964493" sldId="259"/>
            <ac:spMk id="42" creationId="{AA0D4F2D-D7AC-41CF-8B53-03A01512521B}"/>
          </ac:spMkLst>
        </pc:spChg>
        <pc:spChg chg="add del mod">
          <ac:chgData name="AU Kelvin" userId="416e5d84-3133-4774-aa1a-290e1bef47d6" providerId="ADAL" clId="{5B8966E4-3FDC-47B2-843B-7F15A992AB94}" dt="2023-03-27T06:39:47.814" v="795"/>
          <ac:spMkLst>
            <pc:docMk/>
            <pc:sldMk cId="2799964493" sldId="259"/>
            <ac:spMk id="43" creationId="{184DC464-93FC-486C-8750-CAE86DBCE69B}"/>
          </ac:spMkLst>
        </pc:spChg>
        <pc:spChg chg="add mod">
          <ac:chgData name="AU Kelvin" userId="416e5d84-3133-4774-aa1a-290e1bef47d6" providerId="ADAL" clId="{5B8966E4-3FDC-47B2-843B-7F15A992AB94}" dt="2023-03-27T06:53:27.116" v="1113" actId="1076"/>
          <ac:spMkLst>
            <pc:docMk/>
            <pc:sldMk cId="2799964493" sldId="259"/>
            <ac:spMk id="44" creationId="{DB6ED87A-8300-4EF4-8B32-142ED85492C3}"/>
          </ac:spMkLst>
        </pc:spChg>
        <pc:spChg chg="add mod">
          <ac:chgData name="AU Kelvin" userId="416e5d84-3133-4774-aa1a-290e1bef47d6" providerId="ADAL" clId="{5B8966E4-3FDC-47B2-843B-7F15A992AB94}" dt="2023-03-27T06:53:44.764" v="1118" actId="1076"/>
          <ac:spMkLst>
            <pc:docMk/>
            <pc:sldMk cId="2799964493" sldId="259"/>
            <ac:spMk id="48" creationId="{8D23D5F2-497F-4B6F-9E2F-DEFA96CE754B}"/>
          </ac:spMkLst>
        </pc:spChg>
        <pc:spChg chg="add mod">
          <ac:chgData name="AU Kelvin" userId="416e5d84-3133-4774-aa1a-290e1bef47d6" providerId="ADAL" clId="{5B8966E4-3FDC-47B2-843B-7F15A992AB94}" dt="2023-03-27T06:54:10.167" v="1124" actId="1076"/>
          <ac:spMkLst>
            <pc:docMk/>
            <pc:sldMk cId="2799964493" sldId="259"/>
            <ac:spMk id="49" creationId="{EE2E2585-E36E-48E6-AA5B-4C3C17442A6F}"/>
          </ac:spMkLst>
        </pc:spChg>
        <pc:spChg chg="add mod">
          <ac:chgData name="AU Kelvin" userId="416e5d84-3133-4774-aa1a-290e1bef47d6" providerId="ADAL" clId="{5B8966E4-3FDC-47B2-843B-7F15A992AB94}" dt="2023-03-27T06:54:10.167" v="1124" actId="1076"/>
          <ac:spMkLst>
            <pc:docMk/>
            <pc:sldMk cId="2799964493" sldId="259"/>
            <ac:spMk id="50" creationId="{5207EA8A-6EC7-4DE5-91F9-58C6090CE9A5}"/>
          </ac:spMkLst>
        </pc:spChg>
        <pc:spChg chg="add mod">
          <ac:chgData name="AU Kelvin" userId="416e5d84-3133-4774-aa1a-290e1bef47d6" providerId="ADAL" clId="{5B8966E4-3FDC-47B2-843B-7F15A992AB94}" dt="2023-03-27T06:54:25.219" v="1129"/>
          <ac:spMkLst>
            <pc:docMk/>
            <pc:sldMk cId="2799964493" sldId="259"/>
            <ac:spMk id="57" creationId="{CD7D9ECB-E180-4E84-8AF0-31FD3153B066}"/>
          </ac:spMkLst>
        </pc:spChg>
        <pc:graphicFrameChg chg="add mod ord modGraphic">
          <ac:chgData name="AU Kelvin" userId="416e5d84-3133-4774-aa1a-290e1bef47d6" providerId="ADAL" clId="{5B8966E4-3FDC-47B2-843B-7F15A992AB94}" dt="2023-03-27T10:08:23.501" v="2013" actId="1076"/>
          <ac:graphicFrameMkLst>
            <pc:docMk/>
            <pc:sldMk cId="2799964493" sldId="259"/>
            <ac:graphicFrameMk id="41" creationId="{0479F6C6-8704-417D-B15B-85E4A9AF3E4D}"/>
          </ac:graphicFrameMkLst>
        </pc:graphicFrameChg>
        <pc:picChg chg="add del mod">
          <ac:chgData name="AU Kelvin" userId="416e5d84-3133-4774-aa1a-290e1bef47d6" providerId="ADAL" clId="{5B8966E4-3FDC-47B2-843B-7F15A992AB94}" dt="2023-03-27T06:15:08.039" v="420"/>
          <ac:picMkLst>
            <pc:docMk/>
            <pc:sldMk cId="2799964493" sldId="259"/>
            <ac:picMk id="8" creationId="{E0608788-4062-47D4-8228-87B4FF5A85BF}"/>
          </ac:picMkLst>
        </pc:picChg>
        <pc:picChg chg="add del mod">
          <ac:chgData name="AU Kelvin" userId="416e5d84-3133-4774-aa1a-290e1bef47d6" providerId="ADAL" clId="{5B8966E4-3FDC-47B2-843B-7F15A992AB94}" dt="2023-03-27T06:15:08.039" v="420"/>
          <ac:picMkLst>
            <pc:docMk/>
            <pc:sldMk cId="2799964493" sldId="259"/>
            <ac:picMk id="9" creationId="{05BED339-A0D5-4216-83CE-8E8DEC345563}"/>
          </ac:picMkLst>
        </pc:picChg>
        <pc:picChg chg="add del mod">
          <ac:chgData name="AU Kelvin" userId="416e5d84-3133-4774-aa1a-290e1bef47d6" providerId="ADAL" clId="{5B8966E4-3FDC-47B2-843B-7F15A992AB94}" dt="2023-03-27T06:15:08.039" v="420"/>
          <ac:picMkLst>
            <pc:docMk/>
            <pc:sldMk cId="2799964493" sldId="259"/>
            <ac:picMk id="11" creationId="{55056DA7-61A6-43BF-9BDF-43C98EB9EABB}"/>
          </ac:picMkLst>
        </pc:picChg>
        <pc:picChg chg="add del mod">
          <ac:chgData name="AU Kelvin" userId="416e5d84-3133-4774-aa1a-290e1bef47d6" providerId="ADAL" clId="{5B8966E4-3FDC-47B2-843B-7F15A992AB94}" dt="2023-03-27T06:15:08.039" v="420"/>
          <ac:picMkLst>
            <pc:docMk/>
            <pc:sldMk cId="2799964493" sldId="259"/>
            <ac:picMk id="12" creationId="{CB58C686-1715-4110-A161-38F42CA813DE}"/>
          </ac:picMkLst>
        </pc:picChg>
        <pc:picChg chg="add del mod">
          <ac:chgData name="AU Kelvin" userId="416e5d84-3133-4774-aa1a-290e1bef47d6" providerId="ADAL" clId="{5B8966E4-3FDC-47B2-843B-7F15A992AB94}" dt="2023-03-27T06:15:08.039" v="420"/>
          <ac:picMkLst>
            <pc:docMk/>
            <pc:sldMk cId="2799964493" sldId="259"/>
            <ac:picMk id="15" creationId="{1080AEF2-B9D8-4ED8-ADA7-4F47C259ABDD}"/>
          </ac:picMkLst>
        </pc:picChg>
        <pc:picChg chg="add del mod">
          <ac:chgData name="AU Kelvin" userId="416e5d84-3133-4774-aa1a-290e1bef47d6" providerId="ADAL" clId="{5B8966E4-3FDC-47B2-843B-7F15A992AB94}" dt="2023-03-27T06:15:08.039" v="420"/>
          <ac:picMkLst>
            <pc:docMk/>
            <pc:sldMk cId="2799964493" sldId="259"/>
            <ac:picMk id="19" creationId="{5D63743E-671B-44C0-B1E8-7CEB14EF654A}"/>
          </ac:picMkLst>
        </pc:picChg>
        <pc:picChg chg="add del mod">
          <ac:chgData name="AU Kelvin" userId="416e5d84-3133-4774-aa1a-290e1bef47d6" providerId="ADAL" clId="{5B8966E4-3FDC-47B2-843B-7F15A992AB94}" dt="2023-03-27T06:15:08.039" v="420"/>
          <ac:picMkLst>
            <pc:docMk/>
            <pc:sldMk cId="2799964493" sldId="259"/>
            <ac:picMk id="22" creationId="{DC251511-AA17-4470-B81A-AB51049B6D00}"/>
          </ac:picMkLst>
        </pc:picChg>
        <pc:picChg chg="add mod">
          <ac:chgData name="AU Kelvin" userId="416e5d84-3133-4774-aa1a-290e1bef47d6" providerId="ADAL" clId="{5B8966E4-3FDC-47B2-843B-7F15A992AB94}" dt="2023-03-27T06:53:07.856" v="1104" actId="14100"/>
          <ac:picMkLst>
            <pc:docMk/>
            <pc:sldMk cId="2799964493" sldId="259"/>
            <ac:picMk id="23" creationId="{5988C108-0BAA-4BE4-846D-3D40416DA794}"/>
          </ac:picMkLst>
        </pc:picChg>
        <pc:picChg chg="add del mod">
          <ac:chgData name="AU Kelvin" userId="416e5d84-3133-4774-aa1a-290e1bef47d6" providerId="ADAL" clId="{5B8966E4-3FDC-47B2-843B-7F15A992AB94}" dt="2023-03-27T06:53:13.203" v="1108" actId="478"/>
          <ac:picMkLst>
            <pc:docMk/>
            <pc:sldMk cId="2799964493" sldId="259"/>
            <ac:picMk id="24" creationId="{AD219245-BDBE-4A75-A41D-A89C5A032C20}"/>
          </ac:picMkLst>
        </pc:picChg>
        <pc:picChg chg="add del mod">
          <ac:chgData name="AU Kelvin" userId="416e5d84-3133-4774-aa1a-290e1bef47d6" providerId="ADAL" clId="{5B8966E4-3FDC-47B2-843B-7F15A992AB94}" dt="2023-03-27T06:43:47.153" v="946" actId="478"/>
          <ac:picMkLst>
            <pc:docMk/>
            <pc:sldMk cId="2799964493" sldId="259"/>
            <ac:picMk id="28" creationId="{9503E516-AD4D-4DF0-91A6-EC7EB69F6D44}"/>
          </ac:picMkLst>
        </pc:picChg>
        <pc:picChg chg="add del mod">
          <ac:chgData name="AU Kelvin" userId="416e5d84-3133-4774-aa1a-290e1bef47d6" providerId="ADAL" clId="{5B8966E4-3FDC-47B2-843B-7F15A992AB94}" dt="2023-03-27T06:44:30.880" v="960" actId="478"/>
          <ac:picMkLst>
            <pc:docMk/>
            <pc:sldMk cId="2799964493" sldId="259"/>
            <ac:picMk id="29" creationId="{6BAE2E0C-DC15-401B-A988-E8E8DABEEE49}"/>
          </ac:picMkLst>
        </pc:picChg>
        <pc:picChg chg="add del mod">
          <ac:chgData name="AU Kelvin" userId="416e5d84-3133-4774-aa1a-290e1bef47d6" providerId="ADAL" clId="{5B8966E4-3FDC-47B2-843B-7F15A992AB94}" dt="2023-03-27T06:44:30.289" v="959" actId="478"/>
          <ac:picMkLst>
            <pc:docMk/>
            <pc:sldMk cId="2799964493" sldId="259"/>
            <ac:picMk id="33" creationId="{0A43C671-902F-4C81-BFCD-A23A4021ADB3}"/>
          </ac:picMkLst>
        </pc:picChg>
        <pc:picChg chg="add del mod">
          <ac:chgData name="AU Kelvin" userId="416e5d84-3133-4774-aa1a-290e1bef47d6" providerId="ADAL" clId="{5B8966E4-3FDC-47B2-843B-7F15A992AB94}" dt="2023-03-27T06:53:12.634" v="1107" actId="478"/>
          <ac:picMkLst>
            <pc:docMk/>
            <pc:sldMk cId="2799964493" sldId="259"/>
            <ac:picMk id="37" creationId="{A4660EE2-0771-4918-9F57-57075D7B5258}"/>
          </ac:picMkLst>
        </pc:picChg>
        <pc:picChg chg="add del mod">
          <ac:chgData name="AU Kelvin" userId="416e5d84-3133-4774-aa1a-290e1bef47d6" providerId="ADAL" clId="{5B8966E4-3FDC-47B2-843B-7F15A992AB94}" dt="2023-03-27T06:53:49.170" v="1119" actId="478"/>
          <ac:picMkLst>
            <pc:docMk/>
            <pc:sldMk cId="2799964493" sldId="259"/>
            <ac:picMk id="40" creationId="{EF6CE87C-68E3-4A18-A8D0-46B5B2F0242B}"/>
          </ac:picMkLst>
        </pc:picChg>
        <pc:picChg chg="add mod">
          <ac:chgData name="AU Kelvin" userId="416e5d84-3133-4774-aa1a-290e1bef47d6" providerId="ADAL" clId="{5B8966E4-3FDC-47B2-843B-7F15A992AB94}" dt="2023-03-27T06:53:19.923" v="1112" actId="1076"/>
          <ac:picMkLst>
            <pc:docMk/>
            <pc:sldMk cId="2799964493" sldId="259"/>
            <ac:picMk id="45" creationId="{62F03586-4611-468F-B9EF-BDB485620160}"/>
          </ac:picMkLst>
        </pc:picChg>
        <pc:picChg chg="add del mod">
          <ac:chgData name="AU Kelvin" userId="416e5d84-3133-4774-aa1a-290e1bef47d6" providerId="ADAL" clId="{5B8966E4-3FDC-47B2-843B-7F15A992AB94}" dt="2023-03-27T06:53:11.066" v="1105" actId="478"/>
          <ac:picMkLst>
            <pc:docMk/>
            <pc:sldMk cId="2799964493" sldId="259"/>
            <ac:picMk id="46" creationId="{C8C03D1F-D710-4124-BA35-E0293AD8B0AA}"/>
          </ac:picMkLst>
        </pc:picChg>
        <pc:picChg chg="add del mod">
          <ac:chgData name="AU Kelvin" userId="416e5d84-3133-4774-aa1a-290e1bef47d6" providerId="ADAL" clId="{5B8966E4-3FDC-47B2-843B-7F15A992AB94}" dt="2023-03-27T06:53:11.962" v="1106" actId="478"/>
          <ac:picMkLst>
            <pc:docMk/>
            <pc:sldMk cId="2799964493" sldId="259"/>
            <ac:picMk id="47" creationId="{6CD59FCA-092C-4236-AF43-4C9577785969}"/>
          </ac:picMkLst>
        </pc:picChg>
        <pc:picChg chg="add mod">
          <ac:chgData name="AU Kelvin" userId="416e5d84-3133-4774-aa1a-290e1bef47d6" providerId="ADAL" clId="{5B8966E4-3FDC-47B2-843B-7F15A992AB94}" dt="2023-03-27T06:53:30.964" v="1115" actId="1076"/>
          <ac:picMkLst>
            <pc:docMk/>
            <pc:sldMk cId="2799964493" sldId="259"/>
            <ac:picMk id="51" creationId="{111079D1-73F2-444B-B47D-3F94B10E0FA7}"/>
          </ac:picMkLst>
        </pc:picChg>
        <pc:picChg chg="add mod">
          <ac:chgData name="AU Kelvin" userId="416e5d84-3133-4774-aa1a-290e1bef47d6" providerId="ADAL" clId="{5B8966E4-3FDC-47B2-843B-7F15A992AB94}" dt="2023-03-27T06:53:39.597" v="1117" actId="1076"/>
          <ac:picMkLst>
            <pc:docMk/>
            <pc:sldMk cId="2799964493" sldId="259"/>
            <ac:picMk id="52" creationId="{A9994555-D5CE-4BAC-817F-B6EAC61ECBD7}"/>
          </ac:picMkLst>
        </pc:picChg>
        <pc:picChg chg="add mod">
          <ac:chgData name="AU Kelvin" userId="416e5d84-3133-4774-aa1a-290e1bef47d6" providerId="ADAL" clId="{5B8966E4-3FDC-47B2-843B-7F15A992AB94}" dt="2023-03-27T06:53:53.953" v="1121" actId="1076"/>
          <ac:picMkLst>
            <pc:docMk/>
            <pc:sldMk cId="2799964493" sldId="259"/>
            <ac:picMk id="53" creationId="{322E171A-D6AB-4327-BF45-18E23C979836}"/>
          </ac:picMkLst>
        </pc:picChg>
        <pc:picChg chg="add mod">
          <ac:chgData name="AU Kelvin" userId="416e5d84-3133-4774-aa1a-290e1bef47d6" providerId="ADAL" clId="{5B8966E4-3FDC-47B2-843B-7F15A992AB94}" dt="2023-03-27T06:54:02.794" v="1123" actId="1076"/>
          <ac:picMkLst>
            <pc:docMk/>
            <pc:sldMk cId="2799964493" sldId="259"/>
            <ac:picMk id="54" creationId="{B7FF2ACF-2C5D-4C1A-9D08-55D343C47B9B}"/>
          </ac:picMkLst>
        </pc:picChg>
        <pc:picChg chg="add mod">
          <ac:chgData name="AU Kelvin" userId="416e5d84-3133-4774-aa1a-290e1bef47d6" providerId="ADAL" clId="{5B8966E4-3FDC-47B2-843B-7F15A992AB94}" dt="2023-03-27T06:54:15.800" v="1126" actId="1076"/>
          <ac:picMkLst>
            <pc:docMk/>
            <pc:sldMk cId="2799964493" sldId="259"/>
            <ac:picMk id="55" creationId="{C808DE96-94A7-40C3-8115-07FBC3A809E9}"/>
          </ac:picMkLst>
        </pc:picChg>
        <pc:picChg chg="add del mod">
          <ac:chgData name="AU Kelvin" userId="416e5d84-3133-4774-aa1a-290e1bef47d6" providerId="ADAL" clId="{5B8966E4-3FDC-47B2-843B-7F15A992AB94}" dt="2023-03-27T06:54:22.986" v="1128" actId="478"/>
          <ac:picMkLst>
            <pc:docMk/>
            <pc:sldMk cId="2799964493" sldId="259"/>
            <ac:picMk id="56" creationId="{A9243DEF-9E63-40C5-9CB8-8A7F01EBB853}"/>
          </ac:picMkLst>
        </pc:picChg>
      </pc:sldChg>
      <pc:sldChg chg="modSp mod">
        <pc:chgData name="AU Kelvin" userId="416e5d84-3133-4774-aa1a-290e1bef47d6" providerId="ADAL" clId="{5B8966E4-3FDC-47B2-843B-7F15A992AB94}" dt="2023-03-27T09:33:34.197" v="1976" actId="20577"/>
        <pc:sldMkLst>
          <pc:docMk/>
          <pc:sldMk cId="1417494134" sldId="260"/>
        </pc:sldMkLst>
        <pc:spChg chg="mod">
          <ac:chgData name="AU Kelvin" userId="416e5d84-3133-4774-aa1a-290e1bef47d6" providerId="ADAL" clId="{5B8966E4-3FDC-47B2-843B-7F15A992AB94}" dt="2023-03-27T09:33:34.197" v="1976" actId="20577"/>
          <ac:spMkLst>
            <pc:docMk/>
            <pc:sldMk cId="1417494134" sldId="260"/>
            <ac:spMk id="4" creationId="{D1D58659-EFC8-4B0B-894F-BEA3C186780B}"/>
          </ac:spMkLst>
        </pc:spChg>
        <pc:spChg chg="mod">
          <ac:chgData name="AU Kelvin" userId="416e5d84-3133-4774-aa1a-290e1bef47d6" providerId="ADAL" clId="{5B8966E4-3FDC-47B2-843B-7F15A992AB94}" dt="2023-03-27T09:33:09.414" v="1964" actId="21"/>
          <ac:spMkLst>
            <pc:docMk/>
            <pc:sldMk cId="1417494134" sldId="260"/>
            <ac:spMk id="8" creationId="{70BF0398-5C1E-4360-B93F-2D9A7183751A}"/>
          </ac:spMkLst>
        </pc:spChg>
      </pc:sldChg>
      <pc:sldChg chg="addSp delSp modSp mod">
        <pc:chgData name="AU Kelvin" userId="416e5d84-3133-4774-aa1a-290e1bef47d6" providerId="ADAL" clId="{5B8966E4-3FDC-47B2-843B-7F15A992AB94}" dt="2023-03-27T07:54:11.081" v="1348" actId="20577"/>
        <pc:sldMkLst>
          <pc:docMk/>
          <pc:sldMk cId="3442902861" sldId="266"/>
        </pc:sldMkLst>
        <pc:spChg chg="mod">
          <ac:chgData name="AU Kelvin" userId="416e5d84-3133-4774-aa1a-290e1bef47d6" providerId="ADAL" clId="{5B8966E4-3FDC-47B2-843B-7F15A992AB94}" dt="2023-03-27T07:54:11.081" v="1348" actId="20577"/>
          <ac:spMkLst>
            <pc:docMk/>
            <pc:sldMk cId="3442902861" sldId="266"/>
            <ac:spMk id="2" creationId="{D6124752-D21F-4C37-8C89-5A6D49E7D613}"/>
          </ac:spMkLst>
        </pc:spChg>
        <pc:spChg chg="mod">
          <ac:chgData name="AU Kelvin" userId="416e5d84-3133-4774-aa1a-290e1bef47d6" providerId="ADAL" clId="{5B8966E4-3FDC-47B2-843B-7F15A992AB94}" dt="2023-03-27T07:50:36.122" v="1333" actId="5793"/>
          <ac:spMkLst>
            <pc:docMk/>
            <pc:sldMk cId="3442902861" sldId="266"/>
            <ac:spMk id="3" creationId="{0722FC5A-B29F-4C58-940E-4D925D707B51}"/>
          </ac:spMkLst>
        </pc:spChg>
        <pc:spChg chg="mod">
          <ac:chgData name="AU Kelvin" userId="416e5d84-3133-4774-aa1a-290e1bef47d6" providerId="ADAL" clId="{5B8966E4-3FDC-47B2-843B-7F15A992AB94}" dt="2023-03-27T07:50:46.896" v="1334" actId="1076"/>
          <ac:spMkLst>
            <pc:docMk/>
            <pc:sldMk cId="3442902861" sldId="266"/>
            <ac:spMk id="11" creationId="{98EC32FC-078A-48E5-96F1-5E913CA7A096}"/>
          </ac:spMkLst>
        </pc:spChg>
        <pc:picChg chg="mod">
          <ac:chgData name="AU Kelvin" userId="416e5d84-3133-4774-aa1a-290e1bef47d6" providerId="ADAL" clId="{5B8966E4-3FDC-47B2-843B-7F15A992AB94}" dt="2023-03-27T07:49:56.667" v="1327" actId="14100"/>
          <ac:picMkLst>
            <pc:docMk/>
            <pc:sldMk cId="3442902861" sldId="266"/>
            <ac:picMk id="5" creationId="{02F239AC-498C-4F57-8529-63C10EC5F795}"/>
          </ac:picMkLst>
        </pc:picChg>
        <pc:picChg chg="add mod">
          <ac:chgData name="AU Kelvin" userId="416e5d84-3133-4774-aa1a-290e1bef47d6" providerId="ADAL" clId="{5B8966E4-3FDC-47B2-843B-7F15A992AB94}" dt="2023-03-27T07:52:42.390" v="1339" actId="14100"/>
          <ac:picMkLst>
            <pc:docMk/>
            <pc:sldMk cId="3442902861" sldId="266"/>
            <ac:picMk id="7" creationId="{A831CF18-C9F4-4B32-B63D-4A9391B41333}"/>
          </ac:picMkLst>
        </pc:picChg>
        <pc:picChg chg="del mod">
          <ac:chgData name="AU Kelvin" userId="416e5d84-3133-4774-aa1a-290e1bef47d6" providerId="ADAL" clId="{5B8966E4-3FDC-47B2-843B-7F15A992AB94}" dt="2023-03-27T07:52:28.664" v="1335" actId="478"/>
          <ac:picMkLst>
            <pc:docMk/>
            <pc:sldMk cId="3442902861" sldId="266"/>
            <ac:picMk id="8" creationId="{DB8A69E8-CEEC-4BF7-AD67-4CFCB595910E}"/>
          </ac:picMkLst>
        </pc:picChg>
      </pc:sldChg>
      <pc:sldChg chg="del">
        <pc:chgData name="AU Kelvin" userId="416e5d84-3133-4774-aa1a-290e1bef47d6" providerId="ADAL" clId="{5B8966E4-3FDC-47B2-843B-7F15A992AB94}" dt="2023-03-27T07:53:49.999" v="1341" actId="47"/>
        <pc:sldMkLst>
          <pc:docMk/>
          <pc:sldMk cId="281168202" sldId="267"/>
        </pc:sldMkLst>
      </pc:sldChg>
      <pc:sldChg chg="modSp add mod">
        <pc:chgData name="AU Kelvin" userId="416e5d84-3133-4774-aa1a-290e1bef47d6" providerId="ADAL" clId="{5B8966E4-3FDC-47B2-843B-7F15A992AB94}" dt="2023-03-27T06:13:56.833" v="418" actId="20577"/>
        <pc:sldMkLst>
          <pc:docMk/>
          <pc:sldMk cId="1727444638" sldId="272"/>
        </pc:sldMkLst>
        <pc:spChg chg="mod">
          <ac:chgData name="AU Kelvin" userId="416e5d84-3133-4774-aa1a-290e1bef47d6" providerId="ADAL" clId="{5B8966E4-3FDC-47B2-843B-7F15A992AB94}" dt="2023-03-27T06:13:56.833" v="418" actId="20577"/>
          <ac:spMkLst>
            <pc:docMk/>
            <pc:sldMk cId="1727444638" sldId="272"/>
            <ac:spMk id="2" creationId="{E2599000-462A-47CF-923C-47F7496770B9}"/>
          </ac:spMkLst>
        </pc:spChg>
      </pc:sldChg>
      <pc:sldChg chg="addSp delSp modSp add mod">
        <pc:chgData name="AU Kelvin" userId="416e5d84-3133-4774-aa1a-290e1bef47d6" providerId="ADAL" clId="{5B8966E4-3FDC-47B2-843B-7F15A992AB94}" dt="2023-03-27T07:58:24.718" v="1374" actId="20577"/>
        <pc:sldMkLst>
          <pc:docMk/>
          <pc:sldMk cId="3042729915" sldId="273"/>
        </pc:sldMkLst>
        <pc:spChg chg="mod">
          <ac:chgData name="AU Kelvin" userId="416e5d84-3133-4774-aa1a-290e1bef47d6" providerId="ADAL" clId="{5B8966E4-3FDC-47B2-843B-7F15A992AB94}" dt="2023-03-27T07:58:24.718" v="1374" actId="20577"/>
          <ac:spMkLst>
            <pc:docMk/>
            <pc:sldMk cId="3042729915" sldId="273"/>
            <ac:spMk id="2" creationId="{D6124752-D21F-4C37-8C89-5A6D49E7D613}"/>
          </ac:spMkLst>
        </pc:spChg>
        <pc:spChg chg="del">
          <ac:chgData name="AU Kelvin" userId="416e5d84-3133-4774-aa1a-290e1bef47d6" providerId="ADAL" clId="{5B8966E4-3FDC-47B2-843B-7F15A992AB94}" dt="2023-03-27T07:56:49.897" v="1358" actId="478"/>
          <ac:spMkLst>
            <pc:docMk/>
            <pc:sldMk cId="3042729915" sldId="273"/>
            <ac:spMk id="3" creationId="{0722FC5A-B29F-4C58-940E-4D925D707B51}"/>
          </ac:spMkLst>
        </pc:spChg>
        <pc:spChg chg="add del mod">
          <ac:chgData name="AU Kelvin" userId="416e5d84-3133-4774-aa1a-290e1bef47d6" providerId="ADAL" clId="{5B8966E4-3FDC-47B2-843B-7F15A992AB94}" dt="2023-03-27T07:57:29.096" v="1366" actId="478"/>
          <ac:spMkLst>
            <pc:docMk/>
            <pc:sldMk cId="3042729915" sldId="273"/>
            <ac:spMk id="6" creationId="{E02D2668-64B4-41CB-98C3-D86068DC010B}"/>
          </ac:spMkLst>
        </pc:spChg>
        <pc:spChg chg="mod">
          <ac:chgData name="AU Kelvin" userId="416e5d84-3133-4774-aa1a-290e1bef47d6" providerId="ADAL" clId="{5B8966E4-3FDC-47B2-843B-7F15A992AB94}" dt="2023-03-27T07:57:31.996" v="1367" actId="1076"/>
          <ac:spMkLst>
            <pc:docMk/>
            <pc:sldMk cId="3042729915" sldId="273"/>
            <ac:spMk id="11" creationId="{98EC32FC-078A-48E5-96F1-5E913CA7A096}"/>
          </ac:spMkLst>
        </pc:spChg>
        <pc:picChg chg="del">
          <ac:chgData name="AU Kelvin" userId="416e5d84-3133-4774-aa1a-290e1bef47d6" providerId="ADAL" clId="{5B8966E4-3FDC-47B2-843B-7F15A992AB94}" dt="2023-03-27T07:53:52.150" v="1342" actId="478"/>
          <ac:picMkLst>
            <pc:docMk/>
            <pc:sldMk cId="3042729915" sldId="273"/>
            <ac:picMk id="5" creationId="{02F239AC-498C-4F57-8529-63C10EC5F795}"/>
          </ac:picMkLst>
        </pc:picChg>
        <pc:picChg chg="del">
          <ac:chgData name="AU Kelvin" userId="416e5d84-3133-4774-aa1a-290e1bef47d6" providerId="ADAL" clId="{5B8966E4-3FDC-47B2-843B-7F15A992AB94}" dt="2023-03-27T07:53:52.701" v="1343" actId="478"/>
          <ac:picMkLst>
            <pc:docMk/>
            <pc:sldMk cId="3042729915" sldId="273"/>
            <ac:picMk id="7" creationId="{A831CF18-C9F4-4B32-B63D-4A9391B41333}"/>
          </ac:picMkLst>
        </pc:picChg>
        <pc:picChg chg="add mod">
          <ac:chgData name="AU Kelvin" userId="416e5d84-3133-4774-aa1a-290e1bef47d6" providerId="ADAL" clId="{5B8966E4-3FDC-47B2-843B-7F15A992AB94}" dt="2023-03-27T07:57:12.642" v="1362" actId="14100"/>
          <ac:picMkLst>
            <pc:docMk/>
            <pc:sldMk cId="3042729915" sldId="273"/>
            <ac:picMk id="9" creationId="{8645F936-540F-4123-8202-17DFAF8F405A}"/>
          </ac:picMkLst>
        </pc:picChg>
        <pc:picChg chg="add mod">
          <ac:chgData name="AU Kelvin" userId="416e5d84-3133-4774-aa1a-290e1bef47d6" providerId="ADAL" clId="{5B8966E4-3FDC-47B2-843B-7F15A992AB94}" dt="2023-03-27T07:57:23.861" v="1365" actId="1076"/>
          <ac:picMkLst>
            <pc:docMk/>
            <pc:sldMk cId="3042729915" sldId="273"/>
            <ac:picMk id="10" creationId="{62D5A73D-0EF9-47B9-B6AA-A1CE5C0C6758}"/>
          </ac:picMkLst>
        </pc:picChg>
      </pc:sldChg>
      <pc:sldChg chg="modSp add mod">
        <pc:chgData name="AU Kelvin" userId="416e5d84-3133-4774-aa1a-290e1bef47d6" providerId="ADAL" clId="{5B8966E4-3FDC-47B2-843B-7F15A992AB94}" dt="2023-03-27T08:00:29.094" v="1395" actId="20577"/>
        <pc:sldMkLst>
          <pc:docMk/>
          <pc:sldMk cId="167482178" sldId="275"/>
        </pc:sldMkLst>
        <pc:spChg chg="mod">
          <ac:chgData name="AU Kelvin" userId="416e5d84-3133-4774-aa1a-290e1bef47d6" providerId="ADAL" clId="{5B8966E4-3FDC-47B2-843B-7F15A992AB94}" dt="2023-03-27T08:00:29.094" v="1395" actId="20577"/>
          <ac:spMkLst>
            <pc:docMk/>
            <pc:sldMk cId="167482178" sldId="275"/>
            <ac:spMk id="2" creationId="{634B560E-97A0-43A2-9E35-7C5433FDC5A9}"/>
          </ac:spMkLst>
        </pc:spChg>
      </pc:sldChg>
      <pc:sldChg chg="modSp add del mod">
        <pc:chgData name="AU Kelvin" userId="416e5d84-3133-4774-aa1a-290e1bef47d6" providerId="ADAL" clId="{5B8966E4-3FDC-47B2-843B-7F15A992AB94}" dt="2023-03-27T08:10:24.340" v="1459" actId="47"/>
        <pc:sldMkLst>
          <pc:docMk/>
          <pc:sldMk cId="3700255912" sldId="276"/>
        </pc:sldMkLst>
        <pc:spChg chg="mod">
          <ac:chgData name="AU Kelvin" userId="416e5d84-3133-4774-aa1a-290e1bef47d6" providerId="ADAL" clId="{5B8966E4-3FDC-47B2-843B-7F15A992AB94}" dt="2023-03-27T08:01:31.289" v="1419" actId="20577"/>
          <ac:spMkLst>
            <pc:docMk/>
            <pc:sldMk cId="3700255912" sldId="276"/>
            <ac:spMk id="2" creationId="{D6124752-D21F-4C37-8C89-5A6D49E7D613}"/>
          </ac:spMkLst>
        </pc:spChg>
      </pc:sldChg>
      <pc:sldChg chg="modSp add mod">
        <pc:chgData name="AU Kelvin" userId="416e5d84-3133-4774-aa1a-290e1bef47d6" providerId="ADAL" clId="{5B8966E4-3FDC-47B2-843B-7F15A992AB94}" dt="2023-03-27T08:22:14.012" v="1507"/>
        <pc:sldMkLst>
          <pc:docMk/>
          <pc:sldMk cId="689417263" sldId="277"/>
        </pc:sldMkLst>
        <pc:spChg chg="mod">
          <ac:chgData name="AU Kelvin" userId="416e5d84-3133-4774-aa1a-290e1bef47d6" providerId="ADAL" clId="{5B8966E4-3FDC-47B2-843B-7F15A992AB94}" dt="2023-03-27T08:22:14.012" v="1507"/>
          <ac:spMkLst>
            <pc:docMk/>
            <pc:sldMk cId="689417263" sldId="277"/>
            <ac:spMk id="2" creationId="{A928EF97-08A3-4706-9D19-A326A68B2964}"/>
          </ac:spMkLst>
        </pc:spChg>
        <pc:spChg chg="mod">
          <ac:chgData name="AU Kelvin" userId="416e5d84-3133-4774-aa1a-290e1bef47d6" providerId="ADAL" clId="{5B8966E4-3FDC-47B2-843B-7F15A992AB94}" dt="2023-03-27T08:13:05.184" v="1481" actId="14100"/>
          <ac:spMkLst>
            <pc:docMk/>
            <pc:sldMk cId="689417263" sldId="277"/>
            <ac:spMk id="17" creationId="{AEF8B360-861D-4550-A7B7-8609D5C57817}"/>
          </ac:spMkLst>
        </pc:spChg>
      </pc:sldChg>
      <pc:sldChg chg="modSp add del mod">
        <pc:chgData name="AU Kelvin" userId="416e5d84-3133-4774-aa1a-290e1bef47d6" providerId="ADAL" clId="{5B8966E4-3FDC-47B2-843B-7F15A992AB94}" dt="2023-03-27T09:24:22.645" v="1622" actId="47"/>
        <pc:sldMkLst>
          <pc:docMk/>
          <pc:sldMk cId="1139370413" sldId="278"/>
        </pc:sldMkLst>
        <pc:spChg chg="mod">
          <ac:chgData name="AU Kelvin" userId="416e5d84-3133-4774-aa1a-290e1bef47d6" providerId="ADAL" clId="{5B8966E4-3FDC-47B2-843B-7F15A992AB94}" dt="2023-03-27T08:22:20.713" v="1508"/>
          <ac:spMkLst>
            <pc:docMk/>
            <pc:sldMk cId="1139370413" sldId="278"/>
            <ac:spMk id="2" creationId="{A928EF97-08A3-4706-9D19-A326A68B2964}"/>
          </ac:spMkLst>
        </pc:spChg>
        <pc:spChg chg="mod">
          <ac:chgData name="AU Kelvin" userId="416e5d84-3133-4774-aa1a-290e1bef47d6" providerId="ADAL" clId="{5B8966E4-3FDC-47B2-843B-7F15A992AB94}" dt="2023-03-27T08:12:47.040" v="1478" actId="1076"/>
          <ac:spMkLst>
            <pc:docMk/>
            <pc:sldMk cId="1139370413" sldId="278"/>
            <ac:spMk id="22" creationId="{E92859DA-8069-43BD-AC6B-F3348E6A3643}"/>
          </ac:spMkLst>
        </pc:spChg>
        <pc:spChg chg="mod">
          <ac:chgData name="AU Kelvin" userId="416e5d84-3133-4774-aa1a-290e1bef47d6" providerId="ADAL" clId="{5B8966E4-3FDC-47B2-843B-7F15A992AB94}" dt="2023-03-27T08:13:49.593" v="1487" actId="14100"/>
          <ac:spMkLst>
            <pc:docMk/>
            <pc:sldMk cId="1139370413" sldId="278"/>
            <ac:spMk id="23" creationId="{6BF817E3-3621-48DF-9CA4-318AC4FDB599}"/>
          </ac:spMkLst>
        </pc:spChg>
        <pc:spChg chg="mod">
          <ac:chgData name="AU Kelvin" userId="416e5d84-3133-4774-aa1a-290e1bef47d6" providerId="ADAL" clId="{5B8966E4-3FDC-47B2-843B-7F15A992AB94}" dt="2023-03-27T08:13:46.421" v="1486" actId="14100"/>
          <ac:spMkLst>
            <pc:docMk/>
            <pc:sldMk cId="1139370413" sldId="278"/>
            <ac:spMk id="24" creationId="{FBB6F9B8-FFF0-4CB2-9892-18C2B4FBAC9F}"/>
          </ac:spMkLst>
        </pc:spChg>
        <pc:spChg chg="mod">
          <ac:chgData name="AU Kelvin" userId="416e5d84-3133-4774-aa1a-290e1bef47d6" providerId="ADAL" clId="{5B8966E4-3FDC-47B2-843B-7F15A992AB94}" dt="2023-03-27T08:13:25.960" v="1482" actId="14100"/>
          <ac:spMkLst>
            <pc:docMk/>
            <pc:sldMk cId="1139370413" sldId="278"/>
            <ac:spMk id="25" creationId="{F5D23B51-F2B1-4C36-B518-AA2BFA4103EC}"/>
          </ac:spMkLst>
        </pc:spChg>
        <pc:spChg chg="mod">
          <ac:chgData name="AU Kelvin" userId="416e5d84-3133-4774-aa1a-290e1bef47d6" providerId="ADAL" clId="{5B8966E4-3FDC-47B2-843B-7F15A992AB94}" dt="2023-03-27T08:13:29.815" v="1483" actId="14100"/>
          <ac:spMkLst>
            <pc:docMk/>
            <pc:sldMk cId="1139370413" sldId="278"/>
            <ac:spMk id="26" creationId="{80957EC0-D309-4965-A76F-B91F35621152}"/>
          </ac:spMkLst>
        </pc:spChg>
        <pc:spChg chg="mod">
          <ac:chgData name="AU Kelvin" userId="416e5d84-3133-4774-aa1a-290e1bef47d6" providerId="ADAL" clId="{5B8966E4-3FDC-47B2-843B-7F15A992AB94}" dt="2023-03-27T08:13:38.628" v="1484" actId="14100"/>
          <ac:spMkLst>
            <pc:docMk/>
            <pc:sldMk cId="1139370413" sldId="278"/>
            <ac:spMk id="28" creationId="{F0E57BF5-8015-48FB-AA5D-302052F4799B}"/>
          </ac:spMkLst>
        </pc:spChg>
        <pc:spChg chg="mod">
          <ac:chgData name="AU Kelvin" userId="416e5d84-3133-4774-aa1a-290e1bef47d6" providerId="ADAL" clId="{5B8966E4-3FDC-47B2-843B-7F15A992AB94}" dt="2023-03-27T08:13:42.461" v="1485" actId="14100"/>
          <ac:spMkLst>
            <pc:docMk/>
            <pc:sldMk cId="1139370413" sldId="278"/>
            <ac:spMk id="29" creationId="{53BD28DB-A18C-4702-97E1-257E621A172C}"/>
          </ac:spMkLst>
        </pc:spChg>
        <pc:spChg chg="mod">
          <ac:chgData name="AU Kelvin" userId="416e5d84-3133-4774-aa1a-290e1bef47d6" providerId="ADAL" clId="{5B8966E4-3FDC-47B2-843B-7F15A992AB94}" dt="2023-03-27T08:14:43.605" v="1488" actId="20577"/>
          <ac:spMkLst>
            <pc:docMk/>
            <pc:sldMk cId="1139370413" sldId="278"/>
            <ac:spMk id="30" creationId="{D38B9A14-F122-40CB-B282-891C763A0B48}"/>
          </ac:spMkLst>
        </pc:spChg>
      </pc:sldChg>
      <pc:sldChg chg="modSp add del mod modShow">
        <pc:chgData name="AU Kelvin" userId="416e5d84-3133-4774-aa1a-290e1bef47d6" providerId="ADAL" clId="{5B8966E4-3FDC-47B2-843B-7F15A992AB94}" dt="2023-03-27T09:20:25.421" v="1574" actId="47"/>
        <pc:sldMkLst>
          <pc:docMk/>
          <pc:sldMk cId="3394698022" sldId="284"/>
        </pc:sldMkLst>
        <pc:spChg chg="mod">
          <ac:chgData name="AU Kelvin" userId="416e5d84-3133-4774-aa1a-290e1bef47d6" providerId="ADAL" clId="{5B8966E4-3FDC-47B2-843B-7F15A992AB94}" dt="2023-03-27T08:22:28.065" v="1509"/>
          <ac:spMkLst>
            <pc:docMk/>
            <pc:sldMk cId="3394698022" sldId="284"/>
            <ac:spMk id="2" creationId="{A928EF97-08A3-4706-9D19-A326A68B2964}"/>
          </ac:spMkLst>
        </pc:spChg>
        <pc:spChg chg="mod">
          <ac:chgData name="AU Kelvin" userId="416e5d84-3133-4774-aa1a-290e1bef47d6" providerId="ADAL" clId="{5B8966E4-3FDC-47B2-843B-7F15A992AB94}" dt="2023-03-27T08:12:56.514" v="1480" actId="1076"/>
          <ac:spMkLst>
            <pc:docMk/>
            <pc:sldMk cId="3394698022" sldId="284"/>
            <ac:spMk id="7" creationId="{2CAA8DE7-3F38-4334-B33C-D050B1000DC2}"/>
          </ac:spMkLst>
        </pc:spChg>
      </pc:sldChg>
      <pc:sldChg chg="addSp delSp modSp add mod">
        <pc:chgData name="AU Kelvin" userId="416e5d84-3133-4774-aa1a-290e1bef47d6" providerId="ADAL" clId="{5B8966E4-3FDC-47B2-843B-7F15A992AB94}" dt="2023-03-27T09:27:31.080" v="1626" actId="478"/>
        <pc:sldMkLst>
          <pc:docMk/>
          <pc:sldMk cId="2649455148" sldId="285"/>
        </pc:sldMkLst>
        <pc:spChg chg="mod">
          <ac:chgData name="AU Kelvin" userId="416e5d84-3133-4774-aa1a-290e1bef47d6" providerId="ADAL" clId="{5B8966E4-3FDC-47B2-843B-7F15A992AB94}" dt="2023-03-27T08:27:08.193" v="1513" actId="20577"/>
          <ac:spMkLst>
            <pc:docMk/>
            <pc:sldMk cId="2649455148" sldId="285"/>
            <ac:spMk id="2" creationId="{634B560E-97A0-43A2-9E35-7C5433FDC5A9}"/>
          </ac:spMkLst>
        </pc:spChg>
        <pc:picChg chg="add del mod">
          <ac:chgData name="AU Kelvin" userId="416e5d84-3133-4774-aa1a-290e1bef47d6" providerId="ADAL" clId="{5B8966E4-3FDC-47B2-843B-7F15A992AB94}" dt="2023-03-27T08:31:05.434" v="1519"/>
          <ac:picMkLst>
            <pc:docMk/>
            <pc:sldMk cId="2649455148" sldId="285"/>
            <ac:picMk id="4" creationId="{A8087E4C-30E8-4249-AD86-D21D22F57B38}"/>
          </ac:picMkLst>
        </pc:picChg>
        <pc:picChg chg="add del mod">
          <ac:chgData name="AU Kelvin" userId="416e5d84-3133-4774-aa1a-290e1bef47d6" providerId="ADAL" clId="{5B8966E4-3FDC-47B2-843B-7F15A992AB94}" dt="2023-03-27T09:27:31.080" v="1626" actId="478"/>
          <ac:picMkLst>
            <pc:docMk/>
            <pc:sldMk cId="2649455148" sldId="285"/>
            <ac:picMk id="5" creationId="{CD232FE7-7816-4876-9F43-1F7757979CCD}"/>
          </ac:picMkLst>
        </pc:picChg>
      </pc:sldChg>
      <pc:sldChg chg="addSp delSp modSp new del">
        <pc:chgData name="AU Kelvin" userId="416e5d84-3133-4774-aa1a-290e1bef47d6" providerId="ADAL" clId="{5B8966E4-3FDC-47B2-843B-7F15A992AB94}" dt="2023-03-27T08:31:16.319" v="1521" actId="47"/>
        <pc:sldMkLst>
          <pc:docMk/>
          <pc:sldMk cId="2422225931" sldId="286"/>
        </pc:sldMkLst>
        <pc:picChg chg="add del mod">
          <ac:chgData name="AU Kelvin" userId="416e5d84-3133-4774-aa1a-290e1bef47d6" providerId="ADAL" clId="{5B8966E4-3FDC-47B2-843B-7F15A992AB94}" dt="2023-03-27T08:31:02.997" v="1517"/>
          <ac:picMkLst>
            <pc:docMk/>
            <pc:sldMk cId="2422225931" sldId="286"/>
            <ac:picMk id="4" creationId="{8502300E-AD9D-4B6F-8F25-4C54FF05BDED}"/>
          </ac:picMkLst>
        </pc:picChg>
      </pc:sldChg>
      <pc:sldChg chg="addSp delSp modSp add mod setBg delDesignElem">
        <pc:chgData name="AU Kelvin" userId="416e5d84-3133-4774-aa1a-290e1bef47d6" providerId="ADAL" clId="{5B8966E4-3FDC-47B2-843B-7F15A992AB94}" dt="2023-03-30T08:31:04.280" v="4372" actId="14100"/>
        <pc:sldMkLst>
          <pc:docMk/>
          <pc:sldMk cId="851749145" sldId="297"/>
        </pc:sldMkLst>
        <pc:spChg chg="mod">
          <ac:chgData name="AU Kelvin" userId="416e5d84-3133-4774-aa1a-290e1bef47d6" providerId="ADAL" clId="{5B8966E4-3FDC-47B2-843B-7F15A992AB94}" dt="2023-03-30T08:19:07.473" v="4323" actId="20577"/>
          <ac:spMkLst>
            <pc:docMk/>
            <pc:sldMk cId="851749145" sldId="297"/>
            <ac:spMk id="2" creationId="{EC523B02-5F95-4633-8AAA-EFDF6751F9AC}"/>
          </ac:spMkLst>
        </pc:spChg>
        <pc:spChg chg="del mod">
          <ac:chgData name="AU Kelvin" userId="416e5d84-3133-4774-aa1a-290e1bef47d6" providerId="ADAL" clId="{5B8966E4-3FDC-47B2-843B-7F15A992AB94}" dt="2023-03-27T09:36:13.752" v="2007" actId="478"/>
          <ac:spMkLst>
            <pc:docMk/>
            <pc:sldMk cId="851749145" sldId="297"/>
            <ac:spMk id="3" creationId="{C4E4A81A-FF7F-43AE-905F-910C1DE44062}"/>
          </ac:spMkLst>
        </pc:spChg>
        <pc:spChg chg="add mod">
          <ac:chgData name="AU Kelvin" userId="416e5d84-3133-4774-aa1a-290e1bef47d6" providerId="ADAL" clId="{5B8966E4-3FDC-47B2-843B-7F15A992AB94}" dt="2023-03-27T10:07:49.054" v="2012" actId="1076"/>
          <ac:spMkLst>
            <pc:docMk/>
            <pc:sldMk cId="851749145" sldId="297"/>
            <ac:spMk id="8" creationId="{395C8B0D-F320-4712-8E7C-2568E54F3793}"/>
          </ac:spMkLst>
        </pc:spChg>
        <pc:spChg chg="del">
          <ac:chgData name="AU Kelvin" userId="416e5d84-3133-4774-aa1a-290e1bef47d6" providerId="ADAL" clId="{5B8966E4-3FDC-47B2-843B-7F15A992AB94}" dt="2023-03-27T09:34:15.206" v="1978"/>
          <ac:spMkLst>
            <pc:docMk/>
            <pc:sldMk cId="851749145" sldId="297"/>
            <ac:spMk id="50" creationId="{84DF55BE-B4AB-4BA1-BDE1-E9F7FB3F110A}"/>
          </ac:spMkLst>
        </pc:spChg>
        <pc:picChg chg="mod">
          <ac:chgData name="AU Kelvin" userId="416e5d84-3133-4774-aa1a-290e1bef47d6" providerId="ADAL" clId="{5B8966E4-3FDC-47B2-843B-7F15A992AB94}" dt="2023-03-27T10:07:41.307" v="2010" actId="1076"/>
          <ac:picMkLst>
            <pc:docMk/>
            <pc:sldMk cId="851749145" sldId="297"/>
            <ac:picMk id="7" creationId="{3E3F3997-FDD7-4E02-ADC7-CECA46E73028}"/>
          </ac:picMkLst>
        </pc:picChg>
        <pc:picChg chg="mod">
          <ac:chgData name="AU Kelvin" userId="416e5d84-3133-4774-aa1a-290e1bef47d6" providerId="ADAL" clId="{5B8966E4-3FDC-47B2-843B-7F15A992AB94}" dt="2023-03-27T10:07:47.060" v="2011" actId="1076"/>
          <ac:picMkLst>
            <pc:docMk/>
            <pc:sldMk cId="851749145" sldId="297"/>
            <ac:picMk id="10" creationId="{77D7C72F-FA52-4BDB-AD48-8C97DD443605}"/>
          </ac:picMkLst>
        </pc:picChg>
        <pc:cxnChg chg="add mod">
          <ac:chgData name="AU Kelvin" userId="416e5d84-3133-4774-aa1a-290e1bef47d6" providerId="ADAL" clId="{5B8966E4-3FDC-47B2-843B-7F15A992AB94}" dt="2023-03-30T08:30:44.628" v="4369" actId="13822"/>
          <ac:cxnSpMkLst>
            <pc:docMk/>
            <pc:sldMk cId="851749145" sldId="297"/>
            <ac:cxnSpMk id="5" creationId="{C41DF9E7-A160-4745-8AA8-265D92BAB13D}"/>
          </ac:cxnSpMkLst>
        </pc:cxnChg>
        <pc:cxnChg chg="add mod">
          <ac:chgData name="AU Kelvin" userId="416e5d84-3133-4774-aa1a-290e1bef47d6" providerId="ADAL" clId="{5B8966E4-3FDC-47B2-843B-7F15A992AB94}" dt="2023-03-30T08:31:04.280" v="4372" actId="14100"/>
          <ac:cxnSpMkLst>
            <pc:docMk/>
            <pc:sldMk cId="851749145" sldId="297"/>
            <ac:cxnSpMk id="9" creationId="{BF769040-224B-4FF1-9BD0-A20A4C8E828F}"/>
          </ac:cxnSpMkLst>
        </pc:cxnChg>
      </pc:sldChg>
      <pc:sldChg chg="delSp add del mod">
        <pc:chgData name="AU Kelvin" userId="416e5d84-3133-4774-aa1a-290e1bef47d6" providerId="ADAL" clId="{5B8966E4-3FDC-47B2-843B-7F15A992AB94}" dt="2023-03-27T08:55:30.973" v="1523" actId="47"/>
        <pc:sldMkLst>
          <pc:docMk/>
          <pc:sldMk cId="1239691435" sldId="335"/>
        </pc:sldMkLst>
        <pc:spChg chg="del">
          <ac:chgData name="AU Kelvin" userId="416e5d84-3133-4774-aa1a-290e1bef47d6" providerId="ADAL" clId="{5B8966E4-3FDC-47B2-843B-7F15A992AB94}" dt="2023-03-27T08:31:21.201" v="1522" actId="478"/>
          <ac:spMkLst>
            <pc:docMk/>
            <pc:sldMk cId="1239691435" sldId="335"/>
            <ac:spMk id="6" creationId="{993A98B5-EEDD-4C89-92DF-9FB01693CAB0}"/>
          </ac:spMkLst>
        </pc:spChg>
      </pc:sldChg>
      <pc:sldChg chg="add del">
        <pc:chgData name="AU Kelvin" userId="416e5d84-3133-4774-aa1a-290e1bef47d6" providerId="ADAL" clId="{5B8966E4-3FDC-47B2-843B-7F15A992AB94}" dt="2023-03-27T09:18:24.566" v="1563" actId="47"/>
        <pc:sldMkLst>
          <pc:docMk/>
          <pc:sldMk cId="2947753765" sldId="337"/>
        </pc:sldMkLst>
      </pc:sldChg>
      <pc:sldChg chg="addSp delSp modSp add mod">
        <pc:chgData name="AU Kelvin" userId="416e5d84-3133-4774-aa1a-290e1bef47d6" providerId="ADAL" clId="{5B8966E4-3FDC-47B2-843B-7F15A992AB94}" dt="2023-03-27T09:19:17.330" v="1567" actId="732"/>
        <pc:sldMkLst>
          <pc:docMk/>
          <pc:sldMk cId="2352445319" sldId="340"/>
        </pc:sldMkLst>
        <pc:spChg chg="add del mod">
          <ac:chgData name="AU Kelvin" userId="416e5d84-3133-4774-aa1a-290e1bef47d6" providerId="ADAL" clId="{5B8966E4-3FDC-47B2-843B-7F15A992AB94}" dt="2023-03-27T09:15:31.065" v="1537" actId="478"/>
          <ac:spMkLst>
            <pc:docMk/>
            <pc:sldMk cId="2352445319" sldId="340"/>
            <ac:spMk id="4" creationId="{D8A4C36E-E243-4793-B4C8-AB6CB9E10F72}"/>
          </ac:spMkLst>
        </pc:spChg>
        <pc:spChg chg="mod">
          <ac:chgData name="AU Kelvin" userId="416e5d84-3133-4774-aa1a-290e1bef47d6" providerId="ADAL" clId="{5B8966E4-3FDC-47B2-843B-7F15A992AB94}" dt="2023-03-27T09:17:18.848" v="1549" actId="20577"/>
          <ac:spMkLst>
            <pc:docMk/>
            <pc:sldMk cId="2352445319" sldId="340"/>
            <ac:spMk id="17" creationId="{AEF8B360-861D-4550-A7B7-8609D5C57817}"/>
          </ac:spMkLst>
        </pc:spChg>
        <pc:spChg chg="mod">
          <ac:chgData name="AU Kelvin" userId="416e5d84-3133-4774-aa1a-290e1bef47d6" providerId="ADAL" clId="{5B8966E4-3FDC-47B2-843B-7F15A992AB94}" dt="2023-03-27T09:17:26.141" v="1560" actId="20577"/>
          <ac:spMkLst>
            <pc:docMk/>
            <pc:sldMk cId="2352445319" sldId="340"/>
            <ac:spMk id="18" creationId="{777FEA76-3A62-4884-92A7-4E415DE0B425}"/>
          </ac:spMkLst>
        </pc:spChg>
        <pc:picChg chg="add mod modCrop">
          <ac:chgData name="AU Kelvin" userId="416e5d84-3133-4774-aa1a-290e1bef47d6" providerId="ADAL" clId="{5B8966E4-3FDC-47B2-843B-7F15A992AB94}" dt="2023-03-27T09:19:08.451" v="1566" actId="14100"/>
          <ac:picMkLst>
            <pc:docMk/>
            <pc:sldMk cId="2352445319" sldId="340"/>
            <ac:picMk id="6" creationId="{04E77C14-5CAB-4FB1-84B8-8D6958593ADB}"/>
          </ac:picMkLst>
        </pc:picChg>
        <pc:picChg chg="add mod modCrop">
          <ac:chgData name="AU Kelvin" userId="416e5d84-3133-4774-aa1a-290e1bef47d6" providerId="ADAL" clId="{5B8966E4-3FDC-47B2-843B-7F15A992AB94}" dt="2023-03-27T09:19:17.330" v="1567" actId="732"/>
          <ac:picMkLst>
            <pc:docMk/>
            <pc:sldMk cId="2352445319" sldId="340"/>
            <ac:picMk id="8" creationId="{C6E42924-2C25-4978-BF5C-A7F403381E2F}"/>
          </ac:picMkLst>
        </pc:picChg>
        <pc:picChg chg="del">
          <ac:chgData name="AU Kelvin" userId="416e5d84-3133-4774-aa1a-290e1bef47d6" providerId="ADAL" clId="{5B8966E4-3FDC-47B2-843B-7F15A992AB94}" dt="2023-03-27T09:14:33.923" v="1531" actId="478"/>
          <ac:picMkLst>
            <pc:docMk/>
            <pc:sldMk cId="2352445319" sldId="340"/>
            <ac:picMk id="14" creationId="{878E4CC8-620A-497E-B700-881EAFB778BC}"/>
          </ac:picMkLst>
        </pc:picChg>
        <pc:picChg chg="del">
          <ac:chgData name="AU Kelvin" userId="416e5d84-3133-4774-aa1a-290e1bef47d6" providerId="ADAL" clId="{5B8966E4-3FDC-47B2-843B-7F15A992AB94}" dt="2023-03-27T09:16:25.354" v="1539" actId="478"/>
          <ac:picMkLst>
            <pc:docMk/>
            <pc:sldMk cId="2352445319" sldId="340"/>
            <ac:picMk id="16" creationId="{37BE95A8-5A2E-4C43-8B97-4ED1ECAC824E}"/>
          </ac:picMkLst>
        </pc:picChg>
      </pc:sldChg>
      <pc:sldChg chg="addSp delSp modSp add mod">
        <pc:chgData name="AU Kelvin" userId="416e5d84-3133-4774-aa1a-290e1bef47d6" providerId="ADAL" clId="{5B8966E4-3FDC-47B2-843B-7F15A992AB94}" dt="2023-03-27T09:24:11.888" v="1621" actId="1076"/>
        <pc:sldMkLst>
          <pc:docMk/>
          <pc:sldMk cId="1332715669" sldId="341"/>
        </pc:sldMkLst>
        <pc:spChg chg="del mod">
          <ac:chgData name="AU Kelvin" userId="416e5d84-3133-4774-aa1a-290e1bef47d6" providerId="ADAL" clId="{5B8966E4-3FDC-47B2-843B-7F15A992AB94}" dt="2023-03-27T09:23:19.108" v="1602" actId="478"/>
          <ac:spMkLst>
            <pc:docMk/>
            <pc:sldMk cId="1332715669" sldId="341"/>
            <ac:spMk id="22" creationId="{E92859DA-8069-43BD-AC6B-F3348E6A3643}"/>
          </ac:spMkLst>
        </pc:spChg>
        <pc:spChg chg="del">
          <ac:chgData name="AU Kelvin" userId="416e5d84-3133-4774-aa1a-290e1bef47d6" providerId="ADAL" clId="{5B8966E4-3FDC-47B2-843B-7F15A992AB94}" dt="2023-03-27T09:20:51.935" v="1576" actId="478"/>
          <ac:spMkLst>
            <pc:docMk/>
            <pc:sldMk cId="1332715669" sldId="341"/>
            <ac:spMk id="23" creationId="{6BF817E3-3621-48DF-9CA4-318AC4FDB599}"/>
          </ac:spMkLst>
        </pc:spChg>
        <pc:spChg chg="del">
          <ac:chgData name="AU Kelvin" userId="416e5d84-3133-4774-aa1a-290e1bef47d6" providerId="ADAL" clId="{5B8966E4-3FDC-47B2-843B-7F15A992AB94}" dt="2023-03-27T09:20:51.935" v="1576" actId="478"/>
          <ac:spMkLst>
            <pc:docMk/>
            <pc:sldMk cId="1332715669" sldId="341"/>
            <ac:spMk id="24" creationId="{FBB6F9B8-FFF0-4CB2-9892-18C2B4FBAC9F}"/>
          </ac:spMkLst>
        </pc:spChg>
        <pc:spChg chg="del">
          <ac:chgData name="AU Kelvin" userId="416e5d84-3133-4774-aa1a-290e1bef47d6" providerId="ADAL" clId="{5B8966E4-3FDC-47B2-843B-7F15A992AB94}" dt="2023-03-27T09:20:51.935" v="1576" actId="478"/>
          <ac:spMkLst>
            <pc:docMk/>
            <pc:sldMk cId="1332715669" sldId="341"/>
            <ac:spMk id="25" creationId="{F5D23B51-F2B1-4C36-B518-AA2BFA4103EC}"/>
          </ac:spMkLst>
        </pc:spChg>
        <pc:spChg chg="del">
          <ac:chgData name="AU Kelvin" userId="416e5d84-3133-4774-aa1a-290e1bef47d6" providerId="ADAL" clId="{5B8966E4-3FDC-47B2-843B-7F15A992AB94}" dt="2023-03-27T09:20:51.935" v="1576" actId="478"/>
          <ac:spMkLst>
            <pc:docMk/>
            <pc:sldMk cId="1332715669" sldId="341"/>
            <ac:spMk id="26" creationId="{80957EC0-D309-4965-A76F-B91F35621152}"/>
          </ac:spMkLst>
        </pc:spChg>
        <pc:spChg chg="add mod">
          <ac:chgData name="AU Kelvin" userId="416e5d84-3133-4774-aa1a-290e1bef47d6" providerId="ADAL" clId="{5B8966E4-3FDC-47B2-843B-7F15A992AB94}" dt="2023-03-27T09:22:59.896" v="1597" actId="1076"/>
          <ac:spMkLst>
            <pc:docMk/>
            <pc:sldMk cId="1332715669" sldId="341"/>
            <ac:spMk id="27" creationId="{0B5442C5-321D-424A-BC09-484A55F8D267}"/>
          </ac:spMkLst>
        </pc:spChg>
        <pc:spChg chg="del">
          <ac:chgData name="AU Kelvin" userId="416e5d84-3133-4774-aa1a-290e1bef47d6" providerId="ADAL" clId="{5B8966E4-3FDC-47B2-843B-7F15A992AB94}" dt="2023-03-27T09:20:51.935" v="1576" actId="478"/>
          <ac:spMkLst>
            <pc:docMk/>
            <pc:sldMk cId="1332715669" sldId="341"/>
            <ac:spMk id="28" creationId="{F0E57BF5-8015-48FB-AA5D-302052F4799B}"/>
          </ac:spMkLst>
        </pc:spChg>
        <pc:spChg chg="del">
          <ac:chgData name="AU Kelvin" userId="416e5d84-3133-4774-aa1a-290e1bef47d6" providerId="ADAL" clId="{5B8966E4-3FDC-47B2-843B-7F15A992AB94}" dt="2023-03-27T09:20:51.935" v="1576" actId="478"/>
          <ac:spMkLst>
            <pc:docMk/>
            <pc:sldMk cId="1332715669" sldId="341"/>
            <ac:spMk id="29" creationId="{53BD28DB-A18C-4702-97E1-257E621A172C}"/>
          </ac:spMkLst>
        </pc:spChg>
        <pc:spChg chg="del mod">
          <ac:chgData name="AU Kelvin" userId="416e5d84-3133-4774-aa1a-290e1bef47d6" providerId="ADAL" clId="{5B8966E4-3FDC-47B2-843B-7F15A992AB94}" dt="2023-03-27T09:23:05.856" v="1600"/>
          <ac:spMkLst>
            <pc:docMk/>
            <pc:sldMk cId="1332715669" sldId="341"/>
            <ac:spMk id="30" creationId="{D38B9A14-F122-40CB-B282-891C763A0B48}"/>
          </ac:spMkLst>
        </pc:spChg>
        <pc:spChg chg="add mod">
          <ac:chgData name="AU Kelvin" userId="416e5d84-3133-4774-aa1a-290e1bef47d6" providerId="ADAL" clId="{5B8966E4-3FDC-47B2-843B-7F15A992AB94}" dt="2023-03-27T09:23:24.602" v="1609" actId="20577"/>
          <ac:spMkLst>
            <pc:docMk/>
            <pc:sldMk cId="1332715669" sldId="341"/>
            <ac:spMk id="31" creationId="{F866F9A9-0B1A-4E9E-8A04-6B3420531692}"/>
          </ac:spMkLst>
        </pc:spChg>
        <pc:spChg chg="add mod">
          <ac:chgData name="AU Kelvin" userId="416e5d84-3133-4774-aa1a-290e1bef47d6" providerId="ADAL" clId="{5B8966E4-3FDC-47B2-843B-7F15A992AB94}" dt="2023-03-27T09:23:38.714" v="1611" actId="1076"/>
          <ac:spMkLst>
            <pc:docMk/>
            <pc:sldMk cId="1332715669" sldId="341"/>
            <ac:spMk id="32" creationId="{0C7FA75F-3DC6-449A-A597-60884FA68101}"/>
          </ac:spMkLst>
        </pc:spChg>
        <pc:spChg chg="add mod">
          <ac:chgData name="AU Kelvin" userId="416e5d84-3133-4774-aa1a-290e1bef47d6" providerId="ADAL" clId="{5B8966E4-3FDC-47B2-843B-7F15A992AB94}" dt="2023-03-27T09:23:42.600" v="1613" actId="1076"/>
          <ac:spMkLst>
            <pc:docMk/>
            <pc:sldMk cId="1332715669" sldId="341"/>
            <ac:spMk id="33" creationId="{6ED1116F-A738-4894-96F9-86135F2C0B41}"/>
          </ac:spMkLst>
        </pc:spChg>
        <pc:spChg chg="add mod">
          <ac:chgData name="AU Kelvin" userId="416e5d84-3133-4774-aa1a-290e1bef47d6" providerId="ADAL" clId="{5B8966E4-3FDC-47B2-843B-7F15A992AB94}" dt="2023-03-27T09:23:53.356" v="1615" actId="1076"/>
          <ac:spMkLst>
            <pc:docMk/>
            <pc:sldMk cId="1332715669" sldId="341"/>
            <ac:spMk id="34" creationId="{5D55B2BF-F16E-428E-B2DF-3EDFF13385A5}"/>
          </ac:spMkLst>
        </pc:spChg>
        <pc:spChg chg="add mod">
          <ac:chgData name="AU Kelvin" userId="416e5d84-3133-4774-aa1a-290e1bef47d6" providerId="ADAL" clId="{5B8966E4-3FDC-47B2-843B-7F15A992AB94}" dt="2023-03-27T09:23:58.846" v="1617" actId="1076"/>
          <ac:spMkLst>
            <pc:docMk/>
            <pc:sldMk cId="1332715669" sldId="341"/>
            <ac:spMk id="35" creationId="{825CC203-7A77-4BF4-B9C6-4968F79A2069}"/>
          </ac:spMkLst>
        </pc:spChg>
        <pc:spChg chg="add mod">
          <ac:chgData name="AU Kelvin" userId="416e5d84-3133-4774-aa1a-290e1bef47d6" providerId="ADAL" clId="{5B8966E4-3FDC-47B2-843B-7F15A992AB94}" dt="2023-03-27T09:24:08.139" v="1619" actId="1076"/>
          <ac:spMkLst>
            <pc:docMk/>
            <pc:sldMk cId="1332715669" sldId="341"/>
            <ac:spMk id="36" creationId="{811DE2A8-FE0B-4882-B705-880EC8FE75BA}"/>
          </ac:spMkLst>
        </pc:spChg>
        <pc:spChg chg="add mod">
          <ac:chgData name="AU Kelvin" userId="416e5d84-3133-4774-aa1a-290e1bef47d6" providerId="ADAL" clId="{5B8966E4-3FDC-47B2-843B-7F15A992AB94}" dt="2023-03-27T09:24:11.888" v="1621" actId="1076"/>
          <ac:spMkLst>
            <pc:docMk/>
            <pc:sldMk cId="1332715669" sldId="341"/>
            <ac:spMk id="37" creationId="{E8C481D0-1B29-4F51-B32B-A2EA01D3F1FB}"/>
          </ac:spMkLst>
        </pc:spChg>
        <pc:picChg chg="add mod">
          <ac:chgData name="AU Kelvin" userId="416e5d84-3133-4774-aa1a-290e1bef47d6" providerId="ADAL" clId="{5B8966E4-3FDC-47B2-843B-7F15A992AB94}" dt="2023-03-27T09:22:11.970" v="1587" actId="14100"/>
          <ac:picMkLst>
            <pc:docMk/>
            <pc:sldMk cId="1332715669" sldId="341"/>
            <ac:picMk id="4" creationId="{13BBD437-E890-4B79-98B4-38D179C965F0}"/>
          </ac:picMkLst>
        </pc:picChg>
        <pc:picChg chg="add del mod">
          <ac:chgData name="AU Kelvin" userId="416e5d84-3133-4774-aa1a-290e1bef47d6" providerId="ADAL" clId="{5B8966E4-3FDC-47B2-843B-7F15A992AB94}" dt="2023-03-27T09:21:42.706" v="1583" actId="478"/>
          <ac:picMkLst>
            <pc:docMk/>
            <pc:sldMk cId="1332715669" sldId="341"/>
            <ac:picMk id="6" creationId="{1AE7E958-7F7B-4867-A48E-C7A2030AB230}"/>
          </ac:picMkLst>
        </pc:picChg>
        <pc:picChg chg="add mod">
          <ac:chgData name="AU Kelvin" userId="416e5d84-3133-4774-aa1a-290e1bef47d6" providerId="ADAL" clId="{5B8966E4-3FDC-47B2-843B-7F15A992AB94}" dt="2023-03-27T09:22:28.777" v="1591" actId="1076"/>
          <ac:picMkLst>
            <pc:docMk/>
            <pc:sldMk cId="1332715669" sldId="341"/>
            <ac:picMk id="8" creationId="{DB6CDE16-EFC1-43CA-A5C7-3B70A70108A6}"/>
          </ac:picMkLst>
        </pc:picChg>
        <pc:picChg chg="del">
          <ac:chgData name="AU Kelvin" userId="416e5d84-3133-4774-aa1a-290e1bef47d6" providerId="ADAL" clId="{5B8966E4-3FDC-47B2-843B-7F15A992AB94}" dt="2023-03-27T09:19:55.242" v="1568" actId="478"/>
          <ac:picMkLst>
            <pc:docMk/>
            <pc:sldMk cId="1332715669" sldId="341"/>
            <ac:picMk id="14" creationId="{0020203A-1F95-47D3-9237-D5AC4A11F220}"/>
          </ac:picMkLst>
        </pc:picChg>
        <pc:picChg chg="del">
          <ac:chgData name="AU Kelvin" userId="416e5d84-3133-4774-aa1a-290e1bef47d6" providerId="ADAL" clId="{5B8966E4-3FDC-47B2-843B-7F15A992AB94}" dt="2023-03-27T09:20:48.378" v="1575" actId="478"/>
          <ac:picMkLst>
            <pc:docMk/>
            <pc:sldMk cId="1332715669" sldId="341"/>
            <ac:picMk id="16" creationId="{43A3199E-2E75-40B6-B853-66BDCD883227}"/>
          </ac:picMkLst>
        </pc:picChg>
        <pc:picChg chg="del mod">
          <ac:chgData name="AU Kelvin" userId="416e5d84-3133-4774-aa1a-290e1bef47d6" providerId="ADAL" clId="{5B8966E4-3FDC-47B2-843B-7F15A992AB94}" dt="2023-03-27T09:20:55.608" v="1578" actId="478"/>
          <ac:picMkLst>
            <pc:docMk/>
            <pc:sldMk cId="1332715669" sldId="341"/>
            <ac:picMk id="20" creationId="{486CFF3A-F9A1-4D44-A299-695666D488B5}"/>
          </ac:picMkLst>
        </pc:picChg>
        <pc:picChg chg="mod">
          <ac:chgData name="AU Kelvin" userId="416e5d84-3133-4774-aa1a-290e1bef47d6" providerId="ADAL" clId="{5B8966E4-3FDC-47B2-843B-7F15A992AB94}" dt="2023-03-27T09:22:32.443" v="1592" actId="1076"/>
          <ac:picMkLst>
            <pc:docMk/>
            <pc:sldMk cId="1332715669" sldId="341"/>
            <ac:picMk id="21" creationId="{F0A9AD82-E8CE-4F73-B6F9-7B3C38F1CF0E}"/>
          </ac:picMkLst>
        </pc:picChg>
      </pc:sldChg>
      <pc:sldChg chg="new del">
        <pc:chgData name="AU Kelvin" userId="416e5d84-3133-4774-aa1a-290e1bef47d6" providerId="ADAL" clId="{5B8966E4-3FDC-47B2-843B-7F15A992AB94}" dt="2023-03-27T09:25:14.234" v="1624" actId="47"/>
        <pc:sldMkLst>
          <pc:docMk/>
          <pc:sldMk cId="3702213180" sldId="344"/>
        </pc:sldMkLst>
      </pc:sldChg>
      <pc:sldChg chg="addSp delSp modSp add mod">
        <pc:chgData name="AU Kelvin" userId="416e5d84-3133-4774-aa1a-290e1bef47d6" providerId="ADAL" clId="{5B8966E4-3FDC-47B2-843B-7F15A992AB94}" dt="2023-03-27T09:31:39.067" v="1954" actId="20577"/>
        <pc:sldMkLst>
          <pc:docMk/>
          <pc:sldMk cId="3817614916" sldId="344"/>
        </pc:sldMkLst>
        <pc:spChg chg="add mod">
          <ac:chgData name="AU Kelvin" userId="416e5d84-3133-4774-aa1a-290e1bef47d6" providerId="ADAL" clId="{5B8966E4-3FDC-47B2-843B-7F15A992AB94}" dt="2023-03-27T09:28:34.787" v="1669"/>
          <ac:spMkLst>
            <pc:docMk/>
            <pc:sldMk cId="3817614916" sldId="344"/>
            <ac:spMk id="6" creationId="{D2FE89D0-582C-4733-A2D3-5202D504AD6D}"/>
          </ac:spMkLst>
        </pc:spChg>
        <pc:spChg chg="del">
          <ac:chgData name="AU Kelvin" userId="416e5d84-3133-4774-aa1a-290e1bef47d6" providerId="ADAL" clId="{5B8966E4-3FDC-47B2-843B-7F15A992AB94}" dt="2023-03-27T09:27:58.359" v="1633" actId="478"/>
          <ac:spMkLst>
            <pc:docMk/>
            <pc:sldMk cId="3817614916" sldId="344"/>
            <ac:spMk id="8" creationId="{797D2667-6440-4655-93A1-9BDB80A4E6E5}"/>
          </ac:spMkLst>
        </pc:spChg>
        <pc:spChg chg="add mod">
          <ac:chgData name="AU Kelvin" userId="416e5d84-3133-4774-aa1a-290e1bef47d6" providerId="ADAL" clId="{5B8966E4-3FDC-47B2-843B-7F15A992AB94}" dt="2023-03-27T09:31:39.067" v="1954" actId="20577"/>
          <ac:spMkLst>
            <pc:docMk/>
            <pc:sldMk cId="3817614916" sldId="344"/>
            <ac:spMk id="9" creationId="{4828B0F2-5E0F-4AAC-BD1C-6F17962A95B5}"/>
          </ac:spMkLst>
        </pc:spChg>
        <pc:picChg chg="del">
          <ac:chgData name="AU Kelvin" userId="416e5d84-3133-4774-aa1a-290e1bef47d6" providerId="ADAL" clId="{5B8966E4-3FDC-47B2-843B-7F15A992AB94}" dt="2023-03-27T09:27:42.883" v="1628" actId="478"/>
          <ac:picMkLst>
            <pc:docMk/>
            <pc:sldMk cId="3817614916" sldId="344"/>
            <ac:picMk id="5" creationId="{A1A8C9C0-8AFD-4B99-9547-FA940C986EDC}"/>
          </ac:picMkLst>
        </pc:picChg>
        <pc:picChg chg="mod">
          <ac:chgData name="AU Kelvin" userId="416e5d84-3133-4774-aa1a-290e1bef47d6" providerId="ADAL" clId="{5B8966E4-3FDC-47B2-843B-7F15A992AB94}" dt="2023-03-27T09:28:48.707" v="1670" actId="14100"/>
          <ac:picMkLst>
            <pc:docMk/>
            <pc:sldMk cId="3817614916" sldId="344"/>
            <ac:picMk id="7" creationId="{583448FA-47BE-4992-B381-E2290FC660D5}"/>
          </ac:picMkLst>
        </pc:picChg>
      </pc:sldChg>
      <pc:sldChg chg="add del ord">
        <pc:chgData name="AU Kelvin" userId="416e5d84-3133-4774-aa1a-290e1bef47d6" providerId="ADAL" clId="{5B8966E4-3FDC-47B2-843B-7F15A992AB94}" dt="2023-03-27T09:35:32.425" v="1999" actId="47"/>
        <pc:sldMkLst>
          <pc:docMk/>
          <pc:sldMk cId="3613470785" sldId="345"/>
        </pc:sldMkLst>
      </pc:sldChg>
      <pc:sldChg chg="addSp delSp modSp new mod">
        <pc:chgData name="AU Kelvin" userId="416e5d84-3133-4774-aa1a-290e1bef47d6" providerId="ADAL" clId="{5B8966E4-3FDC-47B2-843B-7F15A992AB94}" dt="2023-03-29T18:02:47.873" v="4120" actId="20577"/>
        <pc:sldMkLst>
          <pc:docMk/>
          <pc:sldMk cId="2962584605" sldId="354"/>
        </pc:sldMkLst>
        <pc:spChg chg="mod">
          <ac:chgData name="AU Kelvin" userId="416e5d84-3133-4774-aa1a-290e1bef47d6" providerId="ADAL" clId="{5B8966E4-3FDC-47B2-843B-7F15A992AB94}" dt="2023-03-29T17:44:27.474" v="3657" actId="20577"/>
          <ac:spMkLst>
            <pc:docMk/>
            <pc:sldMk cId="2962584605" sldId="354"/>
            <ac:spMk id="2" creationId="{B6B4750A-A5A3-4F54-9A73-FACDFEEDED5F}"/>
          </ac:spMkLst>
        </pc:spChg>
        <pc:spChg chg="mod">
          <ac:chgData name="AU Kelvin" userId="416e5d84-3133-4774-aa1a-290e1bef47d6" providerId="ADAL" clId="{5B8966E4-3FDC-47B2-843B-7F15A992AB94}" dt="2023-03-29T10:08:48.219" v="3570" actId="20577"/>
          <ac:spMkLst>
            <pc:docMk/>
            <pc:sldMk cId="2962584605" sldId="354"/>
            <ac:spMk id="3" creationId="{05C24CC9-DAC6-49DE-8666-0379A82F476A}"/>
          </ac:spMkLst>
        </pc:spChg>
        <pc:spChg chg="del">
          <ac:chgData name="AU Kelvin" userId="416e5d84-3133-4774-aa1a-290e1bef47d6" providerId="ADAL" clId="{5B8966E4-3FDC-47B2-843B-7F15A992AB94}" dt="2023-03-29T04:43:01.066" v="2099"/>
          <ac:spMkLst>
            <pc:docMk/>
            <pc:sldMk cId="2962584605" sldId="354"/>
            <ac:spMk id="4" creationId="{E58AEC67-E576-4C34-B75C-58B5EAAFDAEF}"/>
          </ac:spMkLst>
        </pc:spChg>
        <pc:spChg chg="add del mod">
          <ac:chgData name="AU Kelvin" userId="416e5d84-3133-4774-aa1a-290e1bef47d6" providerId="ADAL" clId="{5B8966E4-3FDC-47B2-843B-7F15A992AB94}" dt="2023-03-29T17:42:41.076" v="3645" actId="478"/>
          <ac:spMkLst>
            <pc:docMk/>
            <pc:sldMk cId="2962584605" sldId="354"/>
            <ac:spMk id="8" creationId="{B3374225-BA66-4553-8AB2-B096C40A938B}"/>
          </ac:spMkLst>
        </pc:spChg>
        <pc:spChg chg="add mod">
          <ac:chgData name="AU Kelvin" userId="416e5d84-3133-4774-aa1a-290e1bef47d6" providerId="ADAL" clId="{5B8966E4-3FDC-47B2-843B-7F15A992AB94}" dt="2023-03-29T17:58:41.780" v="3952" actId="20577"/>
          <ac:spMkLst>
            <pc:docMk/>
            <pc:sldMk cId="2962584605" sldId="354"/>
            <ac:spMk id="11" creationId="{6DCA788F-16D5-4BB3-88C1-737883722938}"/>
          </ac:spMkLst>
        </pc:spChg>
        <pc:spChg chg="add del mod">
          <ac:chgData name="AU Kelvin" userId="416e5d84-3133-4774-aa1a-290e1bef47d6" providerId="ADAL" clId="{5B8966E4-3FDC-47B2-843B-7F15A992AB94}" dt="2023-03-29T17:42:43.749" v="3646" actId="478"/>
          <ac:spMkLst>
            <pc:docMk/>
            <pc:sldMk cId="2962584605" sldId="354"/>
            <ac:spMk id="12" creationId="{E53D7E16-65E8-4C3A-891C-D093127F9CB3}"/>
          </ac:spMkLst>
        </pc:spChg>
        <pc:spChg chg="add del mod">
          <ac:chgData name="AU Kelvin" userId="416e5d84-3133-4774-aa1a-290e1bef47d6" providerId="ADAL" clId="{5B8966E4-3FDC-47B2-843B-7F15A992AB94}" dt="2023-03-29T17:42:51.847" v="3648"/>
          <ac:spMkLst>
            <pc:docMk/>
            <pc:sldMk cId="2962584605" sldId="354"/>
            <ac:spMk id="15" creationId="{F902006A-8BC6-47B2-BDB5-43C6AD04C7D8}"/>
          </ac:spMkLst>
        </pc:spChg>
        <pc:graphicFrameChg chg="add del mod">
          <ac:chgData name="AU Kelvin" userId="416e5d84-3133-4774-aa1a-290e1bef47d6" providerId="ADAL" clId="{5B8966E4-3FDC-47B2-843B-7F15A992AB94}" dt="2023-03-29T17:42:50.618" v="3647" actId="478"/>
          <ac:graphicFrameMkLst>
            <pc:docMk/>
            <pc:sldMk cId="2962584605" sldId="354"/>
            <ac:graphicFrameMk id="10" creationId="{F7E43C7C-3A1C-4204-99DF-C2A77FC5E023}"/>
          </ac:graphicFrameMkLst>
        </pc:graphicFrameChg>
        <pc:graphicFrameChg chg="add mod">
          <ac:chgData name="AU Kelvin" userId="416e5d84-3133-4774-aa1a-290e1bef47d6" providerId="ADAL" clId="{5B8966E4-3FDC-47B2-843B-7F15A992AB94}" dt="2023-03-29T17:42:00.802" v="3630"/>
          <ac:graphicFrameMkLst>
            <pc:docMk/>
            <pc:sldMk cId="2962584605" sldId="354"/>
            <ac:graphicFrameMk id="13" creationId="{2DD3B4F9-90A3-4F13-B494-3BAFEBD9F677}"/>
          </ac:graphicFrameMkLst>
        </pc:graphicFrameChg>
        <pc:graphicFrameChg chg="add mod">
          <ac:chgData name="AU Kelvin" userId="416e5d84-3133-4774-aa1a-290e1bef47d6" providerId="ADAL" clId="{5B8966E4-3FDC-47B2-843B-7F15A992AB94}" dt="2023-03-29T17:42:40.560" v="3644"/>
          <ac:graphicFrameMkLst>
            <pc:docMk/>
            <pc:sldMk cId="2962584605" sldId="354"/>
            <ac:graphicFrameMk id="14" creationId="{2DD3B4F9-90A3-4F13-B494-3BAFEBD9F677}"/>
          </ac:graphicFrameMkLst>
        </pc:graphicFrameChg>
        <pc:graphicFrameChg chg="add mod">
          <ac:chgData name="AU Kelvin" userId="416e5d84-3133-4774-aa1a-290e1bef47d6" providerId="ADAL" clId="{5B8966E4-3FDC-47B2-843B-7F15A992AB94}" dt="2023-03-29T17:51:16.950" v="3694"/>
          <ac:graphicFrameMkLst>
            <pc:docMk/>
            <pc:sldMk cId="2962584605" sldId="354"/>
            <ac:graphicFrameMk id="16" creationId="{2DD3B4F9-90A3-4F13-B494-3BAFEBD9F677}"/>
          </ac:graphicFrameMkLst>
        </pc:graphicFrameChg>
        <pc:graphicFrameChg chg="add mod modGraphic">
          <ac:chgData name="AU Kelvin" userId="416e5d84-3133-4774-aa1a-290e1bef47d6" providerId="ADAL" clId="{5B8966E4-3FDC-47B2-843B-7F15A992AB94}" dt="2023-03-29T18:02:47.873" v="4120" actId="20577"/>
          <ac:graphicFrameMkLst>
            <pc:docMk/>
            <pc:sldMk cId="2962584605" sldId="354"/>
            <ac:graphicFrameMk id="19" creationId="{921D3351-2600-4D37-93B3-C94C2BA849BD}"/>
          </ac:graphicFrameMkLst>
        </pc:graphicFrameChg>
        <pc:cxnChg chg="add mod">
          <ac:chgData name="AU Kelvin" userId="416e5d84-3133-4774-aa1a-290e1bef47d6" providerId="ADAL" clId="{5B8966E4-3FDC-47B2-843B-7F15A992AB94}" dt="2023-03-29T17:49:53.694" v="3687" actId="208"/>
          <ac:cxnSpMkLst>
            <pc:docMk/>
            <pc:sldMk cId="2962584605" sldId="354"/>
            <ac:cxnSpMk id="18" creationId="{9559A0CA-72DF-4621-94F0-AF9008B0E788}"/>
          </ac:cxnSpMkLst>
        </pc:cxnChg>
      </pc:sldChg>
      <pc:sldChg chg="addSp delSp modSp add mod ord">
        <pc:chgData name="AU Kelvin" userId="416e5d84-3133-4774-aa1a-290e1bef47d6" providerId="ADAL" clId="{5B8966E4-3FDC-47B2-843B-7F15A992AB94}" dt="2023-03-30T02:47:27.295" v="4235" actId="403"/>
        <pc:sldMkLst>
          <pc:docMk/>
          <pc:sldMk cId="3383283417" sldId="355"/>
        </pc:sldMkLst>
        <pc:spChg chg="mod">
          <ac:chgData name="AU Kelvin" userId="416e5d84-3133-4774-aa1a-290e1bef47d6" providerId="ADAL" clId="{5B8966E4-3FDC-47B2-843B-7F15A992AB94}" dt="2023-03-29T04:52:09.143" v="2380"/>
          <ac:spMkLst>
            <pc:docMk/>
            <pc:sldMk cId="3383283417" sldId="355"/>
            <ac:spMk id="2" creationId="{9FC0D9B0-B2D0-4FC9-AC1E-2BC06ED7936C}"/>
          </ac:spMkLst>
        </pc:spChg>
        <pc:spChg chg="mod">
          <ac:chgData name="AU Kelvin" userId="416e5d84-3133-4774-aa1a-290e1bef47d6" providerId="ADAL" clId="{5B8966E4-3FDC-47B2-843B-7F15A992AB94}" dt="2023-03-29T10:09:10.306" v="3600" actId="20577"/>
          <ac:spMkLst>
            <pc:docMk/>
            <pc:sldMk cId="3383283417" sldId="355"/>
            <ac:spMk id="3" creationId="{B2A780AF-9914-4668-9F7A-D26A5646CF28}"/>
          </ac:spMkLst>
        </pc:spChg>
        <pc:spChg chg="del mod">
          <ac:chgData name="AU Kelvin" userId="416e5d84-3133-4774-aa1a-290e1bef47d6" providerId="ADAL" clId="{5B8966E4-3FDC-47B2-843B-7F15A992AB94}" dt="2023-03-29T07:25:42.668" v="2481" actId="3680"/>
          <ac:spMkLst>
            <pc:docMk/>
            <pc:sldMk cId="3383283417" sldId="355"/>
            <ac:spMk id="4" creationId="{A6BE2058-C259-4422-B897-530842E26774}"/>
          </ac:spMkLst>
        </pc:spChg>
        <pc:spChg chg="del mod">
          <ac:chgData name="AU Kelvin" userId="416e5d84-3133-4774-aa1a-290e1bef47d6" providerId="ADAL" clId="{5B8966E4-3FDC-47B2-843B-7F15A992AB94}" dt="2023-03-29T10:38:48.111" v="3603" actId="478"/>
          <ac:spMkLst>
            <pc:docMk/>
            <pc:sldMk cId="3383283417" sldId="355"/>
            <ac:spMk id="6" creationId="{80DE09B1-EA95-43BE-A6DD-2AB2B85883FC}"/>
          </ac:spMkLst>
        </pc:spChg>
        <pc:spChg chg="add mod">
          <ac:chgData name="AU Kelvin" userId="416e5d84-3133-4774-aa1a-290e1bef47d6" providerId="ADAL" clId="{5B8966E4-3FDC-47B2-843B-7F15A992AB94}" dt="2023-03-29T10:38:55.024" v="3610" actId="20577"/>
          <ac:spMkLst>
            <pc:docMk/>
            <pc:sldMk cId="3383283417" sldId="355"/>
            <ac:spMk id="9" creationId="{95DF8DD2-5838-4A0F-8913-893E290AF6DB}"/>
          </ac:spMkLst>
        </pc:spChg>
        <pc:graphicFrameChg chg="add mod ord modGraphic">
          <ac:chgData name="AU Kelvin" userId="416e5d84-3133-4774-aa1a-290e1bef47d6" providerId="ADAL" clId="{5B8966E4-3FDC-47B2-843B-7F15A992AB94}" dt="2023-03-30T02:47:27.295" v="4235" actId="403"/>
          <ac:graphicFrameMkLst>
            <pc:docMk/>
            <pc:sldMk cId="3383283417" sldId="355"/>
            <ac:graphicFrameMk id="8" creationId="{1899A7F7-E3C7-4D8C-AEFE-136CBDC0748A}"/>
          </ac:graphicFrameMkLst>
        </pc:graphicFrameChg>
      </pc:sldChg>
      <pc:sldChg chg="addSp delSp modSp add mod">
        <pc:chgData name="AU Kelvin" userId="416e5d84-3133-4774-aa1a-290e1bef47d6" providerId="ADAL" clId="{5B8966E4-3FDC-47B2-843B-7F15A992AB94}" dt="2023-03-30T03:03:06.583" v="4262" actId="20577"/>
        <pc:sldMkLst>
          <pc:docMk/>
          <pc:sldMk cId="871361999" sldId="361"/>
        </pc:sldMkLst>
        <pc:spChg chg="mod">
          <ac:chgData name="AU Kelvin" userId="416e5d84-3133-4774-aa1a-290e1bef47d6" providerId="ADAL" clId="{5B8966E4-3FDC-47B2-843B-7F15A992AB94}" dt="2023-03-30T03:03:06.583" v="4262" actId="20577"/>
          <ac:spMkLst>
            <pc:docMk/>
            <pc:sldMk cId="871361999" sldId="361"/>
            <ac:spMk id="3" creationId="{B2A780AF-9914-4668-9F7A-D26A5646CF28}"/>
          </ac:spMkLst>
        </pc:spChg>
        <pc:spChg chg="del mod">
          <ac:chgData name="AU Kelvin" userId="416e5d84-3133-4774-aa1a-290e1bef47d6" providerId="ADAL" clId="{5B8966E4-3FDC-47B2-843B-7F15A992AB94}" dt="2023-03-30T02:21:07.392" v="4167" actId="22"/>
          <ac:spMkLst>
            <pc:docMk/>
            <pc:sldMk cId="871361999" sldId="361"/>
            <ac:spMk id="4" creationId="{A6BE2058-C259-4422-B897-530842E26774}"/>
          </ac:spMkLst>
        </pc:spChg>
        <pc:picChg chg="add mod ord">
          <ac:chgData name="AU Kelvin" userId="416e5d84-3133-4774-aa1a-290e1bef47d6" providerId="ADAL" clId="{5B8966E4-3FDC-47B2-843B-7F15A992AB94}" dt="2023-03-30T02:21:07.392" v="4167" actId="22"/>
          <ac:picMkLst>
            <pc:docMk/>
            <pc:sldMk cId="871361999" sldId="361"/>
            <ac:picMk id="9" creationId="{2F508D0F-5E74-4EB8-BEBF-8EB9E67BBDBE}"/>
          </ac:picMkLst>
        </pc:picChg>
      </pc:sldChg>
      <pc:sldChg chg="add del">
        <pc:chgData name="AU Kelvin" userId="416e5d84-3133-4774-aa1a-290e1bef47d6" providerId="ADAL" clId="{5B8966E4-3FDC-47B2-843B-7F15A992AB94}" dt="2023-03-30T02:18:54.475" v="4122" actId="47"/>
        <pc:sldMkLst>
          <pc:docMk/>
          <pc:sldMk cId="1158951002" sldId="361"/>
        </pc:sldMkLst>
      </pc:sldChg>
      <pc:sldChg chg="addSp delSp modSp add mod">
        <pc:chgData name="AU Kelvin" userId="416e5d84-3133-4774-aa1a-290e1bef47d6" providerId="ADAL" clId="{5B8966E4-3FDC-47B2-843B-7F15A992AB94}" dt="2023-03-30T03:43:20.218" v="4311" actId="14100"/>
        <pc:sldMkLst>
          <pc:docMk/>
          <pc:sldMk cId="3863319356" sldId="362"/>
        </pc:sldMkLst>
        <pc:spChg chg="mod">
          <ac:chgData name="AU Kelvin" userId="416e5d84-3133-4774-aa1a-290e1bef47d6" providerId="ADAL" clId="{5B8966E4-3FDC-47B2-843B-7F15A992AB94}" dt="2023-03-30T03:43:20.218" v="4311" actId="14100"/>
          <ac:spMkLst>
            <pc:docMk/>
            <pc:sldMk cId="3863319356" sldId="362"/>
            <ac:spMk id="3" creationId="{B2A780AF-9914-4668-9F7A-D26A5646CF28}"/>
          </ac:spMkLst>
        </pc:spChg>
        <pc:spChg chg="mod">
          <ac:chgData name="AU Kelvin" userId="416e5d84-3133-4774-aa1a-290e1bef47d6" providerId="ADAL" clId="{5B8966E4-3FDC-47B2-843B-7F15A992AB94}" dt="2023-03-30T03:30:30.661" v="4283" actId="20577"/>
          <ac:spMkLst>
            <pc:docMk/>
            <pc:sldMk cId="3863319356" sldId="362"/>
            <ac:spMk id="4" creationId="{751C516B-8AD3-4D47-B32E-EFF0094049CD}"/>
          </ac:spMkLst>
        </pc:spChg>
        <pc:spChg chg="add del">
          <ac:chgData name="AU Kelvin" userId="416e5d84-3133-4774-aa1a-290e1bef47d6" providerId="ADAL" clId="{5B8966E4-3FDC-47B2-843B-7F15A992AB94}" dt="2023-03-30T03:02:05.318" v="4238" actId="22"/>
          <ac:spMkLst>
            <pc:docMk/>
            <pc:sldMk cId="3863319356" sldId="362"/>
            <ac:spMk id="10" creationId="{46DFEA5A-5039-4305-8F09-203C1F2A8B55}"/>
          </ac:spMkLst>
        </pc:spChg>
        <pc:spChg chg="add del mod">
          <ac:chgData name="AU Kelvin" userId="416e5d84-3133-4774-aa1a-290e1bef47d6" providerId="ADAL" clId="{5B8966E4-3FDC-47B2-843B-7F15A992AB94}" dt="2023-03-30T03:02:46.197" v="4242" actId="22"/>
          <ac:spMkLst>
            <pc:docMk/>
            <pc:sldMk cId="3863319356" sldId="362"/>
            <ac:spMk id="11" creationId="{6AAEF713-4B44-49F8-B3B9-20ADDE9CE8D7}"/>
          </ac:spMkLst>
        </pc:spChg>
        <pc:spChg chg="add del">
          <ac:chgData name="AU Kelvin" userId="416e5d84-3133-4774-aa1a-290e1bef47d6" providerId="ADAL" clId="{5B8966E4-3FDC-47B2-843B-7F15A992AB94}" dt="2023-03-30T03:02:17.733" v="4241" actId="22"/>
          <ac:spMkLst>
            <pc:docMk/>
            <pc:sldMk cId="3863319356" sldId="362"/>
            <ac:spMk id="13" creationId="{84A3B3B0-1BA3-425D-9F5C-1A258B7FE1C0}"/>
          </ac:spMkLst>
        </pc:spChg>
        <pc:spChg chg="add del mod">
          <ac:chgData name="AU Kelvin" userId="416e5d84-3133-4774-aa1a-290e1bef47d6" providerId="ADAL" clId="{5B8966E4-3FDC-47B2-843B-7F15A992AB94}" dt="2023-03-30T03:30:19.189" v="4271" actId="22"/>
          <ac:spMkLst>
            <pc:docMk/>
            <pc:sldMk cId="3863319356" sldId="362"/>
            <ac:spMk id="21" creationId="{CDECA0F5-5DAC-4F66-8FC8-4AD826EACB13}"/>
          </ac:spMkLst>
        </pc:spChg>
        <pc:picChg chg="del">
          <ac:chgData name="AU Kelvin" userId="416e5d84-3133-4774-aa1a-290e1bef47d6" providerId="ADAL" clId="{5B8966E4-3FDC-47B2-843B-7F15A992AB94}" dt="2023-03-30T03:02:16.320" v="4239" actId="478"/>
          <ac:picMkLst>
            <pc:docMk/>
            <pc:sldMk cId="3863319356" sldId="362"/>
            <ac:picMk id="9" creationId="{2F508D0F-5E74-4EB8-BEBF-8EB9E67BBDBE}"/>
          </ac:picMkLst>
        </pc:picChg>
        <pc:picChg chg="add del mod ord">
          <ac:chgData name="AU Kelvin" userId="416e5d84-3133-4774-aa1a-290e1bef47d6" providerId="ADAL" clId="{5B8966E4-3FDC-47B2-843B-7F15A992AB94}" dt="2023-03-30T03:30:14.705" v="4270" actId="478"/>
          <ac:picMkLst>
            <pc:docMk/>
            <pc:sldMk cId="3863319356" sldId="362"/>
            <ac:picMk id="15" creationId="{6C130D9E-3210-4331-996F-7BE344DD1543}"/>
          </ac:picMkLst>
        </pc:picChg>
        <pc:picChg chg="add del">
          <ac:chgData name="AU Kelvin" userId="416e5d84-3133-4774-aa1a-290e1bef47d6" providerId="ADAL" clId="{5B8966E4-3FDC-47B2-843B-7F15A992AB94}" dt="2023-03-30T03:29:22.352" v="4264" actId="22"/>
          <ac:picMkLst>
            <pc:docMk/>
            <pc:sldMk cId="3863319356" sldId="362"/>
            <ac:picMk id="17" creationId="{551B09C9-A4DB-4E2C-AAB5-9EE08BAEF66C}"/>
          </ac:picMkLst>
        </pc:picChg>
        <pc:picChg chg="add del mod">
          <ac:chgData name="AU Kelvin" userId="416e5d84-3133-4774-aa1a-290e1bef47d6" providerId="ADAL" clId="{5B8966E4-3FDC-47B2-843B-7F15A992AB94}" dt="2023-03-30T03:30:23.054" v="4272" actId="478"/>
          <ac:picMkLst>
            <pc:docMk/>
            <pc:sldMk cId="3863319356" sldId="362"/>
            <ac:picMk id="19" creationId="{CD97DD9B-26AE-4255-AD6A-AB2403AEC2BF}"/>
          </ac:picMkLst>
        </pc:picChg>
        <pc:picChg chg="add mod ord">
          <ac:chgData name="AU Kelvin" userId="416e5d84-3133-4774-aa1a-290e1bef47d6" providerId="ADAL" clId="{5B8966E4-3FDC-47B2-843B-7F15A992AB94}" dt="2023-03-30T03:30:19.189" v="4271" actId="22"/>
          <ac:picMkLst>
            <pc:docMk/>
            <pc:sldMk cId="3863319356" sldId="362"/>
            <ac:picMk id="23" creationId="{3B949F1E-92C0-4654-96FD-100B10CECDF6}"/>
          </ac:picMkLst>
        </pc:picChg>
      </pc:sldChg>
      <pc:sldChg chg="addSp delSp modSp add mod">
        <pc:chgData name="AU Kelvin" userId="416e5d84-3133-4774-aa1a-290e1bef47d6" providerId="ADAL" clId="{5B8966E4-3FDC-47B2-843B-7F15A992AB94}" dt="2023-03-30T09:26:43.468" v="4373" actId="20577"/>
        <pc:sldMkLst>
          <pc:docMk/>
          <pc:sldMk cId="528976787" sldId="363"/>
        </pc:sldMkLst>
        <pc:spChg chg="mod">
          <ac:chgData name="AU Kelvin" userId="416e5d84-3133-4774-aa1a-290e1bef47d6" providerId="ADAL" clId="{5B8966E4-3FDC-47B2-843B-7F15A992AB94}" dt="2023-03-30T08:19:36.437" v="4332" actId="20577"/>
          <ac:spMkLst>
            <pc:docMk/>
            <pc:sldMk cId="528976787" sldId="363"/>
            <ac:spMk id="2" creationId="{EC523B02-5F95-4633-8AAA-EFDF6751F9AC}"/>
          </ac:spMkLst>
        </pc:spChg>
        <pc:spChg chg="mod">
          <ac:chgData name="AU Kelvin" userId="416e5d84-3133-4774-aa1a-290e1bef47d6" providerId="ADAL" clId="{5B8966E4-3FDC-47B2-843B-7F15A992AB94}" dt="2023-03-30T09:26:43.468" v="4373" actId="20577"/>
          <ac:spMkLst>
            <pc:docMk/>
            <pc:sldMk cId="528976787" sldId="363"/>
            <ac:spMk id="8" creationId="{395C8B0D-F320-4712-8E7C-2568E54F3793}"/>
          </ac:spMkLst>
        </pc:spChg>
        <pc:spChg chg="add mod">
          <ac:chgData name="AU Kelvin" userId="416e5d84-3133-4774-aa1a-290e1bef47d6" providerId="ADAL" clId="{5B8966E4-3FDC-47B2-843B-7F15A992AB94}" dt="2023-03-30T08:28:03.586" v="4352" actId="14100"/>
          <ac:spMkLst>
            <pc:docMk/>
            <pc:sldMk cId="528976787" sldId="363"/>
            <ac:spMk id="9" creationId="{C523F280-E15A-499D-AA02-2E7FBDC370EB}"/>
          </ac:spMkLst>
        </pc:spChg>
        <pc:spChg chg="add mod">
          <ac:chgData name="AU Kelvin" userId="416e5d84-3133-4774-aa1a-290e1bef47d6" providerId="ADAL" clId="{5B8966E4-3FDC-47B2-843B-7F15A992AB94}" dt="2023-03-30T08:28:34.795" v="4355" actId="1076"/>
          <ac:spMkLst>
            <pc:docMk/>
            <pc:sldMk cId="528976787" sldId="363"/>
            <ac:spMk id="11" creationId="{5E939A62-007F-4338-A441-D3C51E6581B0}"/>
          </ac:spMkLst>
        </pc:spChg>
        <pc:picChg chg="add mod modCrop">
          <ac:chgData name="AU Kelvin" userId="416e5d84-3133-4774-aa1a-290e1bef47d6" providerId="ADAL" clId="{5B8966E4-3FDC-47B2-843B-7F15A992AB94}" dt="2023-03-30T08:20:57.373" v="4343" actId="732"/>
          <ac:picMkLst>
            <pc:docMk/>
            <pc:sldMk cId="528976787" sldId="363"/>
            <ac:picMk id="4" creationId="{FF192898-7668-49E8-80E2-20E31B72B7CA}"/>
          </ac:picMkLst>
        </pc:picChg>
        <pc:picChg chg="add mod">
          <ac:chgData name="AU Kelvin" userId="416e5d84-3133-4774-aa1a-290e1bef47d6" providerId="ADAL" clId="{5B8966E4-3FDC-47B2-843B-7F15A992AB94}" dt="2023-03-30T08:21:40.703" v="4347" actId="14100"/>
          <ac:picMkLst>
            <pc:docMk/>
            <pc:sldMk cId="528976787" sldId="363"/>
            <ac:picMk id="6" creationId="{EDABA14D-FBC0-4C47-AC49-579A31BA6C7D}"/>
          </ac:picMkLst>
        </pc:picChg>
        <pc:picChg chg="del">
          <ac:chgData name="AU Kelvin" userId="416e5d84-3133-4774-aa1a-290e1bef47d6" providerId="ADAL" clId="{5B8966E4-3FDC-47B2-843B-7F15A992AB94}" dt="2023-03-30T08:19:13.071" v="4325" actId="478"/>
          <ac:picMkLst>
            <pc:docMk/>
            <pc:sldMk cId="528976787" sldId="363"/>
            <ac:picMk id="7" creationId="{3E3F3997-FDD7-4E02-ADC7-CECA46E73028}"/>
          </ac:picMkLst>
        </pc:picChg>
        <pc:picChg chg="del">
          <ac:chgData name="AU Kelvin" userId="416e5d84-3133-4774-aa1a-290e1bef47d6" providerId="ADAL" clId="{5B8966E4-3FDC-47B2-843B-7F15A992AB94}" dt="2023-03-30T08:19:33.077" v="4328" actId="478"/>
          <ac:picMkLst>
            <pc:docMk/>
            <pc:sldMk cId="528976787" sldId="363"/>
            <ac:picMk id="10" creationId="{77D7C72F-FA52-4BDB-AD48-8C97DD443605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nr5vfl02\LTCOE\13.Data%20Science\Projects\2022_GI_Xsell\Data\processed\group_claim_no_claim_stats.csv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buying L&amp;H effect (the ratio) between Travel claim/no claim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[group_claim_no_claim_stats.csv]Sheet5!$C$1</c:f>
              <c:strCache>
                <c:ptCount val="1"/>
                <c:pt idx="0">
                  <c:v>buy lnh effect between claim/no claim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2A9-4439-A401-FC81E431731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2A9-4439-A401-FC81E431731B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2A9-4439-A401-FC81E431731B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42A9-4439-A401-FC81E431731B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A-42A9-4439-A401-FC81E431731B}"/>
              </c:ext>
            </c:extLst>
          </c:dPt>
          <c:dPt>
            <c:idx val="6"/>
            <c:invertIfNegative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42A9-4439-A401-FC81E431731B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2A9-4439-A401-FC81E431731B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2A9-4439-A401-FC81E431731B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2A9-4439-A401-FC81E431731B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2A9-4439-A401-FC81E431731B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2A9-4439-A401-FC81E431731B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42A9-4439-A401-FC81E431731B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42A9-4439-A401-FC81E431731B}"/>
              </c:ext>
            </c:extLst>
          </c:dPt>
          <c:dPt>
            <c:idx val="17"/>
            <c:invertIfNegative val="0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42A9-4439-A401-FC81E431731B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42A9-4439-A401-FC81E431731B}"/>
              </c:ext>
            </c:extLst>
          </c:dPt>
          <c:cat>
            <c:multiLvlStrRef>
              <c:f>[group_claim_no_claim_stats.csv]Sheet5!$A$2:$B$20</c:f>
              <c:multiLvlStrCache>
                <c:ptCount val="19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4">
                    <c:v>1</c:v>
                  </c:pt>
                  <c:pt idx="5">
                    <c:v>3</c:v>
                  </c:pt>
                  <c:pt idx="6">
                    <c:v>5</c:v>
                  </c:pt>
                  <c:pt idx="8">
                    <c:v>1</c:v>
                  </c:pt>
                  <c:pt idx="9">
                    <c:v>3</c:v>
                  </c:pt>
                  <c:pt idx="10">
                    <c:v>5</c:v>
                  </c:pt>
                  <c:pt idx="12">
                    <c:v>1</c:v>
                  </c:pt>
                  <c:pt idx="13">
                    <c:v>3</c:v>
                  </c:pt>
                  <c:pt idx="14">
                    <c:v>5</c:v>
                  </c:pt>
                  <c:pt idx="16">
                    <c:v>1</c:v>
                  </c:pt>
                  <c:pt idx="17">
                    <c:v>3</c:v>
                  </c:pt>
                  <c:pt idx="18">
                    <c:v>5</c:v>
                  </c:pt>
                </c:lvl>
                <c:lvl>
                  <c:pt idx="0">
                    <c:v>AXA</c:v>
                  </c:pt>
                  <c:pt idx="4">
                    <c:v>AXA_Agent</c:v>
                  </c:pt>
                  <c:pt idx="8">
                    <c:v>Broker</c:v>
                  </c:pt>
                  <c:pt idx="12">
                    <c:v>HSBC</c:v>
                  </c:pt>
                  <c:pt idx="16">
                    <c:v>Other</c:v>
                  </c:pt>
                </c:lvl>
              </c:multiLvlStrCache>
            </c:multiLvlStrRef>
          </c:cat>
          <c:val>
            <c:numRef>
              <c:f>[group_claim_no_claim_stats.csv]Sheet5!$C$2:$C$20</c:f>
              <c:numCache>
                <c:formatCode>0%</c:formatCode>
                <c:ptCount val="19"/>
                <c:pt idx="0">
                  <c:v>0.14822409223575983</c:v>
                </c:pt>
                <c:pt idx="1">
                  <c:v>0.20981367642021809</c:v>
                </c:pt>
                <c:pt idx="2">
                  <c:v>0.20480725062718474</c:v>
                </c:pt>
                <c:pt idx="4">
                  <c:v>0.18003689619820618</c:v>
                </c:pt>
                <c:pt idx="5">
                  <c:v>0.29238378231547357</c:v>
                </c:pt>
                <c:pt idx="6">
                  <c:v>0.31368384107754133</c:v>
                </c:pt>
                <c:pt idx="8">
                  <c:v>4.2856685053214827E-2</c:v>
                </c:pt>
                <c:pt idx="9">
                  <c:v>5.6218693703563583E-2</c:v>
                </c:pt>
                <c:pt idx="10">
                  <c:v>0.10521653704511458</c:v>
                </c:pt>
                <c:pt idx="12">
                  <c:v>-0.31471204134687703</c:v>
                </c:pt>
                <c:pt idx="13">
                  <c:v>-0.20074466355352427</c:v>
                </c:pt>
                <c:pt idx="14">
                  <c:v>-0.12796654133766394</c:v>
                </c:pt>
                <c:pt idx="16">
                  <c:v>2.4544479575898448E-2</c:v>
                </c:pt>
                <c:pt idx="17">
                  <c:v>1.547598841757547E-2</c:v>
                </c:pt>
                <c:pt idx="18">
                  <c:v>7.2957989689232505E-2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42A9-4439-A401-FC81E43173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617736384"/>
        <c:axId val="617737040"/>
      </c:barChart>
      <c:catAx>
        <c:axId val="6177363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 after claim/bought</a:t>
                </a:r>
                <a:r>
                  <a:rPr lang="en-US" baseline="0"/>
                  <a:t> Travel plan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7737040"/>
        <c:crosses val="autoZero"/>
        <c:auto val="1"/>
        <c:lblAlgn val="ctr"/>
        <c:lblOffset val="100"/>
        <c:noMultiLvlLbl val="0"/>
      </c:catAx>
      <c:valAx>
        <c:axId val="617737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Effect on buy</a:t>
                </a:r>
                <a:r>
                  <a:rPr lang="en-US" baseline="0"/>
                  <a:t> L&amp;H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7736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3-03-29T23:57:06.741" idx="3">
    <p:pos x="10" y="10"/>
    <p:text>What time period should we say since some information is from 2017-present. Some is from 2018 - present 
</p:text>
    <p:extLst>
      <p:ext uri="{C676402C-5697-4E1C-873F-D02D1690AC5C}">
        <p15:threadingInfo xmlns:p15="http://schemas.microsoft.com/office/powerpoint/2012/main" timeZoneBias="4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4T18:04:36.064" idx="1">
    <p:pos x="7087" y="153"/>
    <p:text>Make it quarterly too in another slide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03-27T11:39:12.888" idx="1">
    <p:pos x="10" y="10"/>
    <p:text>Add stacked % bar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03-27T11:39:12.888" idx="2">
    <p:pos x="10" y="10"/>
    <p:text>Add stacked % bar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3-03-29T19:59:15.843" idx="1">
    <p:pos x="5702" y="740"/>
    <p:text>I don't know if we should include this line. The population of getting L&amp;H with no insurance claims is signifcantly higher than claims then L&amp;H. I think this is because there are just more people without claims than  with claims 
</p:text>
    <p:extLst>
      <p:ext uri="{C676402C-5697-4E1C-873F-D02D1690AC5C}">
        <p15:threadingInfo xmlns:p15="http://schemas.microsoft.com/office/powerpoint/2012/main" timeZoneBias="420"/>
      </p:ext>
    </p:extLst>
  </p:cm>
  <p:cm authorId="3" dt="2023-03-29T20:07:02.565" idx="2">
    <p:pos x="5702" y="836"/>
    <p:text>Update: There was a condition that was missing on no travel insurance claims 
</p:text>
    <p:extLst>
      <p:ext uri="{C676402C-5697-4E1C-873F-D02D1690AC5C}">
        <p15:threadingInfo xmlns:p15="http://schemas.microsoft.com/office/powerpoint/2012/main" timeZoneBias="420">
          <p15:parentCm authorId="3" idx="1"/>
        </p15:threadingInfo>
      </p:ext>
    </p:extLs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0.32302</cdr:x>
      <cdr:y>0.17128</cdr:y>
    </cdr:from>
    <cdr:to>
      <cdr:x>0.36866</cdr:x>
      <cdr:y>0.25358</cdr:y>
    </cdr:to>
    <cdr:sp macro="" textlink="">
      <cdr:nvSpPr>
        <cdr:cNvPr id="2" name="Oval 1">
          <a:extLst xmlns:a="http://schemas.openxmlformats.org/drawingml/2006/main">
            <a:ext uri="{FF2B5EF4-FFF2-40B4-BE49-F238E27FC236}">
              <a16:creationId xmlns:a16="http://schemas.microsoft.com/office/drawing/2014/main" id="{E8B55886-312C-46DD-82C3-70BE778EB2FC}"/>
            </a:ext>
          </a:extLst>
        </cdr:cNvPr>
        <cdr:cNvSpPr/>
      </cdr:nvSpPr>
      <cdr:spPr>
        <a:xfrm xmlns:a="http://schemas.openxmlformats.org/drawingml/2006/main">
          <a:off x="2339247" y="779570"/>
          <a:ext cx="330506" cy="374573"/>
        </a:xfrm>
        <a:prstGeom xmlns:a="http://schemas.openxmlformats.org/drawingml/2006/main" prst="ellipse">
          <a:avLst/>
        </a:prstGeom>
        <a:noFill xmlns:a="http://schemas.openxmlformats.org/drawingml/2006/main"/>
        <a:ln xmlns:a="http://schemas.openxmlformats.org/drawingml/2006/main">
          <a:solidFill>
            <a:srgbClr val="FF0000"/>
          </a:solidFill>
        </a:ln>
      </cdr:spPr>
      <cdr:txBody>
        <a:bodyPr xmlns:a="http://schemas.openxmlformats.org/drawingml/2006/main" vertOverflow="clip" anchor="ctr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474134" y="1940022"/>
            <a:ext cx="11243733" cy="11430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algn="ctr">
              <a:defRPr sz="4000" cap="all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cxnSp>
        <p:nvCxnSpPr>
          <p:cNvPr id="12" name="Connecteur droit 11"/>
          <p:cNvCxnSpPr/>
          <p:nvPr/>
        </p:nvCxnSpPr>
        <p:spPr>
          <a:xfrm flipH="1">
            <a:off x="3898006" y="3411530"/>
            <a:ext cx="4395991" cy="0"/>
          </a:xfrm>
          <a:prstGeom prst="line">
            <a:avLst/>
          </a:prstGeom>
          <a:ln w="12700" cap="rnd">
            <a:solidFill>
              <a:schemeClr val="tx1">
                <a:lumMod val="10000"/>
                <a:lumOff val="9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/>
          <p:cNvSpPr>
            <a:spLocks noGrp="1"/>
          </p:cNvSpPr>
          <p:nvPr>
            <p:ph type="body" sz="quarter" idx="10"/>
          </p:nvPr>
        </p:nvSpPr>
        <p:spPr>
          <a:xfrm>
            <a:off x="482600" y="3677470"/>
            <a:ext cx="11252200" cy="431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ctr">
              <a:buFontTx/>
              <a:buNone/>
              <a:defRPr sz="1800" cap="none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arallélogramme 10"/>
          <p:cNvSpPr>
            <a:spLocks noChangeAspect="1"/>
          </p:cNvSpPr>
          <p:nvPr/>
        </p:nvSpPr>
        <p:spPr>
          <a:xfrm>
            <a:off x="979223" y="-4577"/>
            <a:ext cx="1920213" cy="1561369"/>
          </a:xfrm>
          <a:prstGeom prst="parallelogram">
            <a:avLst>
              <a:gd name="adj" fmla="val 8379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  <a:latin typeface="Century Gothic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211020"/>
            <a:ext cx="12192000" cy="646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  <a:latin typeface="Century Gothic" pitchFamily="34" charset="0"/>
            </a:endParaRPr>
          </a:p>
        </p:txBody>
      </p:sp>
      <p:sp>
        <p:nvSpPr>
          <p:cNvPr id="15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73592" y="6504496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pPr algn="l"/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  <p:pic>
        <p:nvPicPr>
          <p:cNvPr id="2" name="Image 1" descr="AXA_logo_UK_Q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200" y="6337300"/>
            <a:ext cx="2640000" cy="40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39848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ESS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295467" y="2692170"/>
            <a:ext cx="9601132" cy="1143000"/>
          </a:xfrm>
          <a:prstGeom prst="rect">
            <a:avLst/>
          </a:prstGeom>
        </p:spPr>
        <p:txBody>
          <a:bodyPr lIns="0" tIns="0" rIns="0" bIns="0" anchor="ctr" anchorCtr="1">
            <a:noAutofit/>
          </a:bodyPr>
          <a:lstStyle>
            <a:lvl1pPr algn="l">
              <a:defRPr sz="4800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1644763" y="4742396"/>
            <a:ext cx="8195653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>
                <a:latin typeface="Arial" pitchFamily="34" charset="0"/>
                <a:cs typeface="Arial" pitchFamily="34" charset="0"/>
              </a:defRPr>
            </a:lvl2pPr>
            <a:lvl3pPr>
              <a:buNone/>
              <a:defRPr>
                <a:latin typeface="Arial" pitchFamily="34" charset="0"/>
                <a:cs typeface="Arial" pitchFamily="34" charset="0"/>
              </a:defRPr>
            </a:lvl3pPr>
            <a:lvl4pPr>
              <a:buNone/>
              <a:defRPr>
                <a:latin typeface="Arial" pitchFamily="34" charset="0"/>
                <a:cs typeface="Arial" pitchFamily="34" charset="0"/>
              </a:defRPr>
            </a:lvl4pPr>
            <a:lvl5pPr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940785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ESSAGE AL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706533" y="692696"/>
            <a:ext cx="6028267" cy="1143000"/>
          </a:xfrm>
          <a:prstGeom prst="rect">
            <a:avLst/>
          </a:prstGeom>
        </p:spPr>
        <p:txBody>
          <a:bodyPr lIns="0" tIns="0" rIns="0" bIns="0" anchor="ctr" anchorCtr="1">
            <a:noAutofit/>
          </a:bodyPr>
          <a:lstStyle>
            <a:lvl1pPr algn="l">
              <a:defRPr sz="3200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7581901" y="2276872"/>
            <a:ext cx="41529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>
                <a:latin typeface="Arial" pitchFamily="34" charset="0"/>
                <a:cs typeface="Arial" pitchFamily="34" charset="0"/>
              </a:defRPr>
            </a:lvl2pPr>
            <a:lvl3pPr>
              <a:buNone/>
              <a:defRPr>
                <a:latin typeface="Arial" pitchFamily="34" charset="0"/>
                <a:cs typeface="Arial" pitchFamily="34" charset="0"/>
              </a:defRPr>
            </a:lvl3pPr>
            <a:lvl4pPr>
              <a:buNone/>
              <a:defRPr>
                <a:latin typeface="Arial" pitchFamily="34" charset="0"/>
                <a:cs typeface="Arial" pitchFamily="34" charset="0"/>
              </a:defRPr>
            </a:lvl4pPr>
            <a:lvl5pPr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9559669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fond clai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/>
          <p:cNvCxnSpPr/>
          <p:nvPr/>
        </p:nvCxnSpPr>
        <p:spPr>
          <a:xfrm flipH="1">
            <a:off x="3898006" y="3411530"/>
            <a:ext cx="4395991" cy="0"/>
          </a:xfrm>
          <a:prstGeom prst="line">
            <a:avLst/>
          </a:prstGeom>
          <a:ln w="12700" cap="rnd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/>
          <p:cNvSpPr>
            <a:spLocks noGrp="1"/>
          </p:cNvSpPr>
          <p:nvPr>
            <p:ph type="body" sz="quarter" idx="10"/>
          </p:nvPr>
        </p:nvSpPr>
        <p:spPr>
          <a:xfrm>
            <a:off x="482600" y="3677470"/>
            <a:ext cx="11252200" cy="431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ctr">
              <a:buFontTx/>
              <a:buNone/>
              <a:defRPr sz="1800" cap="none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211020"/>
            <a:ext cx="12192000" cy="646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  <a:latin typeface="Century Gothic" pitchFamily="34" charset="0"/>
            </a:endParaRPr>
          </a:p>
        </p:txBody>
      </p:sp>
      <p:grpSp>
        <p:nvGrpSpPr>
          <p:cNvPr id="2" name="Groupe 12"/>
          <p:cNvGrpSpPr>
            <a:grpSpLocks noChangeAspect="1"/>
          </p:cNvGrpSpPr>
          <p:nvPr/>
        </p:nvGrpSpPr>
        <p:grpSpPr>
          <a:xfrm>
            <a:off x="11329567" y="6342070"/>
            <a:ext cx="528000" cy="396000"/>
            <a:chOff x="2654300" y="1511300"/>
            <a:chExt cx="3835401" cy="3835400"/>
          </a:xfrm>
        </p:grpSpPr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2654300" y="1511300"/>
              <a:ext cx="3835400" cy="3835400"/>
            </a:xfrm>
            <a:prstGeom prst="rect">
              <a:avLst/>
            </a:prstGeom>
            <a:solidFill>
              <a:srgbClr val="00489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  <p:sp>
          <p:nvSpPr>
            <p:cNvPr id="17" name="Freeform 6"/>
            <p:cNvSpPr>
              <a:spLocks/>
            </p:cNvSpPr>
            <p:nvPr/>
          </p:nvSpPr>
          <p:spPr bwMode="auto">
            <a:xfrm>
              <a:off x="4808538" y="1511300"/>
              <a:ext cx="1681163" cy="1895475"/>
            </a:xfrm>
            <a:custGeom>
              <a:avLst/>
              <a:gdLst/>
              <a:ahLst/>
              <a:cxnLst>
                <a:cxn ang="0">
                  <a:pos x="142" y="1194"/>
                </a:cxn>
                <a:cxn ang="0">
                  <a:pos x="1059" y="0"/>
                </a:cxn>
                <a:cxn ang="0">
                  <a:pos x="924" y="0"/>
                </a:cxn>
                <a:cxn ang="0">
                  <a:pos x="0" y="1194"/>
                </a:cxn>
                <a:cxn ang="0">
                  <a:pos x="142" y="1194"/>
                </a:cxn>
              </a:cxnLst>
              <a:rect l="0" t="0" r="r" b="b"/>
              <a:pathLst>
                <a:path w="1059" h="1194">
                  <a:moveTo>
                    <a:pt x="142" y="1194"/>
                  </a:moveTo>
                  <a:lnTo>
                    <a:pt x="1059" y="0"/>
                  </a:lnTo>
                  <a:lnTo>
                    <a:pt x="924" y="0"/>
                  </a:lnTo>
                  <a:lnTo>
                    <a:pt x="0" y="1194"/>
                  </a:lnTo>
                  <a:lnTo>
                    <a:pt x="142" y="1194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  <p:sp>
          <p:nvSpPr>
            <p:cNvPr id="18" name="Freeform 7"/>
            <p:cNvSpPr>
              <a:spLocks noEditPoints="1"/>
            </p:cNvSpPr>
            <p:nvPr/>
          </p:nvSpPr>
          <p:spPr bwMode="auto">
            <a:xfrm>
              <a:off x="2654300" y="3497263"/>
              <a:ext cx="3192463" cy="1420813"/>
            </a:xfrm>
            <a:custGeom>
              <a:avLst/>
              <a:gdLst/>
              <a:ahLst/>
              <a:cxnLst>
                <a:cxn ang="0">
                  <a:pos x="283" y="126"/>
                </a:cxn>
                <a:cxn ang="0">
                  <a:pos x="250" y="115"/>
                </a:cxn>
                <a:cxn ang="0">
                  <a:pos x="186" y="72"/>
                </a:cxn>
                <a:cxn ang="0">
                  <a:pos x="188" y="115"/>
                </a:cxn>
                <a:cxn ang="0">
                  <a:pos x="163" y="126"/>
                </a:cxn>
                <a:cxn ang="0">
                  <a:pos x="159" y="110"/>
                </a:cxn>
                <a:cxn ang="0">
                  <a:pos x="147" y="126"/>
                </a:cxn>
                <a:cxn ang="0">
                  <a:pos x="122" y="120"/>
                </a:cxn>
                <a:cxn ang="0">
                  <a:pos x="110" y="121"/>
                </a:cxn>
                <a:cxn ang="0">
                  <a:pos x="84" y="126"/>
                </a:cxn>
                <a:cxn ang="0">
                  <a:pos x="111" y="93"/>
                </a:cxn>
                <a:cxn ang="0">
                  <a:pos x="55" y="72"/>
                </a:cxn>
                <a:cxn ang="0">
                  <a:pos x="15" y="126"/>
                </a:cxn>
                <a:cxn ang="0">
                  <a:pos x="0" y="117"/>
                </a:cxn>
                <a:cxn ang="0">
                  <a:pos x="42" y="63"/>
                </a:cxn>
                <a:cxn ang="0">
                  <a:pos x="87" y="0"/>
                </a:cxn>
                <a:cxn ang="0">
                  <a:pos x="114" y="12"/>
                </a:cxn>
                <a:cxn ang="0">
                  <a:pos x="140" y="56"/>
                </a:cxn>
                <a:cxn ang="0">
                  <a:pos x="120" y="0"/>
                </a:cxn>
                <a:cxn ang="0">
                  <a:pos x="152" y="8"/>
                </a:cxn>
                <a:cxn ang="0">
                  <a:pos x="182" y="7"/>
                </a:cxn>
                <a:cxn ang="0">
                  <a:pos x="210" y="0"/>
                </a:cxn>
                <a:cxn ang="0">
                  <a:pos x="167" y="51"/>
                </a:cxn>
                <a:cxn ang="0">
                  <a:pos x="171" y="65"/>
                </a:cxn>
                <a:cxn ang="0">
                  <a:pos x="213" y="9"/>
                </a:cxn>
                <a:cxn ang="0">
                  <a:pos x="243" y="0"/>
                </a:cxn>
                <a:cxn ang="0">
                  <a:pos x="260" y="63"/>
                </a:cxn>
                <a:cxn ang="0">
                  <a:pos x="197" y="58"/>
                </a:cxn>
                <a:cxn ang="0">
                  <a:pos x="224" y="33"/>
                </a:cxn>
                <a:cxn ang="0">
                  <a:pos x="222" y="24"/>
                </a:cxn>
                <a:cxn ang="0">
                  <a:pos x="67" y="58"/>
                </a:cxn>
                <a:cxn ang="0">
                  <a:pos x="93" y="33"/>
                </a:cxn>
                <a:cxn ang="0">
                  <a:pos x="92" y="24"/>
                </a:cxn>
                <a:cxn ang="0">
                  <a:pos x="152" y="90"/>
                </a:cxn>
                <a:cxn ang="0">
                  <a:pos x="137" y="85"/>
                </a:cxn>
              </a:cxnLst>
              <a:rect l="0" t="0" r="r" b="b"/>
              <a:pathLst>
                <a:path w="283" h="126">
                  <a:moveTo>
                    <a:pt x="260" y="63"/>
                  </a:moveTo>
                  <a:cubicBezTo>
                    <a:pt x="266" y="79"/>
                    <a:pt x="278" y="123"/>
                    <a:pt x="283" y="126"/>
                  </a:cubicBezTo>
                  <a:cubicBezTo>
                    <a:pt x="251" y="126"/>
                    <a:pt x="251" y="126"/>
                    <a:pt x="251" y="126"/>
                  </a:cubicBezTo>
                  <a:cubicBezTo>
                    <a:pt x="251" y="126"/>
                    <a:pt x="251" y="120"/>
                    <a:pt x="250" y="115"/>
                  </a:cubicBezTo>
                  <a:cubicBezTo>
                    <a:pt x="248" y="110"/>
                    <a:pt x="237" y="72"/>
                    <a:pt x="237" y="72"/>
                  </a:cubicBezTo>
                  <a:cubicBezTo>
                    <a:pt x="186" y="72"/>
                    <a:pt x="186" y="72"/>
                    <a:pt x="186" y="72"/>
                  </a:cubicBezTo>
                  <a:cubicBezTo>
                    <a:pt x="178" y="84"/>
                    <a:pt x="178" y="84"/>
                    <a:pt x="178" y="84"/>
                  </a:cubicBezTo>
                  <a:cubicBezTo>
                    <a:pt x="178" y="84"/>
                    <a:pt x="187" y="114"/>
                    <a:pt x="188" y="115"/>
                  </a:cubicBezTo>
                  <a:cubicBezTo>
                    <a:pt x="189" y="118"/>
                    <a:pt x="193" y="126"/>
                    <a:pt x="193" y="126"/>
                  </a:cubicBezTo>
                  <a:cubicBezTo>
                    <a:pt x="163" y="126"/>
                    <a:pt x="163" y="126"/>
                    <a:pt x="163" y="126"/>
                  </a:cubicBezTo>
                  <a:cubicBezTo>
                    <a:pt x="163" y="126"/>
                    <a:pt x="162" y="121"/>
                    <a:pt x="162" y="120"/>
                  </a:cubicBezTo>
                  <a:cubicBezTo>
                    <a:pt x="161" y="118"/>
                    <a:pt x="159" y="110"/>
                    <a:pt x="159" y="110"/>
                  </a:cubicBezTo>
                  <a:cubicBezTo>
                    <a:pt x="159" y="110"/>
                    <a:pt x="152" y="117"/>
                    <a:pt x="150" y="121"/>
                  </a:cubicBezTo>
                  <a:cubicBezTo>
                    <a:pt x="148" y="124"/>
                    <a:pt x="147" y="126"/>
                    <a:pt x="147" y="126"/>
                  </a:cubicBezTo>
                  <a:cubicBezTo>
                    <a:pt x="123" y="126"/>
                    <a:pt x="123" y="126"/>
                    <a:pt x="123" y="126"/>
                  </a:cubicBezTo>
                  <a:cubicBezTo>
                    <a:pt x="123" y="126"/>
                    <a:pt x="122" y="121"/>
                    <a:pt x="122" y="120"/>
                  </a:cubicBezTo>
                  <a:cubicBezTo>
                    <a:pt x="122" y="118"/>
                    <a:pt x="119" y="109"/>
                    <a:pt x="119" y="109"/>
                  </a:cubicBezTo>
                  <a:cubicBezTo>
                    <a:pt x="119" y="109"/>
                    <a:pt x="112" y="117"/>
                    <a:pt x="110" y="121"/>
                  </a:cubicBezTo>
                  <a:cubicBezTo>
                    <a:pt x="108" y="124"/>
                    <a:pt x="107" y="126"/>
                    <a:pt x="107" y="126"/>
                  </a:cubicBezTo>
                  <a:cubicBezTo>
                    <a:pt x="84" y="126"/>
                    <a:pt x="84" y="126"/>
                    <a:pt x="84" y="126"/>
                  </a:cubicBezTo>
                  <a:cubicBezTo>
                    <a:pt x="84" y="126"/>
                    <a:pt x="90" y="120"/>
                    <a:pt x="93" y="117"/>
                  </a:cubicBezTo>
                  <a:cubicBezTo>
                    <a:pt x="97" y="112"/>
                    <a:pt x="111" y="93"/>
                    <a:pt x="111" y="93"/>
                  </a:cubicBezTo>
                  <a:cubicBezTo>
                    <a:pt x="105" y="72"/>
                    <a:pt x="105" y="72"/>
                    <a:pt x="105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5" y="72"/>
                    <a:pt x="26" y="110"/>
                    <a:pt x="25" y="112"/>
                  </a:cubicBezTo>
                  <a:cubicBezTo>
                    <a:pt x="24" y="113"/>
                    <a:pt x="15" y="125"/>
                    <a:pt x="15" y="126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1" y="116"/>
                    <a:pt x="1" y="116"/>
                    <a:pt x="1" y="116"/>
                  </a:cubicBezTo>
                  <a:cubicBezTo>
                    <a:pt x="1" y="116"/>
                    <a:pt x="23" y="89"/>
                    <a:pt x="42" y="63"/>
                  </a:cubicBezTo>
                  <a:cubicBezTo>
                    <a:pt x="60" y="40"/>
                    <a:pt x="77" y="18"/>
                    <a:pt x="78" y="16"/>
                  </a:cubicBezTo>
                  <a:cubicBezTo>
                    <a:pt x="82" y="11"/>
                    <a:pt x="87" y="0"/>
                    <a:pt x="87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4" y="10"/>
                    <a:pt x="114" y="12"/>
                  </a:cubicBezTo>
                  <a:cubicBezTo>
                    <a:pt x="115" y="14"/>
                    <a:pt x="131" y="67"/>
                    <a:pt x="131" y="67"/>
                  </a:cubicBezTo>
                  <a:cubicBezTo>
                    <a:pt x="140" y="56"/>
                    <a:pt x="140" y="56"/>
                    <a:pt x="140" y="56"/>
                  </a:cubicBezTo>
                  <a:cubicBezTo>
                    <a:pt x="125" y="10"/>
                    <a:pt x="125" y="10"/>
                    <a:pt x="125" y="10"/>
                  </a:cubicBezTo>
                  <a:cubicBezTo>
                    <a:pt x="125" y="10"/>
                    <a:pt x="122" y="1"/>
                    <a:pt x="120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51" y="4"/>
                    <a:pt x="152" y="8"/>
                  </a:cubicBezTo>
                  <a:cubicBezTo>
                    <a:pt x="153" y="12"/>
                    <a:pt x="160" y="35"/>
                    <a:pt x="160" y="35"/>
                  </a:cubicBezTo>
                  <a:cubicBezTo>
                    <a:pt x="160" y="35"/>
                    <a:pt x="181" y="9"/>
                    <a:pt x="182" y="7"/>
                  </a:cubicBezTo>
                  <a:cubicBezTo>
                    <a:pt x="184" y="4"/>
                    <a:pt x="184" y="0"/>
                    <a:pt x="184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0" y="0"/>
                    <a:pt x="205" y="3"/>
                    <a:pt x="197" y="13"/>
                  </a:cubicBezTo>
                  <a:cubicBezTo>
                    <a:pt x="194" y="17"/>
                    <a:pt x="167" y="51"/>
                    <a:pt x="167" y="51"/>
                  </a:cubicBezTo>
                  <a:cubicBezTo>
                    <a:pt x="167" y="51"/>
                    <a:pt x="170" y="59"/>
                    <a:pt x="171" y="63"/>
                  </a:cubicBezTo>
                  <a:cubicBezTo>
                    <a:pt x="171" y="64"/>
                    <a:pt x="171" y="65"/>
                    <a:pt x="171" y="65"/>
                  </a:cubicBezTo>
                  <a:cubicBezTo>
                    <a:pt x="171" y="65"/>
                    <a:pt x="172" y="64"/>
                    <a:pt x="173" y="63"/>
                  </a:cubicBezTo>
                  <a:cubicBezTo>
                    <a:pt x="180" y="54"/>
                    <a:pt x="211" y="13"/>
                    <a:pt x="213" y="9"/>
                  </a:cubicBezTo>
                  <a:cubicBezTo>
                    <a:pt x="215" y="6"/>
                    <a:pt x="217" y="3"/>
                    <a:pt x="218" y="0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43" y="0"/>
                    <a:pt x="244" y="7"/>
                    <a:pt x="245" y="9"/>
                  </a:cubicBezTo>
                  <a:lnTo>
                    <a:pt x="260" y="63"/>
                  </a:lnTo>
                  <a:close/>
                  <a:moveTo>
                    <a:pt x="222" y="24"/>
                  </a:moveTo>
                  <a:cubicBezTo>
                    <a:pt x="219" y="32"/>
                    <a:pt x="197" y="58"/>
                    <a:pt x="197" y="58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31" y="58"/>
                    <a:pt x="225" y="37"/>
                    <a:pt x="224" y="33"/>
                  </a:cubicBezTo>
                  <a:cubicBezTo>
                    <a:pt x="223" y="29"/>
                    <a:pt x="223" y="24"/>
                    <a:pt x="223" y="24"/>
                  </a:cubicBezTo>
                  <a:cubicBezTo>
                    <a:pt x="223" y="24"/>
                    <a:pt x="223" y="23"/>
                    <a:pt x="222" y="24"/>
                  </a:cubicBezTo>
                  <a:close/>
                  <a:moveTo>
                    <a:pt x="92" y="24"/>
                  </a:moveTo>
                  <a:cubicBezTo>
                    <a:pt x="88" y="32"/>
                    <a:pt x="67" y="58"/>
                    <a:pt x="67" y="58"/>
                  </a:cubicBezTo>
                  <a:cubicBezTo>
                    <a:pt x="101" y="58"/>
                    <a:pt x="101" y="58"/>
                    <a:pt x="101" y="58"/>
                  </a:cubicBezTo>
                  <a:cubicBezTo>
                    <a:pt x="101" y="58"/>
                    <a:pt x="94" y="37"/>
                    <a:pt x="93" y="33"/>
                  </a:cubicBezTo>
                  <a:cubicBezTo>
                    <a:pt x="92" y="29"/>
                    <a:pt x="92" y="24"/>
                    <a:pt x="92" y="24"/>
                  </a:cubicBezTo>
                  <a:cubicBezTo>
                    <a:pt x="92" y="24"/>
                    <a:pt x="92" y="23"/>
                    <a:pt x="92" y="24"/>
                  </a:cubicBezTo>
                  <a:close/>
                  <a:moveTo>
                    <a:pt x="143" y="103"/>
                  </a:moveTo>
                  <a:cubicBezTo>
                    <a:pt x="152" y="90"/>
                    <a:pt x="152" y="90"/>
                    <a:pt x="152" y="90"/>
                  </a:cubicBezTo>
                  <a:cubicBezTo>
                    <a:pt x="151" y="89"/>
                    <a:pt x="146" y="73"/>
                    <a:pt x="146" y="73"/>
                  </a:cubicBezTo>
                  <a:cubicBezTo>
                    <a:pt x="137" y="85"/>
                    <a:pt x="137" y="85"/>
                    <a:pt x="137" y="85"/>
                  </a:cubicBezTo>
                  <a:lnTo>
                    <a:pt x="143" y="10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</p:grpSp>
      <p:sp>
        <p:nvSpPr>
          <p:cNvPr id="20" name="Espace réservé du texte 19"/>
          <p:cNvSpPr>
            <a:spLocks noGrp="1"/>
          </p:cNvSpPr>
          <p:nvPr>
            <p:ph type="body" sz="quarter" idx="11" hasCustomPrompt="1"/>
          </p:nvPr>
        </p:nvSpPr>
        <p:spPr>
          <a:xfrm>
            <a:off x="7243483" y="6449078"/>
            <a:ext cx="3779516" cy="39845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100" b="1">
                <a:solidFill>
                  <a:srgbClr val="004893"/>
                </a:solidFill>
                <a:latin typeface="Arial" pitchFamily="34" charset="0"/>
                <a:cs typeface="Arial" pitchFamily="34" charset="0"/>
              </a:defRPr>
            </a:lvl1pPr>
            <a:lvl2pPr marL="0" indent="0" algn="r">
              <a:buFontTx/>
              <a:buNone/>
              <a:defRPr sz="1200" b="0">
                <a:solidFill>
                  <a:srgbClr val="103184"/>
                </a:solidFill>
                <a:latin typeface="Arial" pitchFamily="34" charset="0"/>
                <a:cs typeface="Arial" pitchFamily="34" charset="0"/>
              </a:defRPr>
            </a:lvl2pPr>
            <a:lvl3pPr marL="0" indent="0" algn="r">
              <a:buFontTx/>
              <a:buNone/>
              <a:defRPr sz="1000" b="0">
                <a:solidFill>
                  <a:srgbClr val="103184"/>
                </a:solidFill>
                <a:latin typeface="Arial" pitchFamily="34" charset="0"/>
                <a:cs typeface="Arial" pitchFamily="34" charset="0"/>
              </a:defRPr>
            </a:lvl3pPr>
            <a:lvl4pPr marL="0" indent="0" algn="r">
              <a:buFontTx/>
              <a:buNone/>
              <a:defRPr sz="800" b="0">
                <a:solidFill>
                  <a:srgbClr val="103184"/>
                </a:solidFill>
                <a:latin typeface="Arial" pitchFamily="34" charset="0"/>
                <a:cs typeface="Arial" pitchFamily="34" charset="0"/>
              </a:defRPr>
            </a:lvl4pPr>
            <a:lvl5pPr marL="0" indent="0" algn="r">
              <a:buFontTx/>
              <a:buNone/>
              <a:defRPr sz="800" b="0">
                <a:solidFill>
                  <a:srgbClr val="103184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fr-FR"/>
              <a:t>Cliquez pour modifier le texte du masque</a:t>
            </a:r>
          </a:p>
        </p:txBody>
      </p:sp>
      <p:sp>
        <p:nvSpPr>
          <p:cNvPr id="26" name="Espace réservé du texte 25"/>
          <p:cNvSpPr>
            <a:spLocks noGrp="1"/>
          </p:cNvSpPr>
          <p:nvPr>
            <p:ph type="body" sz="quarter" idx="13" hasCustomPrompt="1"/>
          </p:nvPr>
        </p:nvSpPr>
        <p:spPr>
          <a:xfrm>
            <a:off x="474134" y="1548166"/>
            <a:ext cx="11243732" cy="1527968"/>
          </a:xfrm>
        </p:spPr>
        <p:txBody>
          <a:bodyPr anchor="b" anchorCtr="0"/>
          <a:lstStyle>
            <a:lvl1pPr marL="0" indent="0" algn="ctr">
              <a:buFontTx/>
              <a:buNone/>
              <a:defRPr sz="5400"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500"/>
              </a:spcBef>
              <a:buFontTx/>
              <a:buNone/>
              <a:defRPr sz="3200" b="0">
                <a:solidFill>
                  <a:schemeClr val="tx2"/>
                </a:solidFill>
                <a:latin typeface="Century Gothic" pitchFamily="34" charset="0"/>
              </a:defRPr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fr-FR"/>
              <a:t>1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3" name="Parallélogramme 12"/>
          <p:cNvSpPr>
            <a:spLocks noChangeAspect="1"/>
          </p:cNvSpPr>
          <p:nvPr/>
        </p:nvSpPr>
        <p:spPr>
          <a:xfrm>
            <a:off x="979223" y="-4577"/>
            <a:ext cx="1920213" cy="1561369"/>
          </a:xfrm>
          <a:prstGeom prst="parallelogram">
            <a:avLst>
              <a:gd name="adj" fmla="val 8379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  <a:latin typeface="Century Gothic" pitchFamily="34" charset="0"/>
            </a:endParaRPr>
          </a:p>
        </p:txBody>
      </p:sp>
      <p:sp>
        <p:nvSpPr>
          <p:cNvPr id="19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4496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84594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fond sombre">
    <p:bg>
      <p:bgPr>
        <a:solidFill>
          <a:srgbClr val="0045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/>
          <p:cNvCxnSpPr/>
          <p:nvPr/>
        </p:nvCxnSpPr>
        <p:spPr>
          <a:xfrm flipH="1">
            <a:off x="3898006" y="3411530"/>
            <a:ext cx="4395991" cy="0"/>
          </a:xfrm>
          <a:prstGeom prst="line">
            <a:avLst/>
          </a:prstGeom>
          <a:ln w="12700" cap="rnd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/>
          <p:cNvSpPr>
            <a:spLocks noGrp="1"/>
          </p:cNvSpPr>
          <p:nvPr>
            <p:ph type="body" sz="quarter" idx="10"/>
          </p:nvPr>
        </p:nvSpPr>
        <p:spPr>
          <a:xfrm>
            <a:off x="482600" y="3677470"/>
            <a:ext cx="11252200" cy="431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ctr">
              <a:buFontTx/>
              <a:buNone/>
              <a:defRPr sz="1800" cap="none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211020"/>
            <a:ext cx="12192000" cy="646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  <a:latin typeface="Century Gothic" pitchFamily="34" charset="0"/>
            </a:endParaRPr>
          </a:p>
        </p:txBody>
      </p:sp>
      <p:grpSp>
        <p:nvGrpSpPr>
          <p:cNvPr id="2" name="Groupe 12"/>
          <p:cNvGrpSpPr>
            <a:grpSpLocks noChangeAspect="1"/>
          </p:cNvGrpSpPr>
          <p:nvPr/>
        </p:nvGrpSpPr>
        <p:grpSpPr>
          <a:xfrm>
            <a:off x="11329567" y="6342070"/>
            <a:ext cx="528000" cy="396000"/>
            <a:chOff x="2654300" y="1511300"/>
            <a:chExt cx="3835401" cy="3835400"/>
          </a:xfrm>
        </p:grpSpPr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2654300" y="1511300"/>
              <a:ext cx="3835400" cy="3835400"/>
            </a:xfrm>
            <a:prstGeom prst="rect">
              <a:avLst/>
            </a:prstGeom>
            <a:solidFill>
              <a:srgbClr val="00489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  <p:sp>
          <p:nvSpPr>
            <p:cNvPr id="17" name="Freeform 6"/>
            <p:cNvSpPr>
              <a:spLocks/>
            </p:cNvSpPr>
            <p:nvPr/>
          </p:nvSpPr>
          <p:spPr bwMode="auto">
            <a:xfrm>
              <a:off x="4808538" y="1511300"/>
              <a:ext cx="1681163" cy="1895475"/>
            </a:xfrm>
            <a:custGeom>
              <a:avLst/>
              <a:gdLst/>
              <a:ahLst/>
              <a:cxnLst>
                <a:cxn ang="0">
                  <a:pos x="142" y="1194"/>
                </a:cxn>
                <a:cxn ang="0">
                  <a:pos x="1059" y="0"/>
                </a:cxn>
                <a:cxn ang="0">
                  <a:pos x="924" y="0"/>
                </a:cxn>
                <a:cxn ang="0">
                  <a:pos x="0" y="1194"/>
                </a:cxn>
                <a:cxn ang="0">
                  <a:pos x="142" y="1194"/>
                </a:cxn>
              </a:cxnLst>
              <a:rect l="0" t="0" r="r" b="b"/>
              <a:pathLst>
                <a:path w="1059" h="1194">
                  <a:moveTo>
                    <a:pt x="142" y="1194"/>
                  </a:moveTo>
                  <a:lnTo>
                    <a:pt x="1059" y="0"/>
                  </a:lnTo>
                  <a:lnTo>
                    <a:pt x="924" y="0"/>
                  </a:lnTo>
                  <a:lnTo>
                    <a:pt x="0" y="1194"/>
                  </a:lnTo>
                  <a:lnTo>
                    <a:pt x="142" y="1194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  <p:sp>
          <p:nvSpPr>
            <p:cNvPr id="18" name="Freeform 7"/>
            <p:cNvSpPr>
              <a:spLocks noEditPoints="1"/>
            </p:cNvSpPr>
            <p:nvPr/>
          </p:nvSpPr>
          <p:spPr bwMode="auto">
            <a:xfrm>
              <a:off x="2654300" y="3497263"/>
              <a:ext cx="3192463" cy="1420813"/>
            </a:xfrm>
            <a:custGeom>
              <a:avLst/>
              <a:gdLst/>
              <a:ahLst/>
              <a:cxnLst>
                <a:cxn ang="0">
                  <a:pos x="283" y="126"/>
                </a:cxn>
                <a:cxn ang="0">
                  <a:pos x="250" y="115"/>
                </a:cxn>
                <a:cxn ang="0">
                  <a:pos x="186" y="72"/>
                </a:cxn>
                <a:cxn ang="0">
                  <a:pos x="188" y="115"/>
                </a:cxn>
                <a:cxn ang="0">
                  <a:pos x="163" y="126"/>
                </a:cxn>
                <a:cxn ang="0">
                  <a:pos x="159" y="110"/>
                </a:cxn>
                <a:cxn ang="0">
                  <a:pos x="147" y="126"/>
                </a:cxn>
                <a:cxn ang="0">
                  <a:pos x="122" y="120"/>
                </a:cxn>
                <a:cxn ang="0">
                  <a:pos x="110" y="121"/>
                </a:cxn>
                <a:cxn ang="0">
                  <a:pos x="84" y="126"/>
                </a:cxn>
                <a:cxn ang="0">
                  <a:pos x="111" y="93"/>
                </a:cxn>
                <a:cxn ang="0">
                  <a:pos x="55" y="72"/>
                </a:cxn>
                <a:cxn ang="0">
                  <a:pos x="15" y="126"/>
                </a:cxn>
                <a:cxn ang="0">
                  <a:pos x="0" y="117"/>
                </a:cxn>
                <a:cxn ang="0">
                  <a:pos x="42" y="63"/>
                </a:cxn>
                <a:cxn ang="0">
                  <a:pos x="87" y="0"/>
                </a:cxn>
                <a:cxn ang="0">
                  <a:pos x="114" y="12"/>
                </a:cxn>
                <a:cxn ang="0">
                  <a:pos x="140" y="56"/>
                </a:cxn>
                <a:cxn ang="0">
                  <a:pos x="120" y="0"/>
                </a:cxn>
                <a:cxn ang="0">
                  <a:pos x="152" y="8"/>
                </a:cxn>
                <a:cxn ang="0">
                  <a:pos x="182" y="7"/>
                </a:cxn>
                <a:cxn ang="0">
                  <a:pos x="210" y="0"/>
                </a:cxn>
                <a:cxn ang="0">
                  <a:pos x="167" y="51"/>
                </a:cxn>
                <a:cxn ang="0">
                  <a:pos x="171" y="65"/>
                </a:cxn>
                <a:cxn ang="0">
                  <a:pos x="213" y="9"/>
                </a:cxn>
                <a:cxn ang="0">
                  <a:pos x="243" y="0"/>
                </a:cxn>
                <a:cxn ang="0">
                  <a:pos x="260" y="63"/>
                </a:cxn>
                <a:cxn ang="0">
                  <a:pos x="197" y="58"/>
                </a:cxn>
                <a:cxn ang="0">
                  <a:pos x="224" y="33"/>
                </a:cxn>
                <a:cxn ang="0">
                  <a:pos x="222" y="24"/>
                </a:cxn>
                <a:cxn ang="0">
                  <a:pos x="67" y="58"/>
                </a:cxn>
                <a:cxn ang="0">
                  <a:pos x="93" y="33"/>
                </a:cxn>
                <a:cxn ang="0">
                  <a:pos x="92" y="24"/>
                </a:cxn>
                <a:cxn ang="0">
                  <a:pos x="152" y="90"/>
                </a:cxn>
                <a:cxn ang="0">
                  <a:pos x="137" y="85"/>
                </a:cxn>
              </a:cxnLst>
              <a:rect l="0" t="0" r="r" b="b"/>
              <a:pathLst>
                <a:path w="283" h="126">
                  <a:moveTo>
                    <a:pt x="260" y="63"/>
                  </a:moveTo>
                  <a:cubicBezTo>
                    <a:pt x="266" y="79"/>
                    <a:pt x="278" y="123"/>
                    <a:pt x="283" y="126"/>
                  </a:cubicBezTo>
                  <a:cubicBezTo>
                    <a:pt x="251" y="126"/>
                    <a:pt x="251" y="126"/>
                    <a:pt x="251" y="126"/>
                  </a:cubicBezTo>
                  <a:cubicBezTo>
                    <a:pt x="251" y="126"/>
                    <a:pt x="251" y="120"/>
                    <a:pt x="250" y="115"/>
                  </a:cubicBezTo>
                  <a:cubicBezTo>
                    <a:pt x="248" y="110"/>
                    <a:pt x="237" y="72"/>
                    <a:pt x="237" y="72"/>
                  </a:cubicBezTo>
                  <a:cubicBezTo>
                    <a:pt x="186" y="72"/>
                    <a:pt x="186" y="72"/>
                    <a:pt x="186" y="72"/>
                  </a:cubicBezTo>
                  <a:cubicBezTo>
                    <a:pt x="178" y="84"/>
                    <a:pt x="178" y="84"/>
                    <a:pt x="178" y="84"/>
                  </a:cubicBezTo>
                  <a:cubicBezTo>
                    <a:pt x="178" y="84"/>
                    <a:pt x="187" y="114"/>
                    <a:pt x="188" y="115"/>
                  </a:cubicBezTo>
                  <a:cubicBezTo>
                    <a:pt x="189" y="118"/>
                    <a:pt x="193" y="126"/>
                    <a:pt x="193" y="126"/>
                  </a:cubicBezTo>
                  <a:cubicBezTo>
                    <a:pt x="163" y="126"/>
                    <a:pt x="163" y="126"/>
                    <a:pt x="163" y="126"/>
                  </a:cubicBezTo>
                  <a:cubicBezTo>
                    <a:pt x="163" y="126"/>
                    <a:pt x="162" y="121"/>
                    <a:pt x="162" y="120"/>
                  </a:cubicBezTo>
                  <a:cubicBezTo>
                    <a:pt x="161" y="118"/>
                    <a:pt x="159" y="110"/>
                    <a:pt x="159" y="110"/>
                  </a:cubicBezTo>
                  <a:cubicBezTo>
                    <a:pt x="159" y="110"/>
                    <a:pt x="152" y="117"/>
                    <a:pt x="150" y="121"/>
                  </a:cubicBezTo>
                  <a:cubicBezTo>
                    <a:pt x="148" y="124"/>
                    <a:pt x="147" y="126"/>
                    <a:pt x="147" y="126"/>
                  </a:cubicBezTo>
                  <a:cubicBezTo>
                    <a:pt x="123" y="126"/>
                    <a:pt x="123" y="126"/>
                    <a:pt x="123" y="126"/>
                  </a:cubicBezTo>
                  <a:cubicBezTo>
                    <a:pt x="123" y="126"/>
                    <a:pt x="122" y="121"/>
                    <a:pt x="122" y="120"/>
                  </a:cubicBezTo>
                  <a:cubicBezTo>
                    <a:pt x="122" y="118"/>
                    <a:pt x="119" y="109"/>
                    <a:pt x="119" y="109"/>
                  </a:cubicBezTo>
                  <a:cubicBezTo>
                    <a:pt x="119" y="109"/>
                    <a:pt x="112" y="117"/>
                    <a:pt x="110" y="121"/>
                  </a:cubicBezTo>
                  <a:cubicBezTo>
                    <a:pt x="108" y="124"/>
                    <a:pt x="107" y="126"/>
                    <a:pt x="107" y="126"/>
                  </a:cubicBezTo>
                  <a:cubicBezTo>
                    <a:pt x="84" y="126"/>
                    <a:pt x="84" y="126"/>
                    <a:pt x="84" y="126"/>
                  </a:cubicBezTo>
                  <a:cubicBezTo>
                    <a:pt x="84" y="126"/>
                    <a:pt x="90" y="120"/>
                    <a:pt x="93" y="117"/>
                  </a:cubicBezTo>
                  <a:cubicBezTo>
                    <a:pt x="97" y="112"/>
                    <a:pt x="111" y="93"/>
                    <a:pt x="111" y="93"/>
                  </a:cubicBezTo>
                  <a:cubicBezTo>
                    <a:pt x="105" y="72"/>
                    <a:pt x="105" y="72"/>
                    <a:pt x="105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5" y="72"/>
                    <a:pt x="26" y="110"/>
                    <a:pt x="25" y="112"/>
                  </a:cubicBezTo>
                  <a:cubicBezTo>
                    <a:pt x="24" y="113"/>
                    <a:pt x="15" y="125"/>
                    <a:pt x="15" y="126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1" y="116"/>
                    <a:pt x="1" y="116"/>
                    <a:pt x="1" y="116"/>
                  </a:cubicBezTo>
                  <a:cubicBezTo>
                    <a:pt x="1" y="116"/>
                    <a:pt x="23" y="89"/>
                    <a:pt x="42" y="63"/>
                  </a:cubicBezTo>
                  <a:cubicBezTo>
                    <a:pt x="60" y="40"/>
                    <a:pt x="77" y="18"/>
                    <a:pt x="78" y="16"/>
                  </a:cubicBezTo>
                  <a:cubicBezTo>
                    <a:pt x="82" y="11"/>
                    <a:pt x="87" y="0"/>
                    <a:pt x="87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4" y="10"/>
                    <a:pt x="114" y="12"/>
                  </a:cubicBezTo>
                  <a:cubicBezTo>
                    <a:pt x="115" y="14"/>
                    <a:pt x="131" y="67"/>
                    <a:pt x="131" y="67"/>
                  </a:cubicBezTo>
                  <a:cubicBezTo>
                    <a:pt x="140" y="56"/>
                    <a:pt x="140" y="56"/>
                    <a:pt x="140" y="56"/>
                  </a:cubicBezTo>
                  <a:cubicBezTo>
                    <a:pt x="125" y="10"/>
                    <a:pt x="125" y="10"/>
                    <a:pt x="125" y="10"/>
                  </a:cubicBezTo>
                  <a:cubicBezTo>
                    <a:pt x="125" y="10"/>
                    <a:pt x="122" y="1"/>
                    <a:pt x="120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51" y="4"/>
                    <a:pt x="152" y="8"/>
                  </a:cubicBezTo>
                  <a:cubicBezTo>
                    <a:pt x="153" y="12"/>
                    <a:pt x="160" y="35"/>
                    <a:pt x="160" y="35"/>
                  </a:cubicBezTo>
                  <a:cubicBezTo>
                    <a:pt x="160" y="35"/>
                    <a:pt x="181" y="9"/>
                    <a:pt x="182" y="7"/>
                  </a:cubicBezTo>
                  <a:cubicBezTo>
                    <a:pt x="184" y="4"/>
                    <a:pt x="184" y="0"/>
                    <a:pt x="184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0" y="0"/>
                    <a:pt x="205" y="3"/>
                    <a:pt x="197" y="13"/>
                  </a:cubicBezTo>
                  <a:cubicBezTo>
                    <a:pt x="194" y="17"/>
                    <a:pt x="167" y="51"/>
                    <a:pt x="167" y="51"/>
                  </a:cubicBezTo>
                  <a:cubicBezTo>
                    <a:pt x="167" y="51"/>
                    <a:pt x="170" y="59"/>
                    <a:pt x="171" y="63"/>
                  </a:cubicBezTo>
                  <a:cubicBezTo>
                    <a:pt x="171" y="64"/>
                    <a:pt x="171" y="65"/>
                    <a:pt x="171" y="65"/>
                  </a:cubicBezTo>
                  <a:cubicBezTo>
                    <a:pt x="171" y="65"/>
                    <a:pt x="172" y="64"/>
                    <a:pt x="173" y="63"/>
                  </a:cubicBezTo>
                  <a:cubicBezTo>
                    <a:pt x="180" y="54"/>
                    <a:pt x="211" y="13"/>
                    <a:pt x="213" y="9"/>
                  </a:cubicBezTo>
                  <a:cubicBezTo>
                    <a:pt x="215" y="6"/>
                    <a:pt x="217" y="3"/>
                    <a:pt x="218" y="0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43" y="0"/>
                    <a:pt x="244" y="7"/>
                    <a:pt x="245" y="9"/>
                  </a:cubicBezTo>
                  <a:lnTo>
                    <a:pt x="260" y="63"/>
                  </a:lnTo>
                  <a:close/>
                  <a:moveTo>
                    <a:pt x="222" y="24"/>
                  </a:moveTo>
                  <a:cubicBezTo>
                    <a:pt x="219" y="32"/>
                    <a:pt x="197" y="58"/>
                    <a:pt x="197" y="58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31" y="58"/>
                    <a:pt x="225" y="37"/>
                    <a:pt x="224" y="33"/>
                  </a:cubicBezTo>
                  <a:cubicBezTo>
                    <a:pt x="223" y="29"/>
                    <a:pt x="223" y="24"/>
                    <a:pt x="223" y="24"/>
                  </a:cubicBezTo>
                  <a:cubicBezTo>
                    <a:pt x="223" y="24"/>
                    <a:pt x="223" y="23"/>
                    <a:pt x="222" y="24"/>
                  </a:cubicBezTo>
                  <a:close/>
                  <a:moveTo>
                    <a:pt x="92" y="24"/>
                  </a:moveTo>
                  <a:cubicBezTo>
                    <a:pt x="88" y="32"/>
                    <a:pt x="67" y="58"/>
                    <a:pt x="67" y="58"/>
                  </a:cubicBezTo>
                  <a:cubicBezTo>
                    <a:pt x="101" y="58"/>
                    <a:pt x="101" y="58"/>
                    <a:pt x="101" y="58"/>
                  </a:cubicBezTo>
                  <a:cubicBezTo>
                    <a:pt x="101" y="58"/>
                    <a:pt x="94" y="37"/>
                    <a:pt x="93" y="33"/>
                  </a:cubicBezTo>
                  <a:cubicBezTo>
                    <a:pt x="92" y="29"/>
                    <a:pt x="92" y="24"/>
                    <a:pt x="92" y="24"/>
                  </a:cubicBezTo>
                  <a:cubicBezTo>
                    <a:pt x="92" y="24"/>
                    <a:pt x="92" y="23"/>
                    <a:pt x="92" y="24"/>
                  </a:cubicBezTo>
                  <a:close/>
                  <a:moveTo>
                    <a:pt x="143" y="103"/>
                  </a:moveTo>
                  <a:cubicBezTo>
                    <a:pt x="152" y="90"/>
                    <a:pt x="152" y="90"/>
                    <a:pt x="152" y="90"/>
                  </a:cubicBezTo>
                  <a:cubicBezTo>
                    <a:pt x="151" y="89"/>
                    <a:pt x="146" y="73"/>
                    <a:pt x="146" y="73"/>
                  </a:cubicBezTo>
                  <a:cubicBezTo>
                    <a:pt x="137" y="85"/>
                    <a:pt x="137" y="85"/>
                    <a:pt x="137" y="85"/>
                  </a:cubicBezTo>
                  <a:lnTo>
                    <a:pt x="143" y="10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</p:grpSp>
      <p:sp>
        <p:nvSpPr>
          <p:cNvPr id="13" name="Espace réservé du texte 25"/>
          <p:cNvSpPr>
            <a:spLocks noGrp="1"/>
          </p:cNvSpPr>
          <p:nvPr>
            <p:ph type="body" sz="quarter" idx="13" hasCustomPrompt="1"/>
          </p:nvPr>
        </p:nvSpPr>
        <p:spPr>
          <a:xfrm>
            <a:off x="474134" y="1548166"/>
            <a:ext cx="11243732" cy="1527968"/>
          </a:xfrm>
        </p:spPr>
        <p:txBody>
          <a:bodyPr anchor="b" anchorCtr="0"/>
          <a:lstStyle>
            <a:lvl1pPr marL="0" indent="0" algn="ctr">
              <a:buFontTx/>
              <a:buNone/>
              <a:defRPr sz="5400" b="1">
                <a:solidFill>
                  <a:schemeClr val="bg1"/>
                </a:solidFill>
                <a:latin typeface="Century Gothic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500"/>
              </a:spcBef>
              <a:buFontTx/>
              <a:buNone/>
              <a:defRPr sz="3200" b="0">
                <a:solidFill>
                  <a:schemeClr val="bg1"/>
                </a:solidFill>
                <a:latin typeface="Century Gothic" pitchFamily="34" charset="0"/>
              </a:defRPr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fr-FR"/>
              <a:t>1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9" name="Parallélogramme 18"/>
          <p:cNvSpPr>
            <a:spLocks noChangeAspect="1"/>
          </p:cNvSpPr>
          <p:nvPr/>
        </p:nvSpPr>
        <p:spPr>
          <a:xfrm>
            <a:off x="979223" y="-4577"/>
            <a:ext cx="1920213" cy="1561369"/>
          </a:xfrm>
          <a:prstGeom prst="parallelogram">
            <a:avLst>
              <a:gd name="adj" fmla="val 8379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  <a:latin typeface="Century Gothic" pitchFamily="34" charset="0"/>
            </a:endParaRPr>
          </a:p>
        </p:txBody>
      </p:sp>
      <p:sp>
        <p:nvSpPr>
          <p:cNvPr id="21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4496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71896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4"/>
          </p:nvPr>
        </p:nvSpPr>
        <p:spPr>
          <a:xfrm>
            <a:off x="3784600" y="1104901"/>
            <a:ext cx="5631191" cy="4916387"/>
          </a:xfrm>
        </p:spPr>
        <p:txBody>
          <a:bodyPr anchor="ctr" anchorCtr="0"/>
          <a:lstStyle>
            <a:lvl1pPr marL="534988" indent="-534988">
              <a:spcBef>
                <a:spcPts val="2000"/>
              </a:spcBef>
              <a:buClr>
                <a:srgbClr val="004563"/>
              </a:buClr>
              <a:buFontTx/>
              <a:buNone/>
              <a:defRPr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200" b="0">
                <a:solidFill>
                  <a:srgbClr val="004563"/>
                </a:solidFill>
                <a:latin typeface="Century Gothic" pitchFamily="34" charset="0"/>
              </a:defRPr>
            </a:lvl2pPr>
            <a:lvl3pPr marL="180975" indent="-180975">
              <a:buClr>
                <a:srgbClr val="004563"/>
              </a:buClr>
              <a:defRPr sz="1200" b="1">
                <a:latin typeface="Century Gothic" pitchFamily="34" charset="0"/>
              </a:defRPr>
            </a:lvl3pPr>
            <a:lvl4pPr marL="180975" indent="0">
              <a:defRPr sz="1200">
                <a:latin typeface="Century Gothic" pitchFamily="34" charset="0"/>
              </a:defRPr>
            </a:lvl4pPr>
            <a:lvl5pPr marL="361950" indent="-180975">
              <a:defRPr sz="1200">
                <a:latin typeface="Century Gothic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9" name="Espace réservé du contenu 9"/>
          <p:cNvSpPr>
            <a:spLocks noGrp="1"/>
          </p:cNvSpPr>
          <p:nvPr>
            <p:ph sz="quarter" idx="15" hasCustomPrompt="1"/>
          </p:nvPr>
        </p:nvSpPr>
        <p:spPr>
          <a:xfrm>
            <a:off x="9415791" y="1100206"/>
            <a:ext cx="762663" cy="4916387"/>
          </a:xfrm>
        </p:spPr>
        <p:txBody>
          <a:bodyPr anchor="ctr" anchorCtr="0"/>
          <a:lstStyle>
            <a:lvl1pPr marL="534988" indent="-534988" algn="r">
              <a:spcBef>
                <a:spcPts val="2000"/>
              </a:spcBef>
              <a:buClr>
                <a:srgbClr val="004563"/>
              </a:buClr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 algn="r">
              <a:spcBef>
                <a:spcPts val="0"/>
              </a:spcBef>
              <a:buFontTx/>
              <a:buNone/>
              <a:defRPr sz="1200" b="0">
                <a:solidFill>
                  <a:schemeClr val="tx2"/>
                </a:solidFill>
                <a:latin typeface="Century Gothic" pitchFamily="34" charset="0"/>
              </a:defRPr>
            </a:lvl2pPr>
            <a:lvl3pPr marL="180975" indent="-180975" algn="r">
              <a:buClr>
                <a:schemeClr val="tx2"/>
              </a:buClr>
              <a:defRPr sz="1200" b="1">
                <a:latin typeface="Century Gothic" pitchFamily="34" charset="0"/>
              </a:defRPr>
            </a:lvl3pPr>
            <a:lvl4pPr marL="180975" indent="0" algn="r">
              <a:defRPr sz="1200">
                <a:latin typeface="Century Gothic" pitchFamily="34" charset="0"/>
              </a:defRPr>
            </a:lvl4pPr>
            <a:lvl5pPr marL="361950" indent="-180975" algn="r">
              <a:defRPr sz="1200">
                <a:latin typeface="Century Gothic" pitchFamily="34" charset="0"/>
              </a:defRPr>
            </a:lvl5pPr>
          </a:lstStyle>
          <a:p>
            <a:pPr lvl="0"/>
            <a:r>
              <a:rPr lang="fr-FR"/>
              <a:t>1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18" name="Espace réservé du pied de page 1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fr-FR">
                <a:solidFill>
                  <a:srgbClr val="004563"/>
                </a:solidFill>
              </a:rPr>
              <a:t>Titre de la présentation  I  30 Septembre 2014 </a:t>
            </a:r>
          </a:p>
        </p:txBody>
      </p:sp>
      <p:sp>
        <p:nvSpPr>
          <p:cNvPr id="12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53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/>
          <p:cNvSpPr>
            <a:spLocks noGrp="1"/>
          </p:cNvSpPr>
          <p:nvPr>
            <p:ph type="body" sz="quarter" idx="10"/>
          </p:nvPr>
        </p:nvSpPr>
        <p:spPr>
          <a:xfrm>
            <a:off x="984251" y="1570038"/>
            <a:ext cx="10227732" cy="4470401"/>
          </a:xfrm>
          <a:prstGeom prst="rect">
            <a:avLst/>
          </a:prstGeom>
        </p:spPr>
        <p:txBody>
          <a:bodyPr vert="horz"/>
          <a:lstStyle>
            <a:lvl1pPr marL="285750" indent="-285750">
              <a:buSzPct val="120000"/>
              <a:buFontTx/>
              <a:buBlip>
                <a:blip r:embed="rId2"/>
              </a:buBlip>
              <a:defRPr sz="1800">
                <a:solidFill>
                  <a:srgbClr val="404040"/>
                </a:solidFill>
                <a:latin typeface="Arial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 typeface="Wingdings" pitchFamily="2" charset="2"/>
              <a:buChar char="à"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 typeface="Arial" pitchFamily="34" charset="0"/>
              <a:buChar char="­"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18" name="Espace réservé du pied de page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>
                <a:solidFill>
                  <a:srgbClr val="004563"/>
                </a:solidFill>
              </a:rPr>
              <a:t>Titre de la présentation  I  30 Septembre 2014 </a:t>
            </a:r>
          </a:p>
        </p:txBody>
      </p:sp>
      <p:sp>
        <p:nvSpPr>
          <p:cNvPr id="9" name="Espace réservé du texte 11"/>
          <p:cNvSpPr>
            <a:spLocks noGrp="1"/>
          </p:cNvSpPr>
          <p:nvPr>
            <p:ph type="body" sz="quarter" idx="13"/>
          </p:nvPr>
        </p:nvSpPr>
        <p:spPr>
          <a:xfrm>
            <a:off x="969434" y="819403"/>
            <a:ext cx="10227732" cy="38179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85750" indent="-285750">
              <a:buSzPct val="120000"/>
              <a:buFontTx/>
              <a:buNone/>
              <a:defRPr sz="1400" b="1">
                <a:solidFill>
                  <a:schemeClr val="tx2"/>
                </a:solidFill>
                <a:latin typeface="Century Gothic" pitchFamily="34" charset="0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Tx/>
              <a:buNone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Tx/>
              <a:buNone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84030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18" name="Espace réservé du pied de page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>
                <a:solidFill>
                  <a:srgbClr val="004563"/>
                </a:solidFill>
              </a:rPr>
              <a:t>Titre de la présentation  I  30 Septembre 2014 </a:t>
            </a:r>
          </a:p>
        </p:txBody>
      </p:sp>
      <p:sp>
        <p:nvSpPr>
          <p:cNvPr id="7" name="Espace réservé du tableau 6"/>
          <p:cNvSpPr>
            <a:spLocks noGrp="1"/>
          </p:cNvSpPr>
          <p:nvPr>
            <p:ph type="tbl" sz="quarter" idx="13"/>
          </p:nvPr>
        </p:nvSpPr>
        <p:spPr>
          <a:xfrm>
            <a:off x="982133" y="2224088"/>
            <a:ext cx="10229851" cy="3816350"/>
          </a:xfrm>
        </p:spPr>
        <p:txBody>
          <a:bodyPr>
            <a:normAutofit/>
          </a:bodyPr>
          <a:lstStyle>
            <a:lvl1pPr>
              <a:buFontTx/>
              <a:buNone/>
              <a:defRPr sz="1400"/>
            </a:lvl1pPr>
          </a:lstStyle>
          <a:p>
            <a:r>
              <a:rPr lang="en-US"/>
              <a:t>Click icon to add table</a:t>
            </a:r>
            <a:endParaRPr lang="fr-FR"/>
          </a:p>
        </p:txBody>
      </p:sp>
      <p:sp>
        <p:nvSpPr>
          <p:cNvPr id="6" name="Espace réservé du texte 11"/>
          <p:cNvSpPr>
            <a:spLocks noGrp="1"/>
          </p:cNvSpPr>
          <p:nvPr>
            <p:ph type="body" sz="quarter" idx="14"/>
          </p:nvPr>
        </p:nvSpPr>
        <p:spPr>
          <a:xfrm>
            <a:off x="969434" y="819403"/>
            <a:ext cx="10227732" cy="38179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85750" indent="-285750">
              <a:buSzPct val="120000"/>
              <a:buFontTx/>
              <a:buNone/>
              <a:defRPr sz="1400" b="1">
                <a:solidFill>
                  <a:schemeClr val="tx2"/>
                </a:solidFill>
                <a:latin typeface="Century Gothic" pitchFamily="34" charset="0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Tx/>
              <a:buNone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Tx/>
              <a:buNone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  <p:sp>
        <p:nvSpPr>
          <p:cNvPr id="12" name="Espace réservé du texte 5"/>
          <p:cNvSpPr>
            <a:spLocks noGrp="1"/>
          </p:cNvSpPr>
          <p:nvPr>
            <p:ph type="body" sz="quarter" idx="15"/>
          </p:nvPr>
        </p:nvSpPr>
        <p:spPr>
          <a:xfrm>
            <a:off x="972749" y="1509657"/>
            <a:ext cx="4837501" cy="59378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400" b="0"/>
            </a:lvl2pPr>
            <a:lvl3pPr marL="0" indent="0">
              <a:spcBef>
                <a:spcPts val="0"/>
              </a:spcBef>
              <a:buFontTx/>
              <a:buNone/>
              <a:defRPr sz="1000" b="1"/>
            </a:lvl3pPr>
            <a:lvl4pPr marL="0" indent="0">
              <a:buFontTx/>
              <a:buNone/>
              <a:defRPr sz="1000"/>
            </a:lvl4pPr>
            <a:lvl5pPr marL="0" indent="0">
              <a:buFontTx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684572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GRAMME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21" name="Espace réservé du numéro de diapositive 2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srgbClr val="004563"/>
                </a:solidFill>
              </a:rPr>
              <a:t>Titre de la présentation  I  30 Septembre 2014 </a:t>
            </a:r>
          </a:p>
        </p:txBody>
      </p:sp>
      <p:sp>
        <p:nvSpPr>
          <p:cNvPr id="9" name="Espace réservé du graphique 8"/>
          <p:cNvSpPr>
            <a:spLocks noGrp="1"/>
          </p:cNvSpPr>
          <p:nvPr>
            <p:ph type="chart" sz="quarter" idx="14"/>
          </p:nvPr>
        </p:nvSpPr>
        <p:spPr>
          <a:xfrm>
            <a:off x="800099" y="2220427"/>
            <a:ext cx="5010151" cy="3554413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en-US"/>
              <a:t>Click icon to add chart</a:t>
            </a:r>
            <a:endParaRPr lang="fr-FR"/>
          </a:p>
        </p:txBody>
      </p:sp>
      <p:sp>
        <p:nvSpPr>
          <p:cNvPr id="12" name="Espace réservé du graphique 8"/>
          <p:cNvSpPr>
            <a:spLocks noGrp="1"/>
          </p:cNvSpPr>
          <p:nvPr>
            <p:ph type="chart" sz="quarter" idx="15"/>
          </p:nvPr>
        </p:nvSpPr>
        <p:spPr>
          <a:xfrm>
            <a:off x="6218353" y="2220427"/>
            <a:ext cx="5010151" cy="3554413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en-US"/>
              <a:t>Click icon to add chart</a:t>
            </a:r>
            <a:endParaRPr lang="fr-FR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972749" y="1509657"/>
            <a:ext cx="4837501" cy="59378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400" b="0"/>
            </a:lvl2pPr>
            <a:lvl3pPr marL="0" indent="0">
              <a:spcBef>
                <a:spcPts val="0"/>
              </a:spcBef>
              <a:buFontTx/>
              <a:buNone/>
              <a:defRPr sz="1000" b="1"/>
            </a:lvl3pPr>
            <a:lvl4pPr marL="0" indent="0">
              <a:buFontTx/>
              <a:buNone/>
              <a:defRPr sz="1000"/>
            </a:lvl4pPr>
            <a:lvl5pPr marL="0" indent="0">
              <a:buFontTx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Espace réservé du texte 5"/>
          <p:cNvSpPr>
            <a:spLocks noGrp="1"/>
          </p:cNvSpPr>
          <p:nvPr>
            <p:ph type="body" sz="quarter" idx="13"/>
          </p:nvPr>
        </p:nvSpPr>
        <p:spPr>
          <a:xfrm>
            <a:off x="6351009" y="1509657"/>
            <a:ext cx="4729313" cy="59378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400" b="0"/>
            </a:lvl2pPr>
            <a:lvl3pPr marL="0" indent="0">
              <a:spcBef>
                <a:spcPts val="0"/>
              </a:spcBef>
              <a:buFontTx/>
              <a:buNone/>
              <a:defRPr sz="1000" b="1"/>
            </a:lvl3pPr>
            <a:lvl4pPr marL="0" indent="0">
              <a:buFontTx/>
              <a:buNone/>
              <a:defRPr sz="1000"/>
            </a:lvl4pPr>
            <a:lvl5pPr marL="0" indent="0">
              <a:buFontTx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Espace réservé du texte 11"/>
          <p:cNvSpPr>
            <a:spLocks noGrp="1"/>
          </p:cNvSpPr>
          <p:nvPr>
            <p:ph type="body" sz="quarter" idx="16"/>
          </p:nvPr>
        </p:nvSpPr>
        <p:spPr>
          <a:xfrm>
            <a:off x="969434" y="819403"/>
            <a:ext cx="10227732" cy="38179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85750" indent="-285750">
              <a:buSzPct val="120000"/>
              <a:buFontTx/>
              <a:buNone/>
              <a:defRPr sz="1400" b="1">
                <a:solidFill>
                  <a:schemeClr val="tx2"/>
                </a:solidFill>
                <a:latin typeface="Century Gothic" pitchFamily="34" charset="0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Tx/>
              <a:buNone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Tx/>
              <a:buNone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7221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GRAMME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21" name="Espace réservé du numéro de diapositive 2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srgbClr val="004563"/>
                </a:solidFill>
              </a:rPr>
              <a:t>Titre de la présentation  I  30 Septembre 2014 </a:t>
            </a:r>
          </a:p>
        </p:txBody>
      </p:sp>
      <p:sp>
        <p:nvSpPr>
          <p:cNvPr id="9" name="Espace réservé du graphique 8"/>
          <p:cNvSpPr>
            <a:spLocks noGrp="1"/>
          </p:cNvSpPr>
          <p:nvPr>
            <p:ph type="chart" sz="quarter" idx="14"/>
          </p:nvPr>
        </p:nvSpPr>
        <p:spPr>
          <a:xfrm>
            <a:off x="800099" y="2216286"/>
            <a:ext cx="5010151" cy="14400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en-US"/>
              <a:t>Click icon to add chart</a:t>
            </a:r>
            <a:endParaRPr lang="fr-FR"/>
          </a:p>
        </p:txBody>
      </p:sp>
      <p:sp>
        <p:nvSpPr>
          <p:cNvPr id="12" name="Espace réservé du graphique 8"/>
          <p:cNvSpPr>
            <a:spLocks noGrp="1"/>
          </p:cNvSpPr>
          <p:nvPr>
            <p:ph type="chart" sz="quarter" idx="15"/>
          </p:nvPr>
        </p:nvSpPr>
        <p:spPr>
          <a:xfrm>
            <a:off x="6218353" y="2216286"/>
            <a:ext cx="5010151" cy="14400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en-US"/>
              <a:t>Click icon to add chart</a:t>
            </a:r>
            <a:endParaRPr lang="fr-FR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 hasCustomPrompt="1"/>
          </p:nvPr>
        </p:nvSpPr>
        <p:spPr>
          <a:xfrm>
            <a:off x="972749" y="1509657"/>
            <a:ext cx="4837501" cy="59378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400" b="0"/>
            </a:lvl2pPr>
            <a:lvl3pPr marL="0" indent="0">
              <a:spcBef>
                <a:spcPts val="0"/>
              </a:spcBef>
              <a:buFontTx/>
              <a:buNone/>
              <a:defRPr sz="1000" b="1"/>
            </a:lvl3pPr>
            <a:lvl4pPr marL="0" indent="0">
              <a:buFontTx/>
              <a:buNone/>
              <a:defRPr sz="1000"/>
            </a:lvl4pPr>
            <a:lvl5pPr marL="0" indent="0">
              <a:buFontTx/>
              <a:buNone/>
              <a:defRPr sz="1000"/>
            </a:lvl5pPr>
          </a:lstStyle>
          <a:p>
            <a:pPr lvl="0"/>
            <a:r>
              <a:rPr lang="fr-FR"/>
              <a:t>Cliquez pour modifier le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7" name="Espace réservé du texte 5"/>
          <p:cNvSpPr>
            <a:spLocks noGrp="1"/>
          </p:cNvSpPr>
          <p:nvPr>
            <p:ph type="body" sz="quarter" idx="13" hasCustomPrompt="1"/>
          </p:nvPr>
        </p:nvSpPr>
        <p:spPr>
          <a:xfrm>
            <a:off x="6351009" y="1509657"/>
            <a:ext cx="4729313" cy="59378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400" b="0"/>
            </a:lvl2pPr>
            <a:lvl3pPr marL="0" indent="0">
              <a:spcBef>
                <a:spcPts val="0"/>
              </a:spcBef>
              <a:buFontTx/>
              <a:buNone/>
              <a:defRPr sz="1000" b="1"/>
            </a:lvl3pPr>
            <a:lvl4pPr marL="0" indent="0">
              <a:buFontTx/>
              <a:buNone/>
              <a:defRPr sz="1000"/>
            </a:lvl4pPr>
            <a:lvl5pPr marL="0" indent="0">
              <a:buFontTx/>
              <a:buNone/>
              <a:defRPr sz="1000"/>
            </a:lvl5pPr>
          </a:lstStyle>
          <a:p>
            <a:pPr lvl="0"/>
            <a:r>
              <a:rPr lang="fr-FR"/>
              <a:t>Cliquez pour modifier le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1" name="Espace réservé du texte 11"/>
          <p:cNvSpPr>
            <a:spLocks noGrp="1"/>
          </p:cNvSpPr>
          <p:nvPr>
            <p:ph type="body" sz="quarter" idx="16"/>
          </p:nvPr>
        </p:nvSpPr>
        <p:spPr>
          <a:xfrm>
            <a:off x="969434" y="819403"/>
            <a:ext cx="10227732" cy="38179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85750" indent="-285750">
              <a:buSzPct val="120000"/>
              <a:buFontTx/>
              <a:buNone/>
              <a:defRPr sz="1400" b="1">
                <a:solidFill>
                  <a:schemeClr val="tx2"/>
                </a:solidFill>
                <a:latin typeface="Century Gothic" pitchFamily="34" charset="0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Tx/>
              <a:buNone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Tx/>
              <a:buNone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  <p:sp>
        <p:nvSpPr>
          <p:cNvPr id="14" name="Espace réservé du graphique 8"/>
          <p:cNvSpPr>
            <a:spLocks noGrp="1"/>
          </p:cNvSpPr>
          <p:nvPr>
            <p:ph type="chart" sz="quarter" idx="17"/>
          </p:nvPr>
        </p:nvSpPr>
        <p:spPr>
          <a:xfrm>
            <a:off x="791267" y="4589223"/>
            <a:ext cx="5010151" cy="14400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en-US"/>
              <a:t>Click icon to add chart</a:t>
            </a:r>
            <a:endParaRPr lang="fr-FR"/>
          </a:p>
        </p:txBody>
      </p:sp>
      <p:sp>
        <p:nvSpPr>
          <p:cNvPr id="15" name="Espace réservé du graphique 8"/>
          <p:cNvSpPr>
            <a:spLocks noGrp="1"/>
          </p:cNvSpPr>
          <p:nvPr>
            <p:ph type="chart" sz="quarter" idx="18"/>
          </p:nvPr>
        </p:nvSpPr>
        <p:spPr>
          <a:xfrm>
            <a:off x="6209521" y="4589223"/>
            <a:ext cx="5010151" cy="14400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en-US"/>
              <a:t>Click icon to add chart</a:t>
            </a:r>
            <a:endParaRPr lang="fr-FR"/>
          </a:p>
        </p:txBody>
      </p:sp>
      <p:sp>
        <p:nvSpPr>
          <p:cNvPr id="16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963918" y="3902472"/>
            <a:ext cx="4837501" cy="59378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400" b="0"/>
            </a:lvl2pPr>
            <a:lvl3pPr marL="0" indent="0">
              <a:spcBef>
                <a:spcPts val="0"/>
              </a:spcBef>
              <a:buFontTx/>
              <a:buNone/>
              <a:defRPr sz="1000" b="1"/>
            </a:lvl3pPr>
            <a:lvl4pPr marL="0" indent="0">
              <a:buFontTx/>
              <a:buNone/>
              <a:defRPr sz="1000"/>
            </a:lvl4pPr>
            <a:lvl5pPr marL="0" indent="0">
              <a:buFontTx/>
              <a:buNone/>
              <a:defRPr sz="1000"/>
            </a:lvl5pPr>
          </a:lstStyle>
          <a:p>
            <a:pPr lvl="0"/>
            <a:r>
              <a:rPr lang="fr-FR"/>
              <a:t>Cliquez pour modifier le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7" name="Espace réservé du texte 5"/>
          <p:cNvSpPr>
            <a:spLocks noGrp="1"/>
          </p:cNvSpPr>
          <p:nvPr>
            <p:ph type="body" sz="quarter" idx="20" hasCustomPrompt="1"/>
          </p:nvPr>
        </p:nvSpPr>
        <p:spPr>
          <a:xfrm>
            <a:off x="6342177" y="3902472"/>
            <a:ext cx="4729313" cy="59378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400" b="0"/>
            </a:lvl2pPr>
            <a:lvl3pPr marL="0" indent="0">
              <a:spcBef>
                <a:spcPts val="0"/>
              </a:spcBef>
              <a:buFontTx/>
              <a:buNone/>
              <a:defRPr sz="1000" b="1"/>
            </a:lvl3pPr>
            <a:lvl4pPr marL="0" indent="0">
              <a:buFontTx/>
              <a:buNone/>
              <a:defRPr sz="1000"/>
            </a:lvl4pPr>
            <a:lvl5pPr marL="0" indent="0">
              <a:buFontTx/>
              <a:buNone/>
              <a:defRPr sz="1000"/>
            </a:lvl5pPr>
          </a:lstStyle>
          <a:p>
            <a:pPr lvl="0"/>
            <a:r>
              <a:rPr lang="fr-FR"/>
              <a:t>Cliquez pour modifier le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32103191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MEMB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1"/>
          <p:cNvSpPr>
            <a:spLocks noGrp="1"/>
          </p:cNvSpPr>
          <p:nvPr>
            <p:ph type="body" sz="quarter" idx="10"/>
          </p:nvPr>
        </p:nvSpPr>
        <p:spPr>
          <a:xfrm>
            <a:off x="6423913" y="1570038"/>
            <a:ext cx="4788071" cy="4470400"/>
          </a:xfrm>
          <a:prstGeom prst="rect">
            <a:avLst/>
          </a:prstGeom>
        </p:spPr>
        <p:txBody>
          <a:bodyPr vert="horz" anchor="ctr" anchorCtr="0"/>
          <a:lstStyle>
            <a:lvl1pPr marL="285750" indent="-285750">
              <a:spcBef>
                <a:spcPts val="1500"/>
              </a:spcBef>
              <a:buSzPct val="120000"/>
              <a:buFontTx/>
              <a:buBlip>
                <a:blip r:embed="rId2"/>
              </a:buBlip>
              <a:defRPr sz="1800">
                <a:solidFill>
                  <a:srgbClr val="404040"/>
                </a:solidFill>
                <a:latin typeface="Arial"/>
                <a:cs typeface="Arial"/>
              </a:defRPr>
            </a:lvl1pPr>
            <a:lvl2pPr marL="742950" indent="-285750">
              <a:spcBef>
                <a:spcPts val="1500"/>
              </a:spcBef>
              <a:buClr>
                <a:schemeClr val="accent2"/>
              </a:buClr>
              <a:buSzPct val="100000"/>
              <a:buFont typeface="Wingdings" pitchFamily="2" charset="2"/>
              <a:buChar char="à"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spcBef>
                <a:spcPts val="1500"/>
              </a:spcBef>
              <a:buClr>
                <a:srgbClr val="004563"/>
              </a:buClr>
              <a:buSzPct val="100000"/>
              <a:buFont typeface="Arial" pitchFamily="34" charset="0"/>
              <a:buChar char="­"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r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19" name="Espace réservé du numéro de diapositive 1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>
                <a:solidFill>
                  <a:srgbClr val="004563"/>
                </a:solidFill>
              </a:rPr>
              <a:t>Titre de la présentation  I  30 Septembre 2014 </a:t>
            </a:r>
          </a:p>
        </p:txBody>
      </p:sp>
      <p:sp>
        <p:nvSpPr>
          <p:cNvPr id="8" name="Espace réservé du graphique 7"/>
          <p:cNvSpPr>
            <a:spLocks noGrp="1"/>
          </p:cNvSpPr>
          <p:nvPr>
            <p:ph type="chart" sz="quarter" idx="13"/>
          </p:nvPr>
        </p:nvSpPr>
        <p:spPr>
          <a:xfrm>
            <a:off x="1477433" y="2917203"/>
            <a:ext cx="3642784" cy="2439987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en-US"/>
              <a:t>Click icon to add chart</a:t>
            </a:r>
            <a:endParaRPr lang="fr-FR"/>
          </a:p>
        </p:txBody>
      </p:sp>
      <p:sp>
        <p:nvSpPr>
          <p:cNvPr id="9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972749" y="1509657"/>
            <a:ext cx="4837501" cy="59378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400" b="0"/>
            </a:lvl2pPr>
            <a:lvl3pPr marL="0" indent="0">
              <a:spcBef>
                <a:spcPts val="0"/>
              </a:spcBef>
              <a:buFontTx/>
              <a:buNone/>
              <a:defRPr sz="1000" b="1"/>
            </a:lvl3pPr>
            <a:lvl4pPr marL="0" indent="0">
              <a:buFontTx/>
              <a:buNone/>
              <a:defRPr sz="1000"/>
            </a:lvl4pPr>
            <a:lvl5pPr marL="0" indent="0">
              <a:buFontTx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969434" y="819403"/>
            <a:ext cx="10227732" cy="38179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85750" indent="-285750">
              <a:buSzPct val="120000"/>
              <a:buFontTx/>
              <a:buNone/>
              <a:defRPr sz="1400" b="1">
                <a:solidFill>
                  <a:schemeClr val="tx2"/>
                </a:solidFill>
                <a:latin typeface="Century Gothic" pitchFamily="34" charset="0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Tx/>
              <a:buNone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Tx/>
              <a:buNone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2780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E 3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12"/>
          <p:cNvSpPr>
            <a:spLocks noGrp="1"/>
          </p:cNvSpPr>
          <p:nvPr>
            <p:ph type="body" sz="quarter" idx="10"/>
          </p:nvPr>
        </p:nvSpPr>
        <p:spPr>
          <a:xfrm>
            <a:off x="984251" y="1570038"/>
            <a:ext cx="3120000" cy="1617662"/>
          </a:xfrm>
          <a:prstGeom prst="rect">
            <a:avLst/>
          </a:prstGeom>
          <a:ln w="12700">
            <a:solidFill>
              <a:schemeClr val="tx2"/>
            </a:solidFill>
          </a:ln>
        </p:spPr>
        <p:txBody>
          <a:bodyPr vert="horz" lIns="72000" rIns="72000" anchor="ctr" anchorCtr="1"/>
          <a:lstStyle>
            <a:lvl1pPr marL="0" indent="0" algn="ctr">
              <a:buNone/>
              <a:defRPr sz="1600" b="1" i="0" cap="all" normalizeH="0" baseline="0">
                <a:solidFill>
                  <a:schemeClr val="tx2"/>
                </a:solidFill>
                <a:latin typeface="Century Gothic"/>
                <a:cs typeface="Century Gothic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1"/>
          </p:nvPr>
        </p:nvSpPr>
        <p:spPr>
          <a:xfrm>
            <a:off x="4529613" y="1570038"/>
            <a:ext cx="3120000" cy="1617662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vert="horz" lIns="72000" rIns="72000" anchor="ctr" anchorCtr="1"/>
          <a:lstStyle>
            <a:lvl1pPr marL="0" indent="0" algn="ctr">
              <a:buNone/>
              <a:defRPr sz="1600" b="1" i="0" cap="all" normalizeH="0" baseline="0">
                <a:solidFill>
                  <a:schemeClr val="accent1"/>
                </a:solidFill>
                <a:latin typeface="Century Gothic"/>
                <a:cs typeface="Century Gothic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Espace réservé du texte 12"/>
          <p:cNvSpPr>
            <a:spLocks noGrp="1"/>
          </p:cNvSpPr>
          <p:nvPr>
            <p:ph type="body" sz="quarter" idx="12"/>
          </p:nvPr>
        </p:nvSpPr>
        <p:spPr>
          <a:xfrm>
            <a:off x="8091984" y="1570038"/>
            <a:ext cx="3120000" cy="1617662"/>
          </a:xfrm>
          <a:prstGeom prst="rect">
            <a:avLst/>
          </a:prstGeom>
          <a:ln w="12700">
            <a:solidFill>
              <a:schemeClr val="accent2"/>
            </a:solidFill>
          </a:ln>
        </p:spPr>
        <p:txBody>
          <a:bodyPr vert="horz" lIns="72000" rIns="72000" anchor="ctr" anchorCtr="1"/>
          <a:lstStyle>
            <a:lvl1pPr marL="0" indent="0" algn="ctr">
              <a:buNone/>
              <a:defRPr sz="1600" b="1" i="0" cap="all" normalizeH="0" baseline="0">
                <a:solidFill>
                  <a:schemeClr val="accent2"/>
                </a:solidFill>
                <a:latin typeface="Century Gothic"/>
                <a:cs typeface="Century Gothic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3"/>
          </p:nvPr>
        </p:nvSpPr>
        <p:spPr>
          <a:xfrm>
            <a:off x="976160" y="3505201"/>
            <a:ext cx="3120000" cy="2535238"/>
          </a:xfrm>
          <a:prstGeom prst="rect">
            <a:avLst/>
          </a:prstGeom>
        </p:spPr>
        <p:txBody>
          <a:bodyPr vert="horz"/>
          <a:lstStyle>
            <a:lvl1pPr marL="285750" indent="-285750">
              <a:buSzPct val="100000"/>
              <a:buFontTx/>
              <a:buBlip>
                <a:blip r:embed="rId2"/>
              </a:buBlip>
              <a:defRPr sz="1500">
                <a:solidFill>
                  <a:srgbClr val="404040"/>
                </a:solidFill>
                <a:latin typeface="Arial"/>
                <a:cs typeface="Arial"/>
              </a:defRPr>
            </a:lvl1pPr>
            <a:lvl2pPr marL="742950" indent="-285750">
              <a:buSzPct val="100000"/>
              <a:buFontTx/>
              <a:buBlip>
                <a:blip r:embed="rId3"/>
              </a:buBlip>
              <a:defRPr sz="1500">
                <a:latin typeface="Arial"/>
                <a:cs typeface="Arial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Espace réservé du texte 18"/>
          <p:cNvSpPr>
            <a:spLocks noGrp="1"/>
          </p:cNvSpPr>
          <p:nvPr>
            <p:ph type="body" sz="quarter" idx="14"/>
          </p:nvPr>
        </p:nvSpPr>
        <p:spPr>
          <a:xfrm>
            <a:off x="4547953" y="3505201"/>
            <a:ext cx="3120000" cy="2535238"/>
          </a:xfrm>
          <a:prstGeom prst="rect">
            <a:avLst/>
          </a:prstGeom>
        </p:spPr>
        <p:txBody>
          <a:bodyPr vert="horz"/>
          <a:lstStyle>
            <a:lvl1pPr marL="285750" indent="-285750">
              <a:buSzPct val="100000"/>
              <a:buFontTx/>
              <a:buBlip>
                <a:blip r:embed="rId4"/>
              </a:buBlip>
              <a:defRPr sz="1500">
                <a:solidFill>
                  <a:srgbClr val="404040"/>
                </a:solidFill>
                <a:latin typeface="Arial"/>
                <a:cs typeface="Arial"/>
              </a:defRPr>
            </a:lvl1pPr>
            <a:lvl2pPr marL="742950" indent="-285750">
              <a:buSzPct val="100000"/>
              <a:buFontTx/>
              <a:buBlip>
                <a:blip r:embed="rId3"/>
              </a:buBlip>
              <a:defRPr sz="1500">
                <a:latin typeface="Arial"/>
                <a:cs typeface="Arial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Espace réservé du texte 18"/>
          <p:cNvSpPr>
            <a:spLocks noGrp="1"/>
          </p:cNvSpPr>
          <p:nvPr>
            <p:ph type="body" sz="quarter" idx="15"/>
          </p:nvPr>
        </p:nvSpPr>
        <p:spPr>
          <a:xfrm>
            <a:off x="8090487" y="3505201"/>
            <a:ext cx="3120000" cy="2535238"/>
          </a:xfrm>
          <a:prstGeom prst="rect">
            <a:avLst/>
          </a:prstGeom>
        </p:spPr>
        <p:txBody>
          <a:bodyPr vert="horz"/>
          <a:lstStyle>
            <a:lvl1pPr marL="285750" indent="-285750">
              <a:buSzPct val="100000"/>
              <a:buFontTx/>
              <a:buBlip>
                <a:blip r:embed="rId5"/>
              </a:buBlip>
              <a:defRPr sz="1500">
                <a:solidFill>
                  <a:srgbClr val="404040"/>
                </a:solidFill>
                <a:latin typeface="Arial"/>
                <a:cs typeface="Arial"/>
              </a:defRPr>
            </a:lvl1pPr>
            <a:lvl2pPr marL="742950" indent="-285750">
              <a:buSzPct val="100000"/>
              <a:buFontTx/>
              <a:buBlip>
                <a:blip r:embed="rId3"/>
              </a:buBlip>
              <a:defRPr sz="1500">
                <a:latin typeface="Arial"/>
                <a:cs typeface="Arial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tr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30" name="Espace réservé du pied de page 29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fr-FR">
                <a:solidFill>
                  <a:srgbClr val="004563"/>
                </a:solidFill>
              </a:rPr>
              <a:t>Titre de la présentation  I  30 Septembre 2014 </a:t>
            </a:r>
          </a:p>
        </p:txBody>
      </p:sp>
      <p:sp>
        <p:nvSpPr>
          <p:cNvPr id="11" name="Espace réservé du texte 11"/>
          <p:cNvSpPr>
            <a:spLocks noGrp="1"/>
          </p:cNvSpPr>
          <p:nvPr>
            <p:ph type="body" sz="quarter" idx="18"/>
          </p:nvPr>
        </p:nvSpPr>
        <p:spPr>
          <a:xfrm>
            <a:off x="969434" y="819403"/>
            <a:ext cx="10227732" cy="38179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85750" indent="-285750">
              <a:buSzPct val="120000"/>
              <a:buFontTx/>
              <a:buNone/>
              <a:defRPr sz="1400" b="1">
                <a:solidFill>
                  <a:schemeClr val="tx2"/>
                </a:solidFill>
                <a:latin typeface="Century Gothic" pitchFamily="34" charset="0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Tx/>
              <a:buNone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Tx/>
              <a:buNone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380783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E &amp; 1 BL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2"/>
          <p:cNvSpPr>
            <a:spLocks noGrp="1"/>
          </p:cNvSpPr>
          <p:nvPr>
            <p:ph type="body" sz="quarter" idx="10"/>
          </p:nvPr>
        </p:nvSpPr>
        <p:spPr>
          <a:xfrm>
            <a:off x="7809781" y="1570038"/>
            <a:ext cx="3402203" cy="4470400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vert="horz" lIns="288000" tIns="252000" rIns="288000" bIns="252000" anchor="ctr" anchorCtr="1">
            <a:normAutofit/>
          </a:bodyPr>
          <a:lstStyle>
            <a:lvl1pPr marL="0" indent="0" algn="ctr">
              <a:buNone/>
              <a:defRPr sz="1400" b="1" i="0" cap="all" normalizeH="0" baseline="0">
                <a:ln>
                  <a:noFill/>
                </a:ln>
                <a:solidFill>
                  <a:schemeClr val="accent1"/>
                </a:solidFill>
                <a:latin typeface="Century Gothic"/>
                <a:cs typeface="Century Gothic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Espace réservé du texte 11"/>
          <p:cNvSpPr>
            <a:spLocks noGrp="1"/>
          </p:cNvSpPr>
          <p:nvPr>
            <p:ph type="body" sz="quarter" idx="11"/>
          </p:nvPr>
        </p:nvSpPr>
        <p:spPr>
          <a:xfrm>
            <a:off x="983635" y="1570038"/>
            <a:ext cx="5711383" cy="4470400"/>
          </a:xfrm>
          <a:prstGeom prst="rect">
            <a:avLst/>
          </a:prstGeom>
        </p:spPr>
        <p:txBody>
          <a:bodyPr vert="horz" anchor="ctr" anchorCtr="0"/>
          <a:lstStyle>
            <a:lvl1pPr marL="285750" indent="-285750">
              <a:buSzPct val="120000"/>
              <a:buFontTx/>
              <a:buBlip>
                <a:blip r:embed="rId2"/>
              </a:buBlip>
              <a:defRPr sz="1800">
                <a:solidFill>
                  <a:srgbClr val="404040"/>
                </a:solidFill>
                <a:latin typeface="Arial"/>
                <a:cs typeface="Arial"/>
              </a:defRPr>
            </a:lvl1pPr>
            <a:lvl2pPr marL="742950" indent="-285750">
              <a:buSzPct val="200000"/>
              <a:buFontTx/>
              <a:buBlip>
                <a:blip r:embed="rId3"/>
              </a:buBlip>
              <a:defRPr sz="1600" baseline="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buSzPct val="100000"/>
              <a:buFont typeface="Lucida Grande"/>
              <a:buChar char="&gt;"/>
              <a:defRPr sz="1400" i="1">
                <a:solidFill>
                  <a:schemeClr val="tx1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1" name="Espace réservé du numéro de diapositive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32" name="Espace réservé du pied de page 3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fr-FR">
                <a:solidFill>
                  <a:srgbClr val="004563"/>
                </a:solidFill>
              </a:rPr>
              <a:t>Titre de la présentation  I  30 Septembre 2014 </a:t>
            </a:r>
          </a:p>
        </p:txBody>
      </p:sp>
      <p:sp>
        <p:nvSpPr>
          <p:cNvPr id="7" name="Espace réservé du texte 11"/>
          <p:cNvSpPr>
            <a:spLocks noGrp="1"/>
          </p:cNvSpPr>
          <p:nvPr>
            <p:ph type="body" sz="quarter" idx="14"/>
          </p:nvPr>
        </p:nvSpPr>
        <p:spPr>
          <a:xfrm>
            <a:off x="969434" y="819403"/>
            <a:ext cx="10227732" cy="38179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85750" indent="-285750">
              <a:buSzPct val="120000"/>
              <a:buFontTx/>
              <a:buNone/>
              <a:defRPr sz="1400" b="1">
                <a:solidFill>
                  <a:schemeClr val="tx2"/>
                </a:solidFill>
                <a:latin typeface="Century Gothic" pitchFamily="34" charset="0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Tx/>
              <a:buNone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Tx/>
              <a:buNone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71739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16" name="Espace réservé du pied de page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srgbClr val="004563"/>
                </a:solidFill>
              </a:rPr>
              <a:t>Titre de la présentation  I  30 Septembre 2014 </a:t>
            </a:r>
          </a:p>
        </p:txBody>
      </p:sp>
      <p:sp>
        <p:nvSpPr>
          <p:cNvPr id="5" name="Espace réservé du texte 11"/>
          <p:cNvSpPr>
            <a:spLocks noGrp="1"/>
          </p:cNvSpPr>
          <p:nvPr>
            <p:ph type="body" sz="quarter" idx="13"/>
          </p:nvPr>
        </p:nvSpPr>
        <p:spPr>
          <a:xfrm>
            <a:off x="969434" y="819403"/>
            <a:ext cx="10227732" cy="38179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85750" indent="-285750">
              <a:buSzPct val="120000"/>
              <a:buFontTx/>
              <a:buNone/>
              <a:defRPr sz="1400" b="1">
                <a:solidFill>
                  <a:schemeClr val="tx2"/>
                </a:solidFill>
                <a:latin typeface="Century Gothic" pitchFamily="34" charset="0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Tx/>
              <a:buNone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Tx/>
              <a:buNone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0928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B7CE-874A-4D4F-8313-E0181FBCD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CFF90-B0F7-4592-ADC4-CF040F5E3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36BC5-2905-4AC5-A421-AED220D9C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C0845-91EA-4EC4-9A47-10745A99C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55701-E625-4782-B7EC-781C0F22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1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E5C53-7ED7-4858-AF07-1C4951C00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30775-3274-431B-9FC3-F2FF34842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32EA9-84F3-417E-8945-78E8D918A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B4BD-B43D-468D-9639-0B9E3AEE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31F78-2E7E-4E2F-AAF5-0DC7EC8C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47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 AXA" descr="\\Mac\AllFiles\Volumes\DOSSIERS EN COURS\17_1098 AXA_Creation_gabarits\elements\png\new_logo_axa_rgb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7031" y="6302818"/>
            <a:ext cx="279962" cy="28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ommaire"/>
          <p:cNvSpPr>
            <a:spLocks noGrp="1"/>
          </p:cNvSpPr>
          <p:nvPr>
            <p:ph type="title"/>
          </p:nvPr>
        </p:nvSpPr>
        <p:spPr>
          <a:xfrm>
            <a:off x="365194" y="428781"/>
            <a:ext cx="11461612" cy="449642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2965">
                <a:solidFill>
                  <a:srgbClr val="00008F"/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365194" y="899284"/>
            <a:ext cx="11461475" cy="33723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341">
                <a:solidFill>
                  <a:srgbClr val="027180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>
            <a:lvl1pPr>
              <a:defRPr smtClean="0"/>
            </a:lvl1pPr>
          </a:lstStyle>
          <a:p>
            <a:pPr>
              <a:defRPr/>
            </a:pPr>
            <a:fld id="{C289F396-8B42-4C75-9F60-6708523684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6" name="Espace réservé de la date 1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7" name="Espace réservé du pied de page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sz="1249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fr-FR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2212544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e de titre + texte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 AXA" descr="\\Mac\AllFiles\Volumes\DOSSIERS EN COURS\17_1098 AXA_Creation_gabarits\elements\png\new_logo_axa_rgb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7031" y="6302818"/>
            <a:ext cx="279962" cy="28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ommaire"/>
          <p:cNvSpPr>
            <a:spLocks noGrp="1"/>
          </p:cNvSpPr>
          <p:nvPr>
            <p:ph type="title"/>
          </p:nvPr>
        </p:nvSpPr>
        <p:spPr>
          <a:xfrm>
            <a:off x="365194" y="428781"/>
            <a:ext cx="11461612" cy="449642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2965">
                <a:solidFill>
                  <a:srgbClr val="00008F"/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365194" y="899284"/>
            <a:ext cx="11461475" cy="33723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2341">
                <a:solidFill>
                  <a:srgbClr val="027180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3"/>
          </p:nvPr>
        </p:nvSpPr>
        <p:spPr>
          <a:xfrm>
            <a:off x="304928" y="1511883"/>
            <a:ext cx="11408128" cy="455051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rgbClr val="027180"/>
              </a:buClr>
              <a:buSzPct val="85000"/>
              <a:buFont typeface="fleche_rond" pitchFamily="2" charset="0"/>
              <a:buChar char=""/>
              <a:defRPr sz="2185">
                <a:latin typeface="+mj-lt"/>
              </a:defRPr>
            </a:lvl1pPr>
            <a:lvl2pPr>
              <a:lnSpc>
                <a:spcPct val="100000"/>
              </a:lnSpc>
              <a:buClr>
                <a:srgbClr val="027180"/>
              </a:buClr>
              <a:buSzPct val="85000"/>
              <a:buFont typeface="fleche_rond" pitchFamily="2" charset="0"/>
              <a:buChar char=""/>
              <a:defRPr sz="1873">
                <a:latin typeface="+mj-lt"/>
              </a:defRPr>
            </a:lvl2pPr>
            <a:lvl3pPr marL="1261105" indent="-279971">
              <a:lnSpc>
                <a:spcPct val="100000"/>
              </a:lnSpc>
              <a:buFont typeface="Source Sans Pro" pitchFamily="34" charset="0"/>
              <a:buChar char="–"/>
              <a:defRPr sz="1561">
                <a:latin typeface="+mj-lt"/>
              </a:defRPr>
            </a:lvl3pPr>
            <a:lvl4pPr marL="1399851" indent="-138746">
              <a:lnSpc>
                <a:spcPct val="100000"/>
              </a:lnSpc>
              <a:buFont typeface="Source Sans Pro" pitchFamily="34" charset="0"/>
              <a:buChar char="•"/>
              <a:defRPr sz="1249">
                <a:latin typeface="+mj-lt"/>
              </a:defRPr>
            </a:lvl4pPr>
            <a:lvl5pPr marL="1677344" indent="-138746">
              <a:lnSpc>
                <a:spcPct val="100000"/>
              </a:lnSpc>
              <a:buFont typeface="Source Sans Pro" pitchFamily="34" charset="0"/>
              <a:buChar char="&gt;"/>
              <a:defRPr sz="936">
                <a:latin typeface="+mj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Espace réservé du numéro de diapositive 4"/>
          <p:cNvSpPr>
            <a:spLocks noGrp="1"/>
          </p:cNvSpPr>
          <p:nvPr>
            <p:ph type="sldNum" sz="quarter" idx="14"/>
          </p:nvPr>
        </p:nvSpPr>
        <p:spPr/>
        <p:txBody>
          <a:bodyPr anchor="ctr"/>
          <a:lstStyle>
            <a:lvl1pPr>
              <a:defRPr smtClean="0"/>
            </a:lvl1pPr>
          </a:lstStyle>
          <a:p>
            <a:pPr>
              <a:defRPr/>
            </a:pPr>
            <a:fld id="{C3FF94BE-8939-42DD-BC80-D452AB1D60E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7" name="Espace réservé de la date 1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8" name="Espace réservé du pied de page 2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sz="1249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fr-FR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29293038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AXA" descr="\\Mac\AllFiles\Volumes\DOSSIERS EN COURS\17_1098 AXA_Creation_gabarits\elements\png\new_logo_axa_rgb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7031" y="6302818"/>
            <a:ext cx="279962" cy="28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Sommaire"/>
          <p:cNvSpPr>
            <a:spLocks noGrp="1"/>
          </p:cNvSpPr>
          <p:nvPr>
            <p:ph type="title"/>
          </p:nvPr>
        </p:nvSpPr>
        <p:spPr>
          <a:xfrm>
            <a:off x="365194" y="428781"/>
            <a:ext cx="11461612" cy="449642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2965">
                <a:solidFill>
                  <a:srgbClr val="00008F"/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Espace réservé du numéro de diapositive 4"/>
          <p:cNvSpPr>
            <a:spLocks noGrp="1"/>
          </p:cNvSpPr>
          <p:nvPr>
            <p:ph type="sldNum" sz="quarter" idx="10"/>
          </p:nvPr>
        </p:nvSpPr>
        <p:spPr/>
        <p:txBody>
          <a:bodyPr anchor="ctr"/>
          <a:lstStyle>
            <a:lvl1pPr>
              <a:defRPr smtClean="0"/>
            </a:lvl1pPr>
          </a:lstStyle>
          <a:p>
            <a:pPr>
              <a:defRPr/>
            </a:pPr>
            <a:fld id="{DC5E9AEB-CAAF-478B-ACE4-24D5AE254BE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5" name="Espace réservé de la date 1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pPr>
              <a:defRPr/>
            </a:pPr>
            <a:r>
              <a:rPr lang="fr-FR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113103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CONFIDENTIALITY LEVEL</a:t>
            </a:r>
          </a:p>
        </p:txBody>
      </p:sp>
      <p:sp>
        <p:nvSpPr>
          <p:cNvPr id="4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>
            <a:lvl1pPr>
              <a:defRPr smtClean="0"/>
            </a:lvl1pPr>
          </a:lstStyle>
          <a:p>
            <a:pPr>
              <a:defRPr/>
            </a:pPr>
            <a:fld id="{48BD947B-4611-4BD7-A8E5-83F2B87E276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981501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positio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7002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k object 16"/>
          <p:cNvSpPr>
            <a:spLocks/>
          </p:cNvSpPr>
          <p:nvPr/>
        </p:nvSpPr>
        <p:spPr bwMode="auto">
          <a:xfrm>
            <a:off x="0" y="1"/>
            <a:ext cx="12192000" cy="6858000"/>
          </a:xfrm>
          <a:custGeom>
            <a:avLst/>
            <a:gdLst>
              <a:gd name="T0" fmla="*/ 0 w 10692130"/>
              <a:gd name="T1" fmla="*/ 9 h 7560309"/>
              <a:gd name="T2" fmla="*/ 4184 w 10692130"/>
              <a:gd name="T3" fmla="*/ 9 h 7560309"/>
              <a:gd name="T4" fmla="*/ 4184 w 10692130"/>
              <a:gd name="T5" fmla="*/ 0 h 7560309"/>
              <a:gd name="T6" fmla="*/ 0 w 10692130"/>
              <a:gd name="T7" fmla="*/ 0 h 7560309"/>
              <a:gd name="T8" fmla="*/ 0 w 10692130"/>
              <a:gd name="T9" fmla="*/ 9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0A73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809"/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62" y="399039"/>
            <a:ext cx="1818518" cy="899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30542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k object 16"/>
          <p:cNvSpPr>
            <a:spLocks/>
          </p:cNvSpPr>
          <p:nvPr/>
        </p:nvSpPr>
        <p:spPr bwMode="auto">
          <a:xfrm>
            <a:off x="0" y="1"/>
            <a:ext cx="12192000" cy="6858000"/>
          </a:xfrm>
          <a:custGeom>
            <a:avLst/>
            <a:gdLst>
              <a:gd name="T0" fmla="*/ 0 w 10692130"/>
              <a:gd name="T1" fmla="*/ 9 h 7560309"/>
              <a:gd name="T2" fmla="*/ 4184 w 10692130"/>
              <a:gd name="T3" fmla="*/ 9 h 7560309"/>
              <a:gd name="T4" fmla="*/ 4184 w 10692130"/>
              <a:gd name="T5" fmla="*/ 0 h 7560309"/>
              <a:gd name="T6" fmla="*/ 0 w 10692130"/>
              <a:gd name="T7" fmla="*/ 0 h 7560309"/>
              <a:gd name="T8" fmla="*/ 0 w 10692130"/>
              <a:gd name="T9" fmla="*/ 9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0A73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809"/>
          </a:p>
        </p:txBody>
      </p:sp>
      <p:sp>
        <p:nvSpPr>
          <p:cNvPr id="3" name="Rectangle 5"/>
          <p:cNvSpPr/>
          <p:nvPr/>
        </p:nvSpPr>
        <p:spPr>
          <a:xfrm>
            <a:off x="3277794" y="1"/>
            <a:ext cx="8914207" cy="6858000"/>
          </a:xfrm>
          <a:custGeom>
            <a:avLst/>
            <a:gdLst>
              <a:gd name="connsiteX0" fmla="*/ 0 w 7250400"/>
              <a:gd name="connsiteY0" fmla="*/ 0 h 6858000"/>
              <a:gd name="connsiteX1" fmla="*/ 7250400 w 7250400"/>
              <a:gd name="connsiteY1" fmla="*/ 0 h 6858000"/>
              <a:gd name="connsiteX2" fmla="*/ 7250400 w 7250400"/>
              <a:gd name="connsiteY2" fmla="*/ 6858000 h 6858000"/>
              <a:gd name="connsiteX3" fmla="*/ 0 w 7250400"/>
              <a:gd name="connsiteY3" fmla="*/ 6858000 h 6858000"/>
              <a:gd name="connsiteX4" fmla="*/ 0 w 7250400"/>
              <a:gd name="connsiteY4" fmla="*/ 0 h 6858000"/>
              <a:gd name="connsiteX0" fmla="*/ 5326743 w 7250400"/>
              <a:gd name="connsiteY0" fmla="*/ 29029 h 6858000"/>
              <a:gd name="connsiteX1" fmla="*/ 7250400 w 7250400"/>
              <a:gd name="connsiteY1" fmla="*/ 0 h 6858000"/>
              <a:gd name="connsiteX2" fmla="*/ 7250400 w 7250400"/>
              <a:gd name="connsiteY2" fmla="*/ 6858000 h 6858000"/>
              <a:gd name="connsiteX3" fmla="*/ 0 w 7250400"/>
              <a:gd name="connsiteY3" fmla="*/ 6858000 h 6858000"/>
              <a:gd name="connsiteX4" fmla="*/ 5326743 w 7250400"/>
              <a:gd name="connsiteY4" fmla="*/ 29029 h 6858000"/>
              <a:gd name="connsiteX0" fmla="*/ 5297715 w 7250400"/>
              <a:gd name="connsiteY0" fmla="*/ 14514 h 6858000"/>
              <a:gd name="connsiteX1" fmla="*/ 7250400 w 7250400"/>
              <a:gd name="connsiteY1" fmla="*/ 0 h 6858000"/>
              <a:gd name="connsiteX2" fmla="*/ 7250400 w 7250400"/>
              <a:gd name="connsiteY2" fmla="*/ 6858000 h 6858000"/>
              <a:gd name="connsiteX3" fmla="*/ 0 w 7250400"/>
              <a:gd name="connsiteY3" fmla="*/ 6858000 h 6858000"/>
              <a:gd name="connsiteX4" fmla="*/ 5297715 w 7250400"/>
              <a:gd name="connsiteY4" fmla="*/ 14514 h 6858000"/>
              <a:gd name="connsiteX0" fmla="*/ 5302478 w 7250400"/>
              <a:gd name="connsiteY0" fmla="*/ 2607 h 6858000"/>
              <a:gd name="connsiteX1" fmla="*/ 7250400 w 7250400"/>
              <a:gd name="connsiteY1" fmla="*/ 0 h 6858000"/>
              <a:gd name="connsiteX2" fmla="*/ 7250400 w 7250400"/>
              <a:gd name="connsiteY2" fmla="*/ 6858000 h 6858000"/>
              <a:gd name="connsiteX3" fmla="*/ 0 w 7250400"/>
              <a:gd name="connsiteY3" fmla="*/ 6858000 h 6858000"/>
              <a:gd name="connsiteX4" fmla="*/ 5302478 w 7250400"/>
              <a:gd name="connsiteY4" fmla="*/ 260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50400" h="6858000">
                <a:moveTo>
                  <a:pt x="5302478" y="2607"/>
                </a:moveTo>
                <a:lnTo>
                  <a:pt x="7250400" y="0"/>
                </a:lnTo>
                <a:lnTo>
                  <a:pt x="7250400" y="6858000"/>
                </a:lnTo>
                <a:lnTo>
                  <a:pt x="0" y="6858000"/>
                </a:lnTo>
                <a:lnTo>
                  <a:pt x="5302478" y="2607"/>
                </a:lnTo>
                <a:close/>
              </a:path>
            </a:pathLst>
          </a:custGeom>
          <a:solidFill>
            <a:srgbClr val="00AE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fr-FR" sz="2809">
              <a:latin typeface="+mj-lt"/>
            </a:endParaRPr>
          </a:p>
        </p:txBody>
      </p:sp>
      <p:pic>
        <p:nvPicPr>
          <p:cNvPr id="4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62" y="399039"/>
            <a:ext cx="1818518" cy="899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59735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k object 16"/>
          <p:cNvSpPr>
            <a:spLocks/>
          </p:cNvSpPr>
          <p:nvPr/>
        </p:nvSpPr>
        <p:spPr bwMode="auto">
          <a:xfrm>
            <a:off x="0" y="1"/>
            <a:ext cx="12192000" cy="6858000"/>
          </a:xfrm>
          <a:custGeom>
            <a:avLst/>
            <a:gdLst>
              <a:gd name="T0" fmla="*/ 0 w 10692130"/>
              <a:gd name="T1" fmla="*/ 9 h 7560309"/>
              <a:gd name="T2" fmla="*/ 4184 w 10692130"/>
              <a:gd name="T3" fmla="*/ 9 h 7560309"/>
              <a:gd name="T4" fmla="*/ 4184 w 10692130"/>
              <a:gd name="T5" fmla="*/ 0 h 7560309"/>
              <a:gd name="T6" fmla="*/ 0 w 10692130"/>
              <a:gd name="T7" fmla="*/ 0 h 7560309"/>
              <a:gd name="T8" fmla="*/ 0 w 10692130"/>
              <a:gd name="T9" fmla="*/ 9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0A73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 sz="2809"/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22" b="25009"/>
          <a:stretch>
            <a:fillRect/>
          </a:stretch>
        </p:blipFill>
        <p:spPr bwMode="auto">
          <a:xfrm>
            <a:off x="0" y="1715120"/>
            <a:ext cx="6104671" cy="514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62" y="399039"/>
            <a:ext cx="1818518" cy="899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01156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>
          <a:xfrm>
            <a:off x="474134" y="1940022"/>
            <a:ext cx="11243733" cy="11430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algn="ctr">
              <a:defRPr sz="4000" cap="all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0"/>
          </p:nvPr>
        </p:nvSpPr>
        <p:spPr>
          <a:xfrm>
            <a:off x="482600" y="3677470"/>
            <a:ext cx="11252200" cy="431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ctr">
              <a:buFontTx/>
              <a:buNone/>
              <a:defRPr sz="1800" cap="none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1" name="Parallélogramme 10"/>
          <p:cNvSpPr>
            <a:spLocks noChangeAspect="1"/>
          </p:cNvSpPr>
          <p:nvPr/>
        </p:nvSpPr>
        <p:spPr>
          <a:xfrm>
            <a:off x="979223" y="-4577"/>
            <a:ext cx="1920213" cy="1561369"/>
          </a:xfrm>
          <a:prstGeom prst="parallelogram">
            <a:avLst>
              <a:gd name="adj" fmla="val 8379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  <a:latin typeface="Century Gothic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211020"/>
            <a:ext cx="12192000" cy="646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  <a:latin typeface="Century Gothic" pitchFamily="34" charset="0"/>
            </a:endParaRPr>
          </a:p>
        </p:txBody>
      </p:sp>
      <p:sp>
        <p:nvSpPr>
          <p:cNvPr id="15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73592" y="6504496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pPr algn="l"/>
            <a:r>
              <a:rPr lang="en-US">
                <a:solidFill>
                  <a:srgbClr val="E40A38"/>
                </a:solidFill>
              </a:rPr>
              <a:t>MENTION DE CONFIDENTIALITÉ</a:t>
            </a:r>
            <a:endParaRPr lang="fr-FR">
              <a:solidFill>
                <a:srgbClr val="E40A38"/>
              </a:solidFill>
            </a:endParaRPr>
          </a:p>
        </p:txBody>
      </p:sp>
      <p:pic>
        <p:nvPicPr>
          <p:cNvPr id="2" name="Image 1" descr="AXA_logo_UK_Q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200" y="6337300"/>
            <a:ext cx="2640000" cy="40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030022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ESS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295467" y="2692170"/>
            <a:ext cx="9601132" cy="1143000"/>
          </a:xfrm>
          <a:prstGeom prst="rect">
            <a:avLst/>
          </a:prstGeom>
        </p:spPr>
        <p:txBody>
          <a:bodyPr lIns="0" tIns="0" rIns="0" bIns="0" anchor="ctr" anchorCtr="1">
            <a:noAutofit/>
          </a:bodyPr>
          <a:lstStyle>
            <a:lvl1pPr algn="l">
              <a:defRPr sz="4800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1644763" y="4742396"/>
            <a:ext cx="8195653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>
                <a:latin typeface="Arial" pitchFamily="34" charset="0"/>
                <a:cs typeface="Arial" pitchFamily="34" charset="0"/>
              </a:defRPr>
            </a:lvl2pPr>
            <a:lvl3pPr>
              <a:buNone/>
              <a:defRPr>
                <a:latin typeface="Arial" pitchFamily="34" charset="0"/>
                <a:cs typeface="Arial" pitchFamily="34" charset="0"/>
              </a:defRPr>
            </a:lvl3pPr>
            <a:lvl4pPr>
              <a:buNone/>
              <a:defRPr>
                <a:latin typeface="Arial" pitchFamily="34" charset="0"/>
                <a:cs typeface="Arial" pitchFamily="34" charset="0"/>
              </a:defRPr>
            </a:lvl4pPr>
            <a:lvl5pPr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780826287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ESSAGE AL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706533" y="692696"/>
            <a:ext cx="6028267" cy="1143000"/>
          </a:xfrm>
          <a:prstGeom prst="rect">
            <a:avLst/>
          </a:prstGeom>
        </p:spPr>
        <p:txBody>
          <a:bodyPr lIns="0" tIns="0" rIns="0" bIns="0" anchor="ctr" anchorCtr="1">
            <a:noAutofit/>
          </a:bodyPr>
          <a:lstStyle>
            <a:lvl1pPr algn="l">
              <a:defRPr sz="3200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7581901" y="2276872"/>
            <a:ext cx="4152900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buNone/>
              <a:defRPr>
                <a:latin typeface="Arial" pitchFamily="34" charset="0"/>
                <a:cs typeface="Arial" pitchFamily="34" charset="0"/>
              </a:defRPr>
            </a:lvl2pPr>
            <a:lvl3pPr>
              <a:buNone/>
              <a:defRPr>
                <a:latin typeface="Arial" pitchFamily="34" charset="0"/>
                <a:cs typeface="Arial" pitchFamily="34" charset="0"/>
              </a:defRPr>
            </a:lvl3pPr>
            <a:lvl4pPr>
              <a:buNone/>
              <a:defRPr>
                <a:latin typeface="Arial" pitchFamily="34" charset="0"/>
                <a:cs typeface="Arial" pitchFamily="34" charset="0"/>
              </a:defRPr>
            </a:lvl4pPr>
            <a:lvl5pPr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43207468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fond clai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/>
          <p:cNvCxnSpPr/>
          <p:nvPr/>
        </p:nvCxnSpPr>
        <p:spPr>
          <a:xfrm flipH="1">
            <a:off x="3898006" y="3411530"/>
            <a:ext cx="4395991" cy="0"/>
          </a:xfrm>
          <a:prstGeom prst="line">
            <a:avLst/>
          </a:prstGeom>
          <a:ln w="12700" cap="rnd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/>
          <p:cNvSpPr>
            <a:spLocks noGrp="1"/>
          </p:cNvSpPr>
          <p:nvPr>
            <p:ph type="body" sz="quarter" idx="10"/>
          </p:nvPr>
        </p:nvSpPr>
        <p:spPr>
          <a:xfrm>
            <a:off x="482600" y="3677470"/>
            <a:ext cx="11252200" cy="431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ctr">
              <a:buFontTx/>
              <a:buNone/>
              <a:defRPr sz="1800" cap="none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211020"/>
            <a:ext cx="12192000" cy="646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  <a:latin typeface="Century Gothic" pitchFamily="34" charset="0"/>
            </a:endParaRPr>
          </a:p>
        </p:txBody>
      </p:sp>
      <p:grpSp>
        <p:nvGrpSpPr>
          <p:cNvPr id="2" name="Groupe 12"/>
          <p:cNvGrpSpPr>
            <a:grpSpLocks noChangeAspect="1"/>
          </p:cNvGrpSpPr>
          <p:nvPr/>
        </p:nvGrpSpPr>
        <p:grpSpPr>
          <a:xfrm>
            <a:off x="11329567" y="6342070"/>
            <a:ext cx="528000" cy="396000"/>
            <a:chOff x="2654300" y="1511300"/>
            <a:chExt cx="3835401" cy="3835400"/>
          </a:xfrm>
        </p:grpSpPr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2654300" y="1511300"/>
              <a:ext cx="3835400" cy="3835400"/>
            </a:xfrm>
            <a:prstGeom prst="rect">
              <a:avLst/>
            </a:prstGeom>
            <a:solidFill>
              <a:srgbClr val="00489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  <p:sp>
          <p:nvSpPr>
            <p:cNvPr id="17" name="Freeform 6"/>
            <p:cNvSpPr>
              <a:spLocks/>
            </p:cNvSpPr>
            <p:nvPr/>
          </p:nvSpPr>
          <p:spPr bwMode="auto">
            <a:xfrm>
              <a:off x="4808538" y="1511300"/>
              <a:ext cx="1681163" cy="1895475"/>
            </a:xfrm>
            <a:custGeom>
              <a:avLst/>
              <a:gdLst/>
              <a:ahLst/>
              <a:cxnLst>
                <a:cxn ang="0">
                  <a:pos x="142" y="1194"/>
                </a:cxn>
                <a:cxn ang="0">
                  <a:pos x="1059" y="0"/>
                </a:cxn>
                <a:cxn ang="0">
                  <a:pos x="924" y="0"/>
                </a:cxn>
                <a:cxn ang="0">
                  <a:pos x="0" y="1194"/>
                </a:cxn>
                <a:cxn ang="0">
                  <a:pos x="142" y="1194"/>
                </a:cxn>
              </a:cxnLst>
              <a:rect l="0" t="0" r="r" b="b"/>
              <a:pathLst>
                <a:path w="1059" h="1194">
                  <a:moveTo>
                    <a:pt x="142" y="1194"/>
                  </a:moveTo>
                  <a:lnTo>
                    <a:pt x="1059" y="0"/>
                  </a:lnTo>
                  <a:lnTo>
                    <a:pt x="924" y="0"/>
                  </a:lnTo>
                  <a:lnTo>
                    <a:pt x="0" y="1194"/>
                  </a:lnTo>
                  <a:lnTo>
                    <a:pt x="142" y="1194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  <p:sp>
          <p:nvSpPr>
            <p:cNvPr id="18" name="Freeform 7"/>
            <p:cNvSpPr>
              <a:spLocks noEditPoints="1"/>
            </p:cNvSpPr>
            <p:nvPr/>
          </p:nvSpPr>
          <p:spPr bwMode="auto">
            <a:xfrm>
              <a:off x="2654300" y="3497263"/>
              <a:ext cx="3192463" cy="1420813"/>
            </a:xfrm>
            <a:custGeom>
              <a:avLst/>
              <a:gdLst/>
              <a:ahLst/>
              <a:cxnLst>
                <a:cxn ang="0">
                  <a:pos x="283" y="126"/>
                </a:cxn>
                <a:cxn ang="0">
                  <a:pos x="250" y="115"/>
                </a:cxn>
                <a:cxn ang="0">
                  <a:pos x="186" y="72"/>
                </a:cxn>
                <a:cxn ang="0">
                  <a:pos x="188" y="115"/>
                </a:cxn>
                <a:cxn ang="0">
                  <a:pos x="163" y="126"/>
                </a:cxn>
                <a:cxn ang="0">
                  <a:pos x="159" y="110"/>
                </a:cxn>
                <a:cxn ang="0">
                  <a:pos x="147" y="126"/>
                </a:cxn>
                <a:cxn ang="0">
                  <a:pos x="122" y="120"/>
                </a:cxn>
                <a:cxn ang="0">
                  <a:pos x="110" y="121"/>
                </a:cxn>
                <a:cxn ang="0">
                  <a:pos x="84" y="126"/>
                </a:cxn>
                <a:cxn ang="0">
                  <a:pos x="111" y="93"/>
                </a:cxn>
                <a:cxn ang="0">
                  <a:pos x="55" y="72"/>
                </a:cxn>
                <a:cxn ang="0">
                  <a:pos x="15" y="126"/>
                </a:cxn>
                <a:cxn ang="0">
                  <a:pos x="0" y="117"/>
                </a:cxn>
                <a:cxn ang="0">
                  <a:pos x="42" y="63"/>
                </a:cxn>
                <a:cxn ang="0">
                  <a:pos x="87" y="0"/>
                </a:cxn>
                <a:cxn ang="0">
                  <a:pos x="114" y="12"/>
                </a:cxn>
                <a:cxn ang="0">
                  <a:pos x="140" y="56"/>
                </a:cxn>
                <a:cxn ang="0">
                  <a:pos x="120" y="0"/>
                </a:cxn>
                <a:cxn ang="0">
                  <a:pos x="152" y="8"/>
                </a:cxn>
                <a:cxn ang="0">
                  <a:pos x="182" y="7"/>
                </a:cxn>
                <a:cxn ang="0">
                  <a:pos x="210" y="0"/>
                </a:cxn>
                <a:cxn ang="0">
                  <a:pos x="167" y="51"/>
                </a:cxn>
                <a:cxn ang="0">
                  <a:pos x="171" y="65"/>
                </a:cxn>
                <a:cxn ang="0">
                  <a:pos x="213" y="9"/>
                </a:cxn>
                <a:cxn ang="0">
                  <a:pos x="243" y="0"/>
                </a:cxn>
                <a:cxn ang="0">
                  <a:pos x="260" y="63"/>
                </a:cxn>
                <a:cxn ang="0">
                  <a:pos x="197" y="58"/>
                </a:cxn>
                <a:cxn ang="0">
                  <a:pos x="224" y="33"/>
                </a:cxn>
                <a:cxn ang="0">
                  <a:pos x="222" y="24"/>
                </a:cxn>
                <a:cxn ang="0">
                  <a:pos x="67" y="58"/>
                </a:cxn>
                <a:cxn ang="0">
                  <a:pos x="93" y="33"/>
                </a:cxn>
                <a:cxn ang="0">
                  <a:pos x="92" y="24"/>
                </a:cxn>
                <a:cxn ang="0">
                  <a:pos x="152" y="90"/>
                </a:cxn>
                <a:cxn ang="0">
                  <a:pos x="137" y="85"/>
                </a:cxn>
              </a:cxnLst>
              <a:rect l="0" t="0" r="r" b="b"/>
              <a:pathLst>
                <a:path w="283" h="126">
                  <a:moveTo>
                    <a:pt x="260" y="63"/>
                  </a:moveTo>
                  <a:cubicBezTo>
                    <a:pt x="266" y="79"/>
                    <a:pt x="278" y="123"/>
                    <a:pt x="283" y="126"/>
                  </a:cubicBezTo>
                  <a:cubicBezTo>
                    <a:pt x="251" y="126"/>
                    <a:pt x="251" y="126"/>
                    <a:pt x="251" y="126"/>
                  </a:cubicBezTo>
                  <a:cubicBezTo>
                    <a:pt x="251" y="126"/>
                    <a:pt x="251" y="120"/>
                    <a:pt x="250" y="115"/>
                  </a:cubicBezTo>
                  <a:cubicBezTo>
                    <a:pt x="248" y="110"/>
                    <a:pt x="237" y="72"/>
                    <a:pt x="237" y="72"/>
                  </a:cubicBezTo>
                  <a:cubicBezTo>
                    <a:pt x="186" y="72"/>
                    <a:pt x="186" y="72"/>
                    <a:pt x="186" y="72"/>
                  </a:cubicBezTo>
                  <a:cubicBezTo>
                    <a:pt x="178" y="84"/>
                    <a:pt x="178" y="84"/>
                    <a:pt x="178" y="84"/>
                  </a:cubicBezTo>
                  <a:cubicBezTo>
                    <a:pt x="178" y="84"/>
                    <a:pt x="187" y="114"/>
                    <a:pt x="188" y="115"/>
                  </a:cubicBezTo>
                  <a:cubicBezTo>
                    <a:pt x="189" y="118"/>
                    <a:pt x="193" y="126"/>
                    <a:pt x="193" y="126"/>
                  </a:cubicBezTo>
                  <a:cubicBezTo>
                    <a:pt x="163" y="126"/>
                    <a:pt x="163" y="126"/>
                    <a:pt x="163" y="126"/>
                  </a:cubicBezTo>
                  <a:cubicBezTo>
                    <a:pt x="163" y="126"/>
                    <a:pt x="162" y="121"/>
                    <a:pt x="162" y="120"/>
                  </a:cubicBezTo>
                  <a:cubicBezTo>
                    <a:pt x="161" y="118"/>
                    <a:pt x="159" y="110"/>
                    <a:pt x="159" y="110"/>
                  </a:cubicBezTo>
                  <a:cubicBezTo>
                    <a:pt x="159" y="110"/>
                    <a:pt x="152" y="117"/>
                    <a:pt x="150" y="121"/>
                  </a:cubicBezTo>
                  <a:cubicBezTo>
                    <a:pt x="148" y="124"/>
                    <a:pt x="147" y="126"/>
                    <a:pt x="147" y="126"/>
                  </a:cubicBezTo>
                  <a:cubicBezTo>
                    <a:pt x="123" y="126"/>
                    <a:pt x="123" y="126"/>
                    <a:pt x="123" y="126"/>
                  </a:cubicBezTo>
                  <a:cubicBezTo>
                    <a:pt x="123" y="126"/>
                    <a:pt x="122" y="121"/>
                    <a:pt x="122" y="120"/>
                  </a:cubicBezTo>
                  <a:cubicBezTo>
                    <a:pt x="122" y="118"/>
                    <a:pt x="119" y="109"/>
                    <a:pt x="119" y="109"/>
                  </a:cubicBezTo>
                  <a:cubicBezTo>
                    <a:pt x="119" y="109"/>
                    <a:pt x="112" y="117"/>
                    <a:pt x="110" y="121"/>
                  </a:cubicBezTo>
                  <a:cubicBezTo>
                    <a:pt x="108" y="124"/>
                    <a:pt x="107" y="126"/>
                    <a:pt x="107" y="126"/>
                  </a:cubicBezTo>
                  <a:cubicBezTo>
                    <a:pt x="84" y="126"/>
                    <a:pt x="84" y="126"/>
                    <a:pt x="84" y="126"/>
                  </a:cubicBezTo>
                  <a:cubicBezTo>
                    <a:pt x="84" y="126"/>
                    <a:pt x="90" y="120"/>
                    <a:pt x="93" y="117"/>
                  </a:cubicBezTo>
                  <a:cubicBezTo>
                    <a:pt x="97" y="112"/>
                    <a:pt x="111" y="93"/>
                    <a:pt x="111" y="93"/>
                  </a:cubicBezTo>
                  <a:cubicBezTo>
                    <a:pt x="105" y="72"/>
                    <a:pt x="105" y="72"/>
                    <a:pt x="105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5" y="72"/>
                    <a:pt x="26" y="110"/>
                    <a:pt x="25" y="112"/>
                  </a:cubicBezTo>
                  <a:cubicBezTo>
                    <a:pt x="24" y="113"/>
                    <a:pt x="15" y="125"/>
                    <a:pt x="15" y="126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1" y="116"/>
                    <a:pt x="1" y="116"/>
                    <a:pt x="1" y="116"/>
                  </a:cubicBezTo>
                  <a:cubicBezTo>
                    <a:pt x="1" y="116"/>
                    <a:pt x="23" y="89"/>
                    <a:pt x="42" y="63"/>
                  </a:cubicBezTo>
                  <a:cubicBezTo>
                    <a:pt x="60" y="40"/>
                    <a:pt x="77" y="18"/>
                    <a:pt x="78" y="16"/>
                  </a:cubicBezTo>
                  <a:cubicBezTo>
                    <a:pt x="82" y="11"/>
                    <a:pt x="87" y="0"/>
                    <a:pt x="87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4" y="10"/>
                    <a:pt x="114" y="12"/>
                  </a:cubicBezTo>
                  <a:cubicBezTo>
                    <a:pt x="115" y="14"/>
                    <a:pt x="131" y="67"/>
                    <a:pt x="131" y="67"/>
                  </a:cubicBezTo>
                  <a:cubicBezTo>
                    <a:pt x="140" y="56"/>
                    <a:pt x="140" y="56"/>
                    <a:pt x="140" y="56"/>
                  </a:cubicBezTo>
                  <a:cubicBezTo>
                    <a:pt x="125" y="10"/>
                    <a:pt x="125" y="10"/>
                    <a:pt x="125" y="10"/>
                  </a:cubicBezTo>
                  <a:cubicBezTo>
                    <a:pt x="125" y="10"/>
                    <a:pt x="122" y="1"/>
                    <a:pt x="120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51" y="4"/>
                    <a:pt x="152" y="8"/>
                  </a:cubicBezTo>
                  <a:cubicBezTo>
                    <a:pt x="153" y="12"/>
                    <a:pt x="160" y="35"/>
                    <a:pt x="160" y="35"/>
                  </a:cubicBezTo>
                  <a:cubicBezTo>
                    <a:pt x="160" y="35"/>
                    <a:pt x="181" y="9"/>
                    <a:pt x="182" y="7"/>
                  </a:cubicBezTo>
                  <a:cubicBezTo>
                    <a:pt x="184" y="4"/>
                    <a:pt x="184" y="0"/>
                    <a:pt x="184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0" y="0"/>
                    <a:pt x="205" y="3"/>
                    <a:pt x="197" y="13"/>
                  </a:cubicBezTo>
                  <a:cubicBezTo>
                    <a:pt x="194" y="17"/>
                    <a:pt x="167" y="51"/>
                    <a:pt x="167" y="51"/>
                  </a:cubicBezTo>
                  <a:cubicBezTo>
                    <a:pt x="167" y="51"/>
                    <a:pt x="170" y="59"/>
                    <a:pt x="171" y="63"/>
                  </a:cubicBezTo>
                  <a:cubicBezTo>
                    <a:pt x="171" y="64"/>
                    <a:pt x="171" y="65"/>
                    <a:pt x="171" y="65"/>
                  </a:cubicBezTo>
                  <a:cubicBezTo>
                    <a:pt x="171" y="65"/>
                    <a:pt x="172" y="64"/>
                    <a:pt x="173" y="63"/>
                  </a:cubicBezTo>
                  <a:cubicBezTo>
                    <a:pt x="180" y="54"/>
                    <a:pt x="211" y="13"/>
                    <a:pt x="213" y="9"/>
                  </a:cubicBezTo>
                  <a:cubicBezTo>
                    <a:pt x="215" y="6"/>
                    <a:pt x="217" y="3"/>
                    <a:pt x="218" y="0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43" y="0"/>
                    <a:pt x="244" y="7"/>
                    <a:pt x="245" y="9"/>
                  </a:cubicBezTo>
                  <a:lnTo>
                    <a:pt x="260" y="63"/>
                  </a:lnTo>
                  <a:close/>
                  <a:moveTo>
                    <a:pt x="222" y="24"/>
                  </a:moveTo>
                  <a:cubicBezTo>
                    <a:pt x="219" y="32"/>
                    <a:pt x="197" y="58"/>
                    <a:pt x="197" y="58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31" y="58"/>
                    <a:pt x="225" y="37"/>
                    <a:pt x="224" y="33"/>
                  </a:cubicBezTo>
                  <a:cubicBezTo>
                    <a:pt x="223" y="29"/>
                    <a:pt x="223" y="24"/>
                    <a:pt x="223" y="24"/>
                  </a:cubicBezTo>
                  <a:cubicBezTo>
                    <a:pt x="223" y="24"/>
                    <a:pt x="223" y="23"/>
                    <a:pt x="222" y="24"/>
                  </a:cubicBezTo>
                  <a:close/>
                  <a:moveTo>
                    <a:pt x="92" y="24"/>
                  </a:moveTo>
                  <a:cubicBezTo>
                    <a:pt x="88" y="32"/>
                    <a:pt x="67" y="58"/>
                    <a:pt x="67" y="58"/>
                  </a:cubicBezTo>
                  <a:cubicBezTo>
                    <a:pt x="101" y="58"/>
                    <a:pt x="101" y="58"/>
                    <a:pt x="101" y="58"/>
                  </a:cubicBezTo>
                  <a:cubicBezTo>
                    <a:pt x="101" y="58"/>
                    <a:pt x="94" y="37"/>
                    <a:pt x="93" y="33"/>
                  </a:cubicBezTo>
                  <a:cubicBezTo>
                    <a:pt x="92" y="29"/>
                    <a:pt x="92" y="24"/>
                    <a:pt x="92" y="24"/>
                  </a:cubicBezTo>
                  <a:cubicBezTo>
                    <a:pt x="92" y="24"/>
                    <a:pt x="92" y="23"/>
                    <a:pt x="92" y="24"/>
                  </a:cubicBezTo>
                  <a:close/>
                  <a:moveTo>
                    <a:pt x="143" y="103"/>
                  </a:moveTo>
                  <a:cubicBezTo>
                    <a:pt x="152" y="90"/>
                    <a:pt x="152" y="90"/>
                    <a:pt x="152" y="90"/>
                  </a:cubicBezTo>
                  <a:cubicBezTo>
                    <a:pt x="151" y="89"/>
                    <a:pt x="146" y="73"/>
                    <a:pt x="146" y="73"/>
                  </a:cubicBezTo>
                  <a:cubicBezTo>
                    <a:pt x="137" y="85"/>
                    <a:pt x="137" y="85"/>
                    <a:pt x="137" y="85"/>
                  </a:cubicBezTo>
                  <a:lnTo>
                    <a:pt x="143" y="10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</p:grpSp>
      <p:sp>
        <p:nvSpPr>
          <p:cNvPr id="20" name="Espace réservé du texte 19"/>
          <p:cNvSpPr>
            <a:spLocks noGrp="1"/>
          </p:cNvSpPr>
          <p:nvPr>
            <p:ph type="body" sz="quarter" idx="11" hasCustomPrompt="1"/>
          </p:nvPr>
        </p:nvSpPr>
        <p:spPr>
          <a:xfrm>
            <a:off x="7243483" y="6449078"/>
            <a:ext cx="3779516" cy="39845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100" b="1">
                <a:solidFill>
                  <a:srgbClr val="004893"/>
                </a:solidFill>
                <a:latin typeface="Arial" pitchFamily="34" charset="0"/>
                <a:cs typeface="Arial" pitchFamily="34" charset="0"/>
              </a:defRPr>
            </a:lvl1pPr>
            <a:lvl2pPr marL="0" indent="0" algn="r">
              <a:buFontTx/>
              <a:buNone/>
              <a:defRPr sz="1200" b="0">
                <a:solidFill>
                  <a:srgbClr val="103184"/>
                </a:solidFill>
                <a:latin typeface="Arial" pitchFamily="34" charset="0"/>
                <a:cs typeface="Arial" pitchFamily="34" charset="0"/>
              </a:defRPr>
            </a:lvl2pPr>
            <a:lvl3pPr marL="0" indent="0" algn="r">
              <a:buFontTx/>
              <a:buNone/>
              <a:defRPr sz="1000" b="0">
                <a:solidFill>
                  <a:srgbClr val="103184"/>
                </a:solidFill>
                <a:latin typeface="Arial" pitchFamily="34" charset="0"/>
                <a:cs typeface="Arial" pitchFamily="34" charset="0"/>
              </a:defRPr>
            </a:lvl3pPr>
            <a:lvl4pPr marL="0" indent="0" algn="r">
              <a:buFontTx/>
              <a:buNone/>
              <a:defRPr sz="800" b="0">
                <a:solidFill>
                  <a:srgbClr val="103184"/>
                </a:solidFill>
                <a:latin typeface="Arial" pitchFamily="34" charset="0"/>
                <a:cs typeface="Arial" pitchFamily="34" charset="0"/>
              </a:defRPr>
            </a:lvl4pPr>
            <a:lvl5pPr marL="0" indent="0" algn="r">
              <a:buFontTx/>
              <a:buNone/>
              <a:defRPr sz="800" b="0">
                <a:solidFill>
                  <a:srgbClr val="103184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fr-FR"/>
              <a:t>Cliquez pour modifier le texte du masque</a:t>
            </a:r>
          </a:p>
        </p:txBody>
      </p:sp>
      <p:sp>
        <p:nvSpPr>
          <p:cNvPr id="26" name="Espace réservé du texte 25"/>
          <p:cNvSpPr>
            <a:spLocks noGrp="1"/>
          </p:cNvSpPr>
          <p:nvPr>
            <p:ph type="body" sz="quarter" idx="13" hasCustomPrompt="1"/>
          </p:nvPr>
        </p:nvSpPr>
        <p:spPr>
          <a:xfrm>
            <a:off x="474134" y="1548166"/>
            <a:ext cx="11243732" cy="1527968"/>
          </a:xfrm>
        </p:spPr>
        <p:txBody>
          <a:bodyPr anchor="b" anchorCtr="0"/>
          <a:lstStyle>
            <a:lvl1pPr marL="0" indent="0" algn="ctr">
              <a:buFontTx/>
              <a:buNone/>
              <a:defRPr sz="5400"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500"/>
              </a:spcBef>
              <a:buFontTx/>
              <a:buNone/>
              <a:defRPr sz="3200" b="0">
                <a:solidFill>
                  <a:schemeClr val="tx2"/>
                </a:solidFill>
                <a:latin typeface="Century Gothic" pitchFamily="34" charset="0"/>
              </a:defRPr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fr-FR"/>
              <a:t>1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3" name="Parallélogramme 12"/>
          <p:cNvSpPr>
            <a:spLocks noChangeAspect="1"/>
          </p:cNvSpPr>
          <p:nvPr/>
        </p:nvSpPr>
        <p:spPr>
          <a:xfrm>
            <a:off x="979223" y="-4577"/>
            <a:ext cx="1920213" cy="1561369"/>
          </a:xfrm>
          <a:prstGeom prst="parallelogram">
            <a:avLst>
              <a:gd name="adj" fmla="val 8379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  <a:latin typeface="Century Gothic" pitchFamily="34" charset="0"/>
            </a:endParaRPr>
          </a:p>
        </p:txBody>
      </p:sp>
      <p:sp>
        <p:nvSpPr>
          <p:cNvPr id="19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4496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MENTION DE CONFIDENTIALITÉ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67671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fond sombre">
    <p:bg>
      <p:bgPr>
        <a:solidFill>
          <a:srgbClr val="0045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/>
          <p:cNvCxnSpPr/>
          <p:nvPr/>
        </p:nvCxnSpPr>
        <p:spPr>
          <a:xfrm flipH="1">
            <a:off x="3898006" y="3411530"/>
            <a:ext cx="4395991" cy="0"/>
          </a:xfrm>
          <a:prstGeom prst="line">
            <a:avLst/>
          </a:prstGeom>
          <a:ln w="12700" cap="rnd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/>
          <p:cNvSpPr>
            <a:spLocks noGrp="1"/>
          </p:cNvSpPr>
          <p:nvPr>
            <p:ph type="body" sz="quarter" idx="10"/>
          </p:nvPr>
        </p:nvSpPr>
        <p:spPr>
          <a:xfrm>
            <a:off x="482600" y="3677470"/>
            <a:ext cx="11252200" cy="431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ctr">
              <a:buFontTx/>
              <a:buNone/>
              <a:defRPr sz="1800" cap="none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211020"/>
            <a:ext cx="12192000" cy="646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  <a:latin typeface="Century Gothic" pitchFamily="34" charset="0"/>
            </a:endParaRPr>
          </a:p>
        </p:txBody>
      </p:sp>
      <p:grpSp>
        <p:nvGrpSpPr>
          <p:cNvPr id="2" name="Groupe 12"/>
          <p:cNvGrpSpPr>
            <a:grpSpLocks noChangeAspect="1"/>
          </p:cNvGrpSpPr>
          <p:nvPr/>
        </p:nvGrpSpPr>
        <p:grpSpPr>
          <a:xfrm>
            <a:off x="11329567" y="6342070"/>
            <a:ext cx="528000" cy="396000"/>
            <a:chOff x="2654300" y="1511300"/>
            <a:chExt cx="3835401" cy="3835400"/>
          </a:xfrm>
        </p:grpSpPr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2654300" y="1511300"/>
              <a:ext cx="3835400" cy="3835400"/>
            </a:xfrm>
            <a:prstGeom prst="rect">
              <a:avLst/>
            </a:prstGeom>
            <a:solidFill>
              <a:srgbClr val="00489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  <p:sp>
          <p:nvSpPr>
            <p:cNvPr id="17" name="Freeform 6"/>
            <p:cNvSpPr>
              <a:spLocks/>
            </p:cNvSpPr>
            <p:nvPr/>
          </p:nvSpPr>
          <p:spPr bwMode="auto">
            <a:xfrm>
              <a:off x="4808538" y="1511300"/>
              <a:ext cx="1681163" cy="1895475"/>
            </a:xfrm>
            <a:custGeom>
              <a:avLst/>
              <a:gdLst/>
              <a:ahLst/>
              <a:cxnLst>
                <a:cxn ang="0">
                  <a:pos x="142" y="1194"/>
                </a:cxn>
                <a:cxn ang="0">
                  <a:pos x="1059" y="0"/>
                </a:cxn>
                <a:cxn ang="0">
                  <a:pos x="924" y="0"/>
                </a:cxn>
                <a:cxn ang="0">
                  <a:pos x="0" y="1194"/>
                </a:cxn>
                <a:cxn ang="0">
                  <a:pos x="142" y="1194"/>
                </a:cxn>
              </a:cxnLst>
              <a:rect l="0" t="0" r="r" b="b"/>
              <a:pathLst>
                <a:path w="1059" h="1194">
                  <a:moveTo>
                    <a:pt x="142" y="1194"/>
                  </a:moveTo>
                  <a:lnTo>
                    <a:pt x="1059" y="0"/>
                  </a:lnTo>
                  <a:lnTo>
                    <a:pt x="924" y="0"/>
                  </a:lnTo>
                  <a:lnTo>
                    <a:pt x="0" y="1194"/>
                  </a:lnTo>
                  <a:lnTo>
                    <a:pt x="142" y="1194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  <p:sp>
          <p:nvSpPr>
            <p:cNvPr id="18" name="Freeform 7"/>
            <p:cNvSpPr>
              <a:spLocks noEditPoints="1"/>
            </p:cNvSpPr>
            <p:nvPr/>
          </p:nvSpPr>
          <p:spPr bwMode="auto">
            <a:xfrm>
              <a:off x="2654300" y="3497263"/>
              <a:ext cx="3192463" cy="1420813"/>
            </a:xfrm>
            <a:custGeom>
              <a:avLst/>
              <a:gdLst/>
              <a:ahLst/>
              <a:cxnLst>
                <a:cxn ang="0">
                  <a:pos x="283" y="126"/>
                </a:cxn>
                <a:cxn ang="0">
                  <a:pos x="250" y="115"/>
                </a:cxn>
                <a:cxn ang="0">
                  <a:pos x="186" y="72"/>
                </a:cxn>
                <a:cxn ang="0">
                  <a:pos x="188" y="115"/>
                </a:cxn>
                <a:cxn ang="0">
                  <a:pos x="163" y="126"/>
                </a:cxn>
                <a:cxn ang="0">
                  <a:pos x="159" y="110"/>
                </a:cxn>
                <a:cxn ang="0">
                  <a:pos x="147" y="126"/>
                </a:cxn>
                <a:cxn ang="0">
                  <a:pos x="122" y="120"/>
                </a:cxn>
                <a:cxn ang="0">
                  <a:pos x="110" y="121"/>
                </a:cxn>
                <a:cxn ang="0">
                  <a:pos x="84" y="126"/>
                </a:cxn>
                <a:cxn ang="0">
                  <a:pos x="111" y="93"/>
                </a:cxn>
                <a:cxn ang="0">
                  <a:pos x="55" y="72"/>
                </a:cxn>
                <a:cxn ang="0">
                  <a:pos x="15" y="126"/>
                </a:cxn>
                <a:cxn ang="0">
                  <a:pos x="0" y="117"/>
                </a:cxn>
                <a:cxn ang="0">
                  <a:pos x="42" y="63"/>
                </a:cxn>
                <a:cxn ang="0">
                  <a:pos x="87" y="0"/>
                </a:cxn>
                <a:cxn ang="0">
                  <a:pos x="114" y="12"/>
                </a:cxn>
                <a:cxn ang="0">
                  <a:pos x="140" y="56"/>
                </a:cxn>
                <a:cxn ang="0">
                  <a:pos x="120" y="0"/>
                </a:cxn>
                <a:cxn ang="0">
                  <a:pos x="152" y="8"/>
                </a:cxn>
                <a:cxn ang="0">
                  <a:pos x="182" y="7"/>
                </a:cxn>
                <a:cxn ang="0">
                  <a:pos x="210" y="0"/>
                </a:cxn>
                <a:cxn ang="0">
                  <a:pos x="167" y="51"/>
                </a:cxn>
                <a:cxn ang="0">
                  <a:pos x="171" y="65"/>
                </a:cxn>
                <a:cxn ang="0">
                  <a:pos x="213" y="9"/>
                </a:cxn>
                <a:cxn ang="0">
                  <a:pos x="243" y="0"/>
                </a:cxn>
                <a:cxn ang="0">
                  <a:pos x="260" y="63"/>
                </a:cxn>
                <a:cxn ang="0">
                  <a:pos x="197" y="58"/>
                </a:cxn>
                <a:cxn ang="0">
                  <a:pos x="224" y="33"/>
                </a:cxn>
                <a:cxn ang="0">
                  <a:pos x="222" y="24"/>
                </a:cxn>
                <a:cxn ang="0">
                  <a:pos x="67" y="58"/>
                </a:cxn>
                <a:cxn ang="0">
                  <a:pos x="93" y="33"/>
                </a:cxn>
                <a:cxn ang="0">
                  <a:pos x="92" y="24"/>
                </a:cxn>
                <a:cxn ang="0">
                  <a:pos x="152" y="90"/>
                </a:cxn>
                <a:cxn ang="0">
                  <a:pos x="137" y="85"/>
                </a:cxn>
              </a:cxnLst>
              <a:rect l="0" t="0" r="r" b="b"/>
              <a:pathLst>
                <a:path w="283" h="126">
                  <a:moveTo>
                    <a:pt x="260" y="63"/>
                  </a:moveTo>
                  <a:cubicBezTo>
                    <a:pt x="266" y="79"/>
                    <a:pt x="278" y="123"/>
                    <a:pt x="283" y="126"/>
                  </a:cubicBezTo>
                  <a:cubicBezTo>
                    <a:pt x="251" y="126"/>
                    <a:pt x="251" y="126"/>
                    <a:pt x="251" y="126"/>
                  </a:cubicBezTo>
                  <a:cubicBezTo>
                    <a:pt x="251" y="126"/>
                    <a:pt x="251" y="120"/>
                    <a:pt x="250" y="115"/>
                  </a:cubicBezTo>
                  <a:cubicBezTo>
                    <a:pt x="248" y="110"/>
                    <a:pt x="237" y="72"/>
                    <a:pt x="237" y="72"/>
                  </a:cubicBezTo>
                  <a:cubicBezTo>
                    <a:pt x="186" y="72"/>
                    <a:pt x="186" y="72"/>
                    <a:pt x="186" y="72"/>
                  </a:cubicBezTo>
                  <a:cubicBezTo>
                    <a:pt x="178" y="84"/>
                    <a:pt x="178" y="84"/>
                    <a:pt x="178" y="84"/>
                  </a:cubicBezTo>
                  <a:cubicBezTo>
                    <a:pt x="178" y="84"/>
                    <a:pt x="187" y="114"/>
                    <a:pt x="188" y="115"/>
                  </a:cubicBezTo>
                  <a:cubicBezTo>
                    <a:pt x="189" y="118"/>
                    <a:pt x="193" y="126"/>
                    <a:pt x="193" y="126"/>
                  </a:cubicBezTo>
                  <a:cubicBezTo>
                    <a:pt x="163" y="126"/>
                    <a:pt x="163" y="126"/>
                    <a:pt x="163" y="126"/>
                  </a:cubicBezTo>
                  <a:cubicBezTo>
                    <a:pt x="163" y="126"/>
                    <a:pt x="162" y="121"/>
                    <a:pt x="162" y="120"/>
                  </a:cubicBezTo>
                  <a:cubicBezTo>
                    <a:pt x="161" y="118"/>
                    <a:pt x="159" y="110"/>
                    <a:pt x="159" y="110"/>
                  </a:cubicBezTo>
                  <a:cubicBezTo>
                    <a:pt x="159" y="110"/>
                    <a:pt x="152" y="117"/>
                    <a:pt x="150" y="121"/>
                  </a:cubicBezTo>
                  <a:cubicBezTo>
                    <a:pt x="148" y="124"/>
                    <a:pt x="147" y="126"/>
                    <a:pt x="147" y="126"/>
                  </a:cubicBezTo>
                  <a:cubicBezTo>
                    <a:pt x="123" y="126"/>
                    <a:pt x="123" y="126"/>
                    <a:pt x="123" y="126"/>
                  </a:cubicBezTo>
                  <a:cubicBezTo>
                    <a:pt x="123" y="126"/>
                    <a:pt x="122" y="121"/>
                    <a:pt x="122" y="120"/>
                  </a:cubicBezTo>
                  <a:cubicBezTo>
                    <a:pt x="122" y="118"/>
                    <a:pt x="119" y="109"/>
                    <a:pt x="119" y="109"/>
                  </a:cubicBezTo>
                  <a:cubicBezTo>
                    <a:pt x="119" y="109"/>
                    <a:pt x="112" y="117"/>
                    <a:pt x="110" y="121"/>
                  </a:cubicBezTo>
                  <a:cubicBezTo>
                    <a:pt x="108" y="124"/>
                    <a:pt x="107" y="126"/>
                    <a:pt x="107" y="126"/>
                  </a:cubicBezTo>
                  <a:cubicBezTo>
                    <a:pt x="84" y="126"/>
                    <a:pt x="84" y="126"/>
                    <a:pt x="84" y="126"/>
                  </a:cubicBezTo>
                  <a:cubicBezTo>
                    <a:pt x="84" y="126"/>
                    <a:pt x="90" y="120"/>
                    <a:pt x="93" y="117"/>
                  </a:cubicBezTo>
                  <a:cubicBezTo>
                    <a:pt x="97" y="112"/>
                    <a:pt x="111" y="93"/>
                    <a:pt x="111" y="93"/>
                  </a:cubicBezTo>
                  <a:cubicBezTo>
                    <a:pt x="105" y="72"/>
                    <a:pt x="105" y="72"/>
                    <a:pt x="105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5" y="72"/>
                    <a:pt x="26" y="110"/>
                    <a:pt x="25" y="112"/>
                  </a:cubicBezTo>
                  <a:cubicBezTo>
                    <a:pt x="24" y="113"/>
                    <a:pt x="15" y="125"/>
                    <a:pt x="15" y="126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1" y="116"/>
                    <a:pt x="1" y="116"/>
                    <a:pt x="1" y="116"/>
                  </a:cubicBezTo>
                  <a:cubicBezTo>
                    <a:pt x="1" y="116"/>
                    <a:pt x="23" y="89"/>
                    <a:pt x="42" y="63"/>
                  </a:cubicBezTo>
                  <a:cubicBezTo>
                    <a:pt x="60" y="40"/>
                    <a:pt x="77" y="18"/>
                    <a:pt x="78" y="16"/>
                  </a:cubicBezTo>
                  <a:cubicBezTo>
                    <a:pt x="82" y="11"/>
                    <a:pt x="87" y="0"/>
                    <a:pt x="87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4" y="10"/>
                    <a:pt x="114" y="12"/>
                  </a:cubicBezTo>
                  <a:cubicBezTo>
                    <a:pt x="115" y="14"/>
                    <a:pt x="131" y="67"/>
                    <a:pt x="131" y="67"/>
                  </a:cubicBezTo>
                  <a:cubicBezTo>
                    <a:pt x="140" y="56"/>
                    <a:pt x="140" y="56"/>
                    <a:pt x="140" y="56"/>
                  </a:cubicBezTo>
                  <a:cubicBezTo>
                    <a:pt x="125" y="10"/>
                    <a:pt x="125" y="10"/>
                    <a:pt x="125" y="10"/>
                  </a:cubicBezTo>
                  <a:cubicBezTo>
                    <a:pt x="125" y="10"/>
                    <a:pt x="122" y="1"/>
                    <a:pt x="120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51" y="4"/>
                    <a:pt x="152" y="8"/>
                  </a:cubicBezTo>
                  <a:cubicBezTo>
                    <a:pt x="153" y="12"/>
                    <a:pt x="160" y="35"/>
                    <a:pt x="160" y="35"/>
                  </a:cubicBezTo>
                  <a:cubicBezTo>
                    <a:pt x="160" y="35"/>
                    <a:pt x="181" y="9"/>
                    <a:pt x="182" y="7"/>
                  </a:cubicBezTo>
                  <a:cubicBezTo>
                    <a:pt x="184" y="4"/>
                    <a:pt x="184" y="0"/>
                    <a:pt x="184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0" y="0"/>
                    <a:pt x="205" y="3"/>
                    <a:pt x="197" y="13"/>
                  </a:cubicBezTo>
                  <a:cubicBezTo>
                    <a:pt x="194" y="17"/>
                    <a:pt x="167" y="51"/>
                    <a:pt x="167" y="51"/>
                  </a:cubicBezTo>
                  <a:cubicBezTo>
                    <a:pt x="167" y="51"/>
                    <a:pt x="170" y="59"/>
                    <a:pt x="171" y="63"/>
                  </a:cubicBezTo>
                  <a:cubicBezTo>
                    <a:pt x="171" y="64"/>
                    <a:pt x="171" y="65"/>
                    <a:pt x="171" y="65"/>
                  </a:cubicBezTo>
                  <a:cubicBezTo>
                    <a:pt x="171" y="65"/>
                    <a:pt x="172" y="64"/>
                    <a:pt x="173" y="63"/>
                  </a:cubicBezTo>
                  <a:cubicBezTo>
                    <a:pt x="180" y="54"/>
                    <a:pt x="211" y="13"/>
                    <a:pt x="213" y="9"/>
                  </a:cubicBezTo>
                  <a:cubicBezTo>
                    <a:pt x="215" y="6"/>
                    <a:pt x="217" y="3"/>
                    <a:pt x="218" y="0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43" y="0"/>
                    <a:pt x="244" y="7"/>
                    <a:pt x="245" y="9"/>
                  </a:cubicBezTo>
                  <a:lnTo>
                    <a:pt x="260" y="63"/>
                  </a:lnTo>
                  <a:close/>
                  <a:moveTo>
                    <a:pt x="222" y="24"/>
                  </a:moveTo>
                  <a:cubicBezTo>
                    <a:pt x="219" y="32"/>
                    <a:pt x="197" y="58"/>
                    <a:pt x="197" y="58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31" y="58"/>
                    <a:pt x="225" y="37"/>
                    <a:pt x="224" y="33"/>
                  </a:cubicBezTo>
                  <a:cubicBezTo>
                    <a:pt x="223" y="29"/>
                    <a:pt x="223" y="24"/>
                    <a:pt x="223" y="24"/>
                  </a:cubicBezTo>
                  <a:cubicBezTo>
                    <a:pt x="223" y="24"/>
                    <a:pt x="223" y="23"/>
                    <a:pt x="222" y="24"/>
                  </a:cubicBezTo>
                  <a:close/>
                  <a:moveTo>
                    <a:pt x="92" y="24"/>
                  </a:moveTo>
                  <a:cubicBezTo>
                    <a:pt x="88" y="32"/>
                    <a:pt x="67" y="58"/>
                    <a:pt x="67" y="58"/>
                  </a:cubicBezTo>
                  <a:cubicBezTo>
                    <a:pt x="101" y="58"/>
                    <a:pt x="101" y="58"/>
                    <a:pt x="101" y="58"/>
                  </a:cubicBezTo>
                  <a:cubicBezTo>
                    <a:pt x="101" y="58"/>
                    <a:pt x="94" y="37"/>
                    <a:pt x="93" y="33"/>
                  </a:cubicBezTo>
                  <a:cubicBezTo>
                    <a:pt x="92" y="29"/>
                    <a:pt x="92" y="24"/>
                    <a:pt x="92" y="24"/>
                  </a:cubicBezTo>
                  <a:cubicBezTo>
                    <a:pt x="92" y="24"/>
                    <a:pt x="92" y="23"/>
                    <a:pt x="92" y="24"/>
                  </a:cubicBezTo>
                  <a:close/>
                  <a:moveTo>
                    <a:pt x="143" y="103"/>
                  </a:moveTo>
                  <a:cubicBezTo>
                    <a:pt x="152" y="90"/>
                    <a:pt x="152" y="90"/>
                    <a:pt x="152" y="90"/>
                  </a:cubicBezTo>
                  <a:cubicBezTo>
                    <a:pt x="151" y="89"/>
                    <a:pt x="146" y="73"/>
                    <a:pt x="146" y="73"/>
                  </a:cubicBezTo>
                  <a:cubicBezTo>
                    <a:pt x="137" y="85"/>
                    <a:pt x="137" y="85"/>
                    <a:pt x="137" y="85"/>
                  </a:cubicBezTo>
                  <a:lnTo>
                    <a:pt x="143" y="10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</p:grpSp>
      <p:sp>
        <p:nvSpPr>
          <p:cNvPr id="13" name="Espace réservé du texte 25"/>
          <p:cNvSpPr>
            <a:spLocks noGrp="1"/>
          </p:cNvSpPr>
          <p:nvPr>
            <p:ph type="body" sz="quarter" idx="13" hasCustomPrompt="1"/>
          </p:nvPr>
        </p:nvSpPr>
        <p:spPr>
          <a:xfrm>
            <a:off x="474134" y="1548166"/>
            <a:ext cx="11243732" cy="1527968"/>
          </a:xfrm>
        </p:spPr>
        <p:txBody>
          <a:bodyPr anchor="b" anchorCtr="0"/>
          <a:lstStyle>
            <a:lvl1pPr marL="0" indent="0" algn="ctr">
              <a:buFontTx/>
              <a:buNone/>
              <a:defRPr sz="5400" b="1">
                <a:solidFill>
                  <a:schemeClr val="bg1"/>
                </a:solidFill>
                <a:latin typeface="Century Gothic" pitchFamily="34" charset="0"/>
              </a:defRPr>
            </a:lvl1pPr>
            <a:lvl2pPr marL="0" indent="0" algn="ctr">
              <a:lnSpc>
                <a:spcPct val="90000"/>
              </a:lnSpc>
              <a:spcBef>
                <a:spcPts val="500"/>
              </a:spcBef>
              <a:buFontTx/>
              <a:buNone/>
              <a:defRPr sz="3200" b="0">
                <a:solidFill>
                  <a:schemeClr val="bg1"/>
                </a:solidFill>
                <a:latin typeface="Century Gothic" pitchFamily="34" charset="0"/>
              </a:defRPr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fr-FR"/>
              <a:t>1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9" name="Parallélogramme 18"/>
          <p:cNvSpPr>
            <a:spLocks noChangeAspect="1"/>
          </p:cNvSpPr>
          <p:nvPr/>
        </p:nvSpPr>
        <p:spPr>
          <a:xfrm>
            <a:off x="979223" y="-4577"/>
            <a:ext cx="1920213" cy="1561369"/>
          </a:xfrm>
          <a:prstGeom prst="parallelogram">
            <a:avLst>
              <a:gd name="adj" fmla="val 8379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  <a:latin typeface="Century Gothic" pitchFamily="34" charset="0"/>
            </a:endParaRPr>
          </a:p>
        </p:txBody>
      </p:sp>
      <p:sp>
        <p:nvSpPr>
          <p:cNvPr id="21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4496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MENTION DE CONFIDENTIALITÉ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716936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4"/>
          </p:nvPr>
        </p:nvSpPr>
        <p:spPr>
          <a:xfrm>
            <a:off x="3784600" y="1104901"/>
            <a:ext cx="5631191" cy="4916387"/>
          </a:xfrm>
        </p:spPr>
        <p:txBody>
          <a:bodyPr anchor="ctr" anchorCtr="0"/>
          <a:lstStyle>
            <a:lvl1pPr marL="534988" indent="-534988">
              <a:spcBef>
                <a:spcPts val="2000"/>
              </a:spcBef>
              <a:buClr>
                <a:srgbClr val="004563"/>
              </a:buClr>
              <a:buFontTx/>
              <a:buNone/>
              <a:defRPr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200" b="0">
                <a:solidFill>
                  <a:srgbClr val="004563"/>
                </a:solidFill>
                <a:latin typeface="Century Gothic" pitchFamily="34" charset="0"/>
              </a:defRPr>
            </a:lvl2pPr>
            <a:lvl3pPr marL="180975" indent="-180975">
              <a:buClr>
                <a:srgbClr val="004563"/>
              </a:buClr>
              <a:defRPr sz="1200" b="1">
                <a:latin typeface="Century Gothic" pitchFamily="34" charset="0"/>
              </a:defRPr>
            </a:lvl3pPr>
            <a:lvl4pPr marL="180975" indent="0">
              <a:defRPr sz="1200">
                <a:latin typeface="Century Gothic" pitchFamily="34" charset="0"/>
              </a:defRPr>
            </a:lvl4pPr>
            <a:lvl5pPr marL="361950" indent="-180975">
              <a:defRPr sz="1200">
                <a:latin typeface="Century Gothic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Espace réservé du contenu 9"/>
          <p:cNvSpPr>
            <a:spLocks noGrp="1"/>
          </p:cNvSpPr>
          <p:nvPr>
            <p:ph sz="quarter" idx="15" hasCustomPrompt="1"/>
          </p:nvPr>
        </p:nvSpPr>
        <p:spPr>
          <a:xfrm>
            <a:off x="9415791" y="1100206"/>
            <a:ext cx="762663" cy="4916387"/>
          </a:xfrm>
        </p:spPr>
        <p:txBody>
          <a:bodyPr anchor="ctr" anchorCtr="0"/>
          <a:lstStyle>
            <a:lvl1pPr marL="534988" indent="-534988" algn="r">
              <a:spcBef>
                <a:spcPts val="2000"/>
              </a:spcBef>
              <a:buClr>
                <a:srgbClr val="004563"/>
              </a:buClr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 algn="r">
              <a:spcBef>
                <a:spcPts val="0"/>
              </a:spcBef>
              <a:buFontTx/>
              <a:buNone/>
              <a:defRPr sz="1200" b="0">
                <a:solidFill>
                  <a:schemeClr val="tx2"/>
                </a:solidFill>
                <a:latin typeface="Century Gothic" pitchFamily="34" charset="0"/>
              </a:defRPr>
            </a:lvl2pPr>
            <a:lvl3pPr marL="180975" indent="-180975" algn="r">
              <a:buClr>
                <a:schemeClr val="tx2"/>
              </a:buClr>
              <a:defRPr sz="1200" b="1">
                <a:latin typeface="Century Gothic" pitchFamily="34" charset="0"/>
              </a:defRPr>
            </a:lvl3pPr>
            <a:lvl4pPr marL="180975" indent="0" algn="r">
              <a:defRPr sz="1200">
                <a:latin typeface="Century Gothic" pitchFamily="34" charset="0"/>
              </a:defRPr>
            </a:lvl4pPr>
            <a:lvl5pPr marL="361950" indent="-180975" algn="r">
              <a:defRPr sz="1200">
                <a:latin typeface="Century Gothic" pitchFamily="34" charset="0"/>
              </a:defRPr>
            </a:lvl5pPr>
          </a:lstStyle>
          <a:p>
            <a:pPr lvl="0"/>
            <a:r>
              <a:rPr lang="fr-FR"/>
              <a:t>1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18" name="Espace réservé du pied de page 1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fr-FR">
              <a:solidFill>
                <a:srgbClr val="004563"/>
              </a:solidFill>
            </a:endParaRPr>
          </a:p>
        </p:txBody>
      </p:sp>
      <p:sp>
        <p:nvSpPr>
          <p:cNvPr id="12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MENTION DE CONFIDENTIALITÉ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5006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/>
          <p:cNvSpPr>
            <a:spLocks noGrp="1"/>
          </p:cNvSpPr>
          <p:nvPr>
            <p:ph type="body" sz="quarter" idx="10"/>
          </p:nvPr>
        </p:nvSpPr>
        <p:spPr>
          <a:xfrm>
            <a:off x="984251" y="1570038"/>
            <a:ext cx="10227732" cy="4470401"/>
          </a:xfrm>
          <a:prstGeom prst="rect">
            <a:avLst/>
          </a:prstGeom>
        </p:spPr>
        <p:txBody>
          <a:bodyPr vert="horz"/>
          <a:lstStyle>
            <a:lvl1pPr marL="285750" indent="-285750">
              <a:buSzPct val="120000"/>
              <a:buFontTx/>
              <a:buBlip>
                <a:blip r:embed="rId2"/>
              </a:buBlip>
              <a:defRPr sz="1800">
                <a:solidFill>
                  <a:srgbClr val="404040"/>
                </a:solidFill>
                <a:latin typeface="Arial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 typeface="Wingdings" pitchFamily="2" charset="2"/>
              <a:buChar char="à"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 typeface="Arial" pitchFamily="34" charset="0"/>
              <a:buChar char="­"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18" name="Espace réservé du pied de page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>
              <a:solidFill>
                <a:srgbClr val="004563"/>
              </a:solidFill>
            </a:endParaRPr>
          </a:p>
        </p:txBody>
      </p:sp>
      <p:sp>
        <p:nvSpPr>
          <p:cNvPr id="9" name="Espace réservé du texte 11"/>
          <p:cNvSpPr>
            <a:spLocks noGrp="1"/>
          </p:cNvSpPr>
          <p:nvPr>
            <p:ph type="body" sz="quarter" idx="13"/>
          </p:nvPr>
        </p:nvSpPr>
        <p:spPr>
          <a:xfrm>
            <a:off x="969434" y="819403"/>
            <a:ext cx="10227732" cy="38179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85750" indent="-285750">
              <a:buSzPct val="120000"/>
              <a:buFontTx/>
              <a:buNone/>
              <a:defRPr sz="1400" b="1">
                <a:solidFill>
                  <a:schemeClr val="tx2"/>
                </a:solidFill>
                <a:latin typeface="Century Gothic" pitchFamily="34" charset="0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Tx/>
              <a:buNone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Tx/>
              <a:buNone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5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MENTION DE CONFIDENTIALITÉ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57637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18" name="Espace réservé du pied de page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>
              <a:solidFill>
                <a:srgbClr val="004563"/>
              </a:solidFill>
            </a:endParaRPr>
          </a:p>
        </p:txBody>
      </p:sp>
      <p:sp>
        <p:nvSpPr>
          <p:cNvPr id="7" name="Espace réservé du tableau 6"/>
          <p:cNvSpPr>
            <a:spLocks noGrp="1"/>
          </p:cNvSpPr>
          <p:nvPr>
            <p:ph type="tbl" sz="quarter" idx="13"/>
          </p:nvPr>
        </p:nvSpPr>
        <p:spPr>
          <a:xfrm>
            <a:off x="982133" y="2224088"/>
            <a:ext cx="10229851" cy="3816350"/>
          </a:xfrm>
        </p:spPr>
        <p:txBody>
          <a:bodyPr>
            <a:normAutofit/>
          </a:bodyPr>
          <a:lstStyle>
            <a:lvl1pPr>
              <a:buFontTx/>
              <a:buNone/>
              <a:defRPr sz="1400"/>
            </a:lvl1pPr>
          </a:lstStyle>
          <a:p>
            <a:r>
              <a:rPr lang="fr-FR"/>
              <a:t>Cliquez sur l'icône pour ajouter un tableau</a:t>
            </a:r>
          </a:p>
        </p:txBody>
      </p:sp>
      <p:sp>
        <p:nvSpPr>
          <p:cNvPr id="6" name="Espace réservé du texte 11"/>
          <p:cNvSpPr>
            <a:spLocks noGrp="1"/>
          </p:cNvSpPr>
          <p:nvPr>
            <p:ph type="body" sz="quarter" idx="14"/>
          </p:nvPr>
        </p:nvSpPr>
        <p:spPr>
          <a:xfrm>
            <a:off x="969434" y="819403"/>
            <a:ext cx="10227732" cy="38179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85750" indent="-285750">
              <a:buSzPct val="120000"/>
              <a:buFontTx/>
              <a:buNone/>
              <a:defRPr sz="1400" b="1">
                <a:solidFill>
                  <a:schemeClr val="tx2"/>
                </a:solidFill>
                <a:latin typeface="Century Gothic" pitchFamily="34" charset="0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Tx/>
              <a:buNone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Tx/>
              <a:buNone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9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MENTION DE CONFIDENTIALITÉ</a:t>
            </a:r>
            <a:endParaRPr lang="fr-FR">
              <a:solidFill>
                <a:srgbClr val="E40A38"/>
              </a:solidFill>
            </a:endParaRPr>
          </a:p>
        </p:txBody>
      </p:sp>
      <p:sp>
        <p:nvSpPr>
          <p:cNvPr id="12" name="Espace réservé du texte 5"/>
          <p:cNvSpPr>
            <a:spLocks noGrp="1"/>
          </p:cNvSpPr>
          <p:nvPr>
            <p:ph type="body" sz="quarter" idx="15"/>
          </p:nvPr>
        </p:nvSpPr>
        <p:spPr>
          <a:xfrm>
            <a:off x="972749" y="1509657"/>
            <a:ext cx="4837501" cy="59378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400" b="0"/>
            </a:lvl2pPr>
            <a:lvl3pPr marL="0" indent="0">
              <a:spcBef>
                <a:spcPts val="0"/>
              </a:spcBef>
              <a:buFontTx/>
              <a:buNone/>
              <a:defRPr sz="1000" b="1"/>
            </a:lvl3pPr>
            <a:lvl4pPr marL="0" indent="0">
              <a:buFontTx/>
              <a:buNone/>
              <a:defRPr sz="1000"/>
            </a:lvl4pPr>
            <a:lvl5pPr marL="0" indent="0">
              <a:buFontTx/>
              <a:buNone/>
              <a:defRPr sz="100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2148817919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GRAMME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21" name="Espace réservé du numéro de diapositive 2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004563"/>
              </a:solidFill>
            </a:endParaRPr>
          </a:p>
        </p:txBody>
      </p:sp>
      <p:sp>
        <p:nvSpPr>
          <p:cNvPr id="9" name="Espace réservé du graphique 8"/>
          <p:cNvSpPr>
            <a:spLocks noGrp="1"/>
          </p:cNvSpPr>
          <p:nvPr>
            <p:ph type="chart" sz="quarter" idx="14"/>
          </p:nvPr>
        </p:nvSpPr>
        <p:spPr>
          <a:xfrm>
            <a:off x="800099" y="2220427"/>
            <a:ext cx="5010151" cy="3554413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fr-FR"/>
              <a:t>Cliquez sur l'icône pour ajouter un graphique</a:t>
            </a:r>
          </a:p>
        </p:txBody>
      </p:sp>
      <p:sp>
        <p:nvSpPr>
          <p:cNvPr id="12" name="Espace réservé du graphique 8"/>
          <p:cNvSpPr>
            <a:spLocks noGrp="1"/>
          </p:cNvSpPr>
          <p:nvPr>
            <p:ph type="chart" sz="quarter" idx="15"/>
          </p:nvPr>
        </p:nvSpPr>
        <p:spPr>
          <a:xfrm>
            <a:off x="6218353" y="2220427"/>
            <a:ext cx="5010151" cy="3554413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fr-FR"/>
              <a:t>Cliquez sur l'icône pour ajouter un graphique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972749" y="1509657"/>
            <a:ext cx="4837501" cy="59378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400" b="0"/>
            </a:lvl2pPr>
            <a:lvl3pPr marL="0" indent="0">
              <a:spcBef>
                <a:spcPts val="0"/>
              </a:spcBef>
              <a:buFontTx/>
              <a:buNone/>
              <a:defRPr sz="1000" b="1"/>
            </a:lvl3pPr>
            <a:lvl4pPr marL="0" indent="0">
              <a:buFontTx/>
              <a:buNone/>
              <a:defRPr sz="1000"/>
            </a:lvl4pPr>
            <a:lvl5pPr marL="0" indent="0">
              <a:buFontTx/>
              <a:buNone/>
              <a:defRPr sz="100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7" name="Espace réservé du texte 5"/>
          <p:cNvSpPr>
            <a:spLocks noGrp="1"/>
          </p:cNvSpPr>
          <p:nvPr>
            <p:ph type="body" sz="quarter" idx="13"/>
          </p:nvPr>
        </p:nvSpPr>
        <p:spPr>
          <a:xfrm>
            <a:off x="6351009" y="1509657"/>
            <a:ext cx="4729313" cy="59378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400" b="0"/>
            </a:lvl2pPr>
            <a:lvl3pPr marL="0" indent="0">
              <a:spcBef>
                <a:spcPts val="0"/>
              </a:spcBef>
              <a:buFontTx/>
              <a:buNone/>
              <a:defRPr sz="1000" b="1"/>
            </a:lvl3pPr>
            <a:lvl4pPr marL="0" indent="0">
              <a:buFontTx/>
              <a:buNone/>
              <a:defRPr sz="1000"/>
            </a:lvl4pPr>
            <a:lvl5pPr marL="0" indent="0">
              <a:buFontTx/>
              <a:buNone/>
              <a:defRPr sz="100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1" name="Espace réservé du texte 11"/>
          <p:cNvSpPr>
            <a:spLocks noGrp="1"/>
          </p:cNvSpPr>
          <p:nvPr>
            <p:ph type="body" sz="quarter" idx="16"/>
          </p:nvPr>
        </p:nvSpPr>
        <p:spPr>
          <a:xfrm>
            <a:off x="969434" y="819403"/>
            <a:ext cx="10227732" cy="38179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85750" indent="-285750">
              <a:buSzPct val="120000"/>
              <a:buFontTx/>
              <a:buNone/>
              <a:defRPr sz="1400" b="1">
                <a:solidFill>
                  <a:schemeClr val="tx2"/>
                </a:solidFill>
                <a:latin typeface="Century Gothic" pitchFamily="34" charset="0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Tx/>
              <a:buNone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Tx/>
              <a:buNone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3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MENTION DE CONFIDENTIALITÉ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138937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GRAMME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21" name="Espace réservé du numéro de diapositive 2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004563"/>
              </a:solidFill>
            </a:endParaRPr>
          </a:p>
        </p:txBody>
      </p:sp>
      <p:sp>
        <p:nvSpPr>
          <p:cNvPr id="9" name="Espace réservé du graphique 8"/>
          <p:cNvSpPr>
            <a:spLocks noGrp="1"/>
          </p:cNvSpPr>
          <p:nvPr>
            <p:ph type="chart" sz="quarter" idx="14"/>
          </p:nvPr>
        </p:nvSpPr>
        <p:spPr>
          <a:xfrm>
            <a:off x="800099" y="2216286"/>
            <a:ext cx="5010151" cy="14400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fr-FR"/>
              <a:t>Cliquez sur l'icône pour ajouter un graphique</a:t>
            </a:r>
          </a:p>
        </p:txBody>
      </p:sp>
      <p:sp>
        <p:nvSpPr>
          <p:cNvPr id="12" name="Espace réservé du graphique 8"/>
          <p:cNvSpPr>
            <a:spLocks noGrp="1"/>
          </p:cNvSpPr>
          <p:nvPr>
            <p:ph type="chart" sz="quarter" idx="15"/>
          </p:nvPr>
        </p:nvSpPr>
        <p:spPr>
          <a:xfrm>
            <a:off x="6218353" y="2216286"/>
            <a:ext cx="5010151" cy="14400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fr-FR"/>
              <a:t>Cliquez sur l'icône pour ajouter un graphique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 hasCustomPrompt="1"/>
          </p:nvPr>
        </p:nvSpPr>
        <p:spPr>
          <a:xfrm>
            <a:off x="972749" y="1509657"/>
            <a:ext cx="4837501" cy="59378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400" b="0"/>
            </a:lvl2pPr>
            <a:lvl3pPr marL="0" indent="0">
              <a:spcBef>
                <a:spcPts val="0"/>
              </a:spcBef>
              <a:buFontTx/>
              <a:buNone/>
              <a:defRPr sz="1000" b="1"/>
            </a:lvl3pPr>
            <a:lvl4pPr marL="0" indent="0">
              <a:buFontTx/>
              <a:buNone/>
              <a:defRPr sz="1000"/>
            </a:lvl4pPr>
            <a:lvl5pPr marL="0" indent="0">
              <a:buFontTx/>
              <a:buNone/>
              <a:defRPr sz="1000"/>
            </a:lvl5pPr>
          </a:lstStyle>
          <a:p>
            <a:pPr lvl="0"/>
            <a:r>
              <a:rPr lang="fr-FR"/>
              <a:t>Cliquez pour modifier le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7" name="Espace réservé du texte 5"/>
          <p:cNvSpPr>
            <a:spLocks noGrp="1"/>
          </p:cNvSpPr>
          <p:nvPr>
            <p:ph type="body" sz="quarter" idx="13" hasCustomPrompt="1"/>
          </p:nvPr>
        </p:nvSpPr>
        <p:spPr>
          <a:xfrm>
            <a:off x="6351009" y="1509657"/>
            <a:ext cx="4729313" cy="59378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400" b="0"/>
            </a:lvl2pPr>
            <a:lvl3pPr marL="0" indent="0">
              <a:spcBef>
                <a:spcPts val="0"/>
              </a:spcBef>
              <a:buFontTx/>
              <a:buNone/>
              <a:defRPr sz="1000" b="1"/>
            </a:lvl3pPr>
            <a:lvl4pPr marL="0" indent="0">
              <a:buFontTx/>
              <a:buNone/>
              <a:defRPr sz="1000"/>
            </a:lvl4pPr>
            <a:lvl5pPr marL="0" indent="0">
              <a:buFontTx/>
              <a:buNone/>
              <a:defRPr sz="1000"/>
            </a:lvl5pPr>
          </a:lstStyle>
          <a:p>
            <a:pPr lvl="0"/>
            <a:r>
              <a:rPr lang="fr-FR"/>
              <a:t>Cliquez pour modifier le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1" name="Espace réservé du texte 11"/>
          <p:cNvSpPr>
            <a:spLocks noGrp="1"/>
          </p:cNvSpPr>
          <p:nvPr>
            <p:ph type="body" sz="quarter" idx="16"/>
          </p:nvPr>
        </p:nvSpPr>
        <p:spPr>
          <a:xfrm>
            <a:off x="969434" y="819403"/>
            <a:ext cx="10227732" cy="38179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85750" indent="-285750">
              <a:buSzPct val="120000"/>
              <a:buFontTx/>
              <a:buNone/>
              <a:defRPr sz="1400" b="1">
                <a:solidFill>
                  <a:schemeClr val="tx2"/>
                </a:solidFill>
                <a:latin typeface="Century Gothic" pitchFamily="34" charset="0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Tx/>
              <a:buNone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Tx/>
              <a:buNone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3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MENTION DE CONFIDENTIALITÉ</a:t>
            </a:r>
            <a:endParaRPr lang="fr-FR">
              <a:solidFill>
                <a:srgbClr val="E40A38"/>
              </a:solidFill>
            </a:endParaRPr>
          </a:p>
        </p:txBody>
      </p:sp>
      <p:sp>
        <p:nvSpPr>
          <p:cNvPr id="14" name="Espace réservé du graphique 8"/>
          <p:cNvSpPr>
            <a:spLocks noGrp="1"/>
          </p:cNvSpPr>
          <p:nvPr>
            <p:ph type="chart" sz="quarter" idx="17"/>
          </p:nvPr>
        </p:nvSpPr>
        <p:spPr>
          <a:xfrm>
            <a:off x="791267" y="4589223"/>
            <a:ext cx="5010151" cy="14400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fr-FR"/>
              <a:t>Cliquez sur l'icône pour ajouter un graphique</a:t>
            </a:r>
          </a:p>
        </p:txBody>
      </p:sp>
      <p:sp>
        <p:nvSpPr>
          <p:cNvPr id="15" name="Espace réservé du graphique 8"/>
          <p:cNvSpPr>
            <a:spLocks noGrp="1"/>
          </p:cNvSpPr>
          <p:nvPr>
            <p:ph type="chart" sz="quarter" idx="18"/>
          </p:nvPr>
        </p:nvSpPr>
        <p:spPr>
          <a:xfrm>
            <a:off x="6209521" y="4589223"/>
            <a:ext cx="5010151" cy="14400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fr-FR"/>
              <a:t>Cliquez sur l'icône pour ajouter un graphique</a:t>
            </a:r>
          </a:p>
        </p:txBody>
      </p:sp>
      <p:sp>
        <p:nvSpPr>
          <p:cNvPr id="16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963918" y="3902472"/>
            <a:ext cx="4837501" cy="59378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400" b="0"/>
            </a:lvl2pPr>
            <a:lvl3pPr marL="0" indent="0">
              <a:spcBef>
                <a:spcPts val="0"/>
              </a:spcBef>
              <a:buFontTx/>
              <a:buNone/>
              <a:defRPr sz="1000" b="1"/>
            </a:lvl3pPr>
            <a:lvl4pPr marL="0" indent="0">
              <a:buFontTx/>
              <a:buNone/>
              <a:defRPr sz="1000"/>
            </a:lvl4pPr>
            <a:lvl5pPr marL="0" indent="0">
              <a:buFontTx/>
              <a:buNone/>
              <a:defRPr sz="1000"/>
            </a:lvl5pPr>
          </a:lstStyle>
          <a:p>
            <a:pPr lvl="0"/>
            <a:r>
              <a:rPr lang="fr-FR"/>
              <a:t>Cliquez pour modifier le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7" name="Espace réservé du texte 5"/>
          <p:cNvSpPr>
            <a:spLocks noGrp="1"/>
          </p:cNvSpPr>
          <p:nvPr>
            <p:ph type="body" sz="quarter" idx="20" hasCustomPrompt="1"/>
          </p:nvPr>
        </p:nvSpPr>
        <p:spPr>
          <a:xfrm>
            <a:off x="6342177" y="3902472"/>
            <a:ext cx="4729313" cy="59378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400" b="0"/>
            </a:lvl2pPr>
            <a:lvl3pPr marL="0" indent="0">
              <a:spcBef>
                <a:spcPts val="0"/>
              </a:spcBef>
              <a:buFontTx/>
              <a:buNone/>
              <a:defRPr sz="1000" b="1"/>
            </a:lvl3pPr>
            <a:lvl4pPr marL="0" indent="0">
              <a:buFontTx/>
              <a:buNone/>
              <a:defRPr sz="1000"/>
            </a:lvl4pPr>
            <a:lvl5pPr marL="0" indent="0">
              <a:buFontTx/>
              <a:buNone/>
              <a:defRPr sz="1000"/>
            </a:lvl5pPr>
          </a:lstStyle>
          <a:p>
            <a:pPr lvl="0"/>
            <a:r>
              <a:rPr lang="fr-FR"/>
              <a:t>Cliquez pour modifier le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25344252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MEMB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1"/>
          <p:cNvSpPr>
            <a:spLocks noGrp="1"/>
          </p:cNvSpPr>
          <p:nvPr>
            <p:ph type="body" sz="quarter" idx="10"/>
          </p:nvPr>
        </p:nvSpPr>
        <p:spPr>
          <a:xfrm>
            <a:off x="6423913" y="1570038"/>
            <a:ext cx="4788071" cy="4470400"/>
          </a:xfrm>
          <a:prstGeom prst="rect">
            <a:avLst/>
          </a:prstGeom>
        </p:spPr>
        <p:txBody>
          <a:bodyPr vert="horz" anchor="ctr" anchorCtr="0"/>
          <a:lstStyle>
            <a:lvl1pPr marL="285750" indent="-285750">
              <a:spcBef>
                <a:spcPts val="1500"/>
              </a:spcBef>
              <a:buSzPct val="120000"/>
              <a:buFontTx/>
              <a:buBlip>
                <a:blip r:embed="rId2"/>
              </a:buBlip>
              <a:defRPr sz="1800">
                <a:solidFill>
                  <a:srgbClr val="404040"/>
                </a:solidFill>
                <a:latin typeface="Arial"/>
                <a:cs typeface="Arial"/>
              </a:defRPr>
            </a:lvl1pPr>
            <a:lvl2pPr marL="742950" indent="-285750">
              <a:spcBef>
                <a:spcPts val="1500"/>
              </a:spcBef>
              <a:buClr>
                <a:schemeClr val="accent2"/>
              </a:buClr>
              <a:buSzPct val="100000"/>
              <a:buFont typeface="Wingdings" pitchFamily="2" charset="2"/>
              <a:buChar char="à"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spcBef>
                <a:spcPts val="1500"/>
              </a:spcBef>
              <a:buClr>
                <a:srgbClr val="004563"/>
              </a:buClr>
              <a:buSzPct val="100000"/>
              <a:buFont typeface="Arial" pitchFamily="34" charset="0"/>
              <a:buChar char="­"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2" name="Titr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9" name="Espace réservé du numéro de diapositive 1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>
              <a:solidFill>
                <a:srgbClr val="004563"/>
              </a:solidFill>
            </a:endParaRPr>
          </a:p>
        </p:txBody>
      </p:sp>
      <p:sp>
        <p:nvSpPr>
          <p:cNvPr id="8" name="Espace réservé du graphique 7"/>
          <p:cNvSpPr>
            <a:spLocks noGrp="1"/>
          </p:cNvSpPr>
          <p:nvPr>
            <p:ph type="chart" sz="quarter" idx="13"/>
          </p:nvPr>
        </p:nvSpPr>
        <p:spPr>
          <a:xfrm>
            <a:off x="1477433" y="2917203"/>
            <a:ext cx="3642784" cy="2439987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fr-FR"/>
              <a:t>Cliquez sur l'icône pour ajouter un graphique</a:t>
            </a:r>
          </a:p>
        </p:txBody>
      </p:sp>
      <p:sp>
        <p:nvSpPr>
          <p:cNvPr id="9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972749" y="1509657"/>
            <a:ext cx="4837501" cy="59378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b="1">
                <a:solidFill>
                  <a:schemeClr val="tx2"/>
                </a:solidFill>
                <a:latin typeface="Century Gothic" pitchFamily="34" charset="0"/>
              </a:defRPr>
            </a:lvl1pPr>
            <a:lvl2pPr marL="0" indent="0">
              <a:spcBef>
                <a:spcPts val="0"/>
              </a:spcBef>
              <a:buFontTx/>
              <a:buNone/>
              <a:defRPr sz="1400" b="0"/>
            </a:lvl2pPr>
            <a:lvl3pPr marL="0" indent="0">
              <a:spcBef>
                <a:spcPts val="0"/>
              </a:spcBef>
              <a:buFontTx/>
              <a:buNone/>
              <a:defRPr sz="1000" b="1"/>
            </a:lvl3pPr>
            <a:lvl4pPr marL="0" indent="0">
              <a:buFontTx/>
              <a:buNone/>
              <a:defRPr sz="1000"/>
            </a:lvl4pPr>
            <a:lvl5pPr marL="0" indent="0">
              <a:buFontTx/>
              <a:buNone/>
              <a:defRPr sz="100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1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969434" y="819403"/>
            <a:ext cx="10227732" cy="38179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85750" indent="-285750">
              <a:buSzPct val="120000"/>
              <a:buFontTx/>
              <a:buNone/>
              <a:defRPr sz="1400" b="1">
                <a:solidFill>
                  <a:schemeClr val="tx2"/>
                </a:solidFill>
                <a:latin typeface="Century Gothic" pitchFamily="34" charset="0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Tx/>
              <a:buNone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Tx/>
              <a:buNone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3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MENTION DE CONFIDENTIALITÉ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05678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E 3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12"/>
          <p:cNvSpPr>
            <a:spLocks noGrp="1"/>
          </p:cNvSpPr>
          <p:nvPr>
            <p:ph type="body" sz="quarter" idx="10"/>
          </p:nvPr>
        </p:nvSpPr>
        <p:spPr>
          <a:xfrm>
            <a:off x="984251" y="1570038"/>
            <a:ext cx="3120000" cy="1617662"/>
          </a:xfrm>
          <a:prstGeom prst="rect">
            <a:avLst/>
          </a:prstGeom>
          <a:ln w="12700">
            <a:solidFill>
              <a:schemeClr val="tx2"/>
            </a:solidFill>
          </a:ln>
        </p:spPr>
        <p:txBody>
          <a:bodyPr vert="horz" lIns="72000" rIns="72000" anchor="ctr" anchorCtr="1"/>
          <a:lstStyle>
            <a:lvl1pPr marL="0" indent="0" algn="ctr">
              <a:buNone/>
              <a:defRPr sz="1600" b="1" i="0" cap="all" normalizeH="0" baseline="0">
                <a:solidFill>
                  <a:schemeClr val="tx2"/>
                </a:solidFill>
                <a:latin typeface="Century Gothic"/>
                <a:cs typeface="Century Gothic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1"/>
          </p:nvPr>
        </p:nvSpPr>
        <p:spPr>
          <a:xfrm>
            <a:off x="4529613" y="1570038"/>
            <a:ext cx="3120000" cy="1617662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vert="horz" lIns="72000" rIns="72000" anchor="ctr" anchorCtr="1"/>
          <a:lstStyle>
            <a:lvl1pPr marL="0" indent="0" algn="ctr">
              <a:buNone/>
              <a:defRPr sz="1600" b="1" i="0" cap="all" normalizeH="0" baseline="0">
                <a:solidFill>
                  <a:schemeClr val="accent1"/>
                </a:solidFill>
                <a:latin typeface="Century Gothic"/>
                <a:cs typeface="Century Gothic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7" name="Espace réservé du texte 12"/>
          <p:cNvSpPr>
            <a:spLocks noGrp="1"/>
          </p:cNvSpPr>
          <p:nvPr>
            <p:ph type="body" sz="quarter" idx="12"/>
          </p:nvPr>
        </p:nvSpPr>
        <p:spPr>
          <a:xfrm>
            <a:off x="8091984" y="1570038"/>
            <a:ext cx="3120000" cy="1617662"/>
          </a:xfrm>
          <a:prstGeom prst="rect">
            <a:avLst/>
          </a:prstGeom>
          <a:ln w="12700">
            <a:solidFill>
              <a:schemeClr val="accent2"/>
            </a:solidFill>
          </a:ln>
        </p:spPr>
        <p:txBody>
          <a:bodyPr vert="horz" lIns="72000" rIns="72000" anchor="ctr" anchorCtr="1"/>
          <a:lstStyle>
            <a:lvl1pPr marL="0" indent="0" algn="ctr">
              <a:buNone/>
              <a:defRPr sz="1600" b="1" i="0" cap="all" normalizeH="0" baseline="0">
                <a:solidFill>
                  <a:schemeClr val="accent2"/>
                </a:solidFill>
                <a:latin typeface="Century Gothic"/>
                <a:cs typeface="Century Gothic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3"/>
          </p:nvPr>
        </p:nvSpPr>
        <p:spPr>
          <a:xfrm>
            <a:off x="976160" y="3505201"/>
            <a:ext cx="3120000" cy="2535238"/>
          </a:xfrm>
          <a:prstGeom prst="rect">
            <a:avLst/>
          </a:prstGeom>
        </p:spPr>
        <p:txBody>
          <a:bodyPr vert="horz"/>
          <a:lstStyle>
            <a:lvl1pPr marL="285750" indent="-285750">
              <a:buSzPct val="100000"/>
              <a:buFontTx/>
              <a:buBlip>
                <a:blip r:embed="rId2"/>
              </a:buBlip>
              <a:defRPr sz="1500">
                <a:solidFill>
                  <a:srgbClr val="404040"/>
                </a:solidFill>
                <a:latin typeface="Arial"/>
                <a:cs typeface="Arial"/>
              </a:defRPr>
            </a:lvl1pPr>
            <a:lvl2pPr marL="742950" indent="-285750">
              <a:buSzPct val="100000"/>
              <a:buFontTx/>
              <a:buBlip>
                <a:blip r:embed="rId3"/>
              </a:buBlip>
              <a:defRPr sz="1500">
                <a:latin typeface="Arial"/>
                <a:cs typeface="Arial"/>
              </a:defRPr>
            </a:lvl2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0" name="Espace réservé du texte 18"/>
          <p:cNvSpPr>
            <a:spLocks noGrp="1"/>
          </p:cNvSpPr>
          <p:nvPr>
            <p:ph type="body" sz="quarter" idx="14"/>
          </p:nvPr>
        </p:nvSpPr>
        <p:spPr>
          <a:xfrm>
            <a:off x="4547953" y="3505201"/>
            <a:ext cx="3120000" cy="2535238"/>
          </a:xfrm>
          <a:prstGeom prst="rect">
            <a:avLst/>
          </a:prstGeom>
        </p:spPr>
        <p:txBody>
          <a:bodyPr vert="horz"/>
          <a:lstStyle>
            <a:lvl1pPr marL="285750" indent="-285750">
              <a:buSzPct val="100000"/>
              <a:buFontTx/>
              <a:buBlip>
                <a:blip r:embed="rId4"/>
              </a:buBlip>
              <a:defRPr sz="1500">
                <a:solidFill>
                  <a:srgbClr val="404040"/>
                </a:solidFill>
                <a:latin typeface="Arial"/>
                <a:cs typeface="Arial"/>
              </a:defRPr>
            </a:lvl1pPr>
            <a:lvl2pPr marL="742950" indent="-285750">
              <a:buSzPct val="100000"/>
              <a:buFontTx/>
              <a:buBlip>
                <a:blip r:embed="rId3"/>
              </a:buBlip>
              <a:defRPr sz="1500">
                <a:latin typeface="Arial"/>
                <a:cs typeface="Arial"/>
              </a:defRPr>
            </a:lvl2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1" name="Espace réservé du texte 18"/>
          <p:cNvSpPr>
            <a:spLocks noGrp="1"/>
          </p:cNvSpPr>
          <p:nvPr>
            <p:ph type="body" sz="quarter" idx="15"/>
          </p:nvPr>
        </p:nvSpPr>
        <p:spPr>
          <a:xfrm>
            <a:off x="8090487" y="3505201"/>
            <a:ext cx="3120000" cy="2535238"/>
          </a:xfrm>
          <a:prstGeom prst="rect">
            <a:avLst/>
          </a:prstGeom>
        </p:spPr>
        <p:txBody>
          <a:bodyPr vert="horz"/>
          <a:lstStyle>
            <a:lvl1pPr marL="285750" indent="-285750">
              <a:buSzPct val="100000"/>
              <a:buFontTx/>
              <a:buBlip>
                <a:blip r:embed="rId5"/>
              </a:buBlip>
              <a:defRPr sz="1500">
                <a:solidFill>
                  <a:srgbClr val="404040"/>
                </a:solidFill>
                <a:latin typeface="Arial"/>
                <a:cs typeface="Arial"/>
              </a:defRPr>
            </a:lvl1pPr>
            <a:lvl2pPr marL="742950" indent="-285750">
              <a:buSzPct val="100000"/>
              <a:buFontTx/>
              <a:buBlip>
                <a:blip r:embed="rId3"/>
              </a:buBlip>
              <a:defRPr sz="1500">
                <a:latin typeface="Arial"/>
                <a:cs typeface="Arial"/>
              </a:defRPr>
            </a:lvl2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2" name="Titr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30" name="Espace réservé du pied de page 29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fr-FR">
              <a:solidFill>
                <a:srgbClr val="004563"/>
              </a:solidFill>
            </a:endParaRPr>
          </a:p>
        </p:txBody>
      </p:sp>
      <p:sp>
        <p:nvSpPr>
          <p:cNvPr id="11" name="Espace réservé du texte 11"/>
          <p:cNvSpPr>
            <a:spLocks noGrp="1"/>
          </p:cNvSpPr>
          <p:nvPr>
            <p:ph type="body" sz="quarter" idx="18"/>
          </p:nvPr>
        </p:nvSpPr>
        <p:spPr>
          <a:xfrm>
            <a:off x="969434" y="819403"/>
            <a:ext cx="10227732" cy="38179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85750" indent="-285750">
              <a:buSzPct val="120000"/>
              <a:buFontTx/>
              <a:buNone/>
              <a:defRPr sz="1400" b="1">
                <a:solidFill>
                  <a:schemeClr val="tx2"/>
                </a:solidFill>
                <a:latin typeface="Century Gothic" pitchFamily="34" charset="0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Tx/>
              <a:buNone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Tx/>
              <a:buNone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2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MENTION DE CONFIDENTIALITÉ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920358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E &amp; 1 BL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2"/>
          <p:cNvSpPr>
            <a:spLocks noGrp="1"/>
          </p:cNvSpPr>
          <p:nvPr>
            <p:ph type="body" sz="quarter" idx="10"/>
          </p:nvPr>
        </p:nvSpPr>
        <p:spPr>
          <a:xfrm>
            <a:off x="7809781" y="1570038"/>
            <a:ext cx="3402203" cy="4470400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vert="horz" lIns="288000" tIns="252000" rIns="288000" bIns="252000" anchor="ctr" anchorCtr="1">
            <a:normAutofit/>
          </a:bodyPr>
          <a:lstStyle>
            <a:lvl1pPr marL="0" indent="0" algn="ctr">
              <a:buNone/>
              <a:defRPr sz="1400" b="1" i="0" cap="all" normalizeH="0" baseline="0">
                <a:ln>
                  <a:noFill/>
                </a:ln>
                <a:solidFill>
                  <a:schemeClr val="accent1"/>
                </a:solidFill>
                <a:latin typeface="Century Gothic"/>
                <a:cs typeface="Century Gothic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5" name="Espace réservé du texte 11"/>
          <p:cNvSpPr>
            <a:spLocks noGrp="1"/>
          </p:cNvSpPr>
          <p:nvPr>
            <p:ph type="body" sz="quarter" idx="11"/>
          </p:nvPr>
        </p:nvSpPr>
        <p:spPr>
          <a:xfrm>
            <a:off x="983635" y="1570038"/>
            <a:ext cx="5711383" cy="4470400"/>
          </a:xfrm>
          <a:prstGeom prst="rect">
            <a:avLst/>
          </a:prstGeom>
        </p:spPr>
        <p:txBody>
          <a:bodyPr vert="horz" anchor="ctr" anchorCtr="0"/>
          <a:lstStyle>
            <a:lvl1pPr marL="285750" indent="-285750">
              <a:buSzPct val="120000"/>
              <a:buFontTx/>
              <a:buBlip>
                <a:blip r:embed="rId2"/>
              </a:buBlip>
              <a:defRPr sz="1800">
                <a:solidFill>
                  <a:srgbClr val="404040"/>
                </a:solidFill>
                <a:latin typeface="Arial"/>
                <a:cs typeface="Arial"/>
              </a:defRPr>
            </a:lvl1pPr>
            <a:lvl2pPr marL="742950" indent="-285750">
              <a:buSzPct val="200000"/>
              <a:buFontTx/>
              <a:buBlip>
                <a:blip r:embed="rId3"/>
              </a:buBlip>
              <a:defRPr sz="1600" baseline="0">
                <a:solidFill>
                  <a:schemeClr val="tx1"/>
                </a:solidFill>
                <a:latin typeface="Arial"/>
                <a:cs typeface="Arial"/>
              </a:defRPr>
            </a:lvl2pPr>
            <a:lvl3pPr marL="1143000" indent="-228600">
              <a:buSzPct val="100000"/>
              <a:buFont typeface="Lucida Grande"/>
              <a:buChar char="&gt;"/>
              <a:defRPr sz="1400" i="1">
                <a:solidFill>
                  <a:schemeClr val="tx1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1" name="Espace réservé du numéro de diapositive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32" name="Espace réservé du pied de page 3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fr-FR">
              <a:solidFill>
                <a:srgbClr val="004563"/>
              </a:solidFill>
            </a:endParaRPr>
          </a:p>
        </p:txBody>
      </p:sp>
      <p:sp>
        <p:nvSpPr>
          <p:cNvPr id="7" name="Espace réservé du texte 11"/>
          <p:cNvSpPr>
            <a:spLocks noGrp="1"/>
          </p:cNvSpPr>
          <p:nvPr>
            <p:ph type="body" sz="quarter" idx="14"/>
          </p:nvPr>
        </p:nvSpPr>
        <p:spPr>
          <a:xfrm>
            <a:off x="969434" y="819403"/>
            <a:ext cx="10227732" cy="38179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85750" indent="-285750">
              <a:buSzPct val="120000"/>
              <a:buFontTx/>
              <a:buNone/>
              <a:defRPr sz="1400" b="1">
                <a:solidFill>
                  <a:schemeClr val="tx2"/>
                </a:solidFill>
                <a:latin typeface="Century Gothic" pitchFamily="34" charset="0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Tx/>
              <a:buNone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Tx/>
              <a:buNone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MENTION DE CONFIDENTIALITÉ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591627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16" name="Espace réservé du pied de page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004563"/>
              </a:solidFill>
            </a:endParaRPr>
          </a:p>
        </p:txBody>
      </p:sp>
      <p:sp>
        <p:nvSpPr>
          <p:cNvPr id="5" name="Espace réservé du texte 11"/>
          <p:cNvSpPr>
            <a:spLocks noGrp="1"/>
          </p:cNvSpPr>
          <p:nvPr>
            <p:ph type="body" sz="quarter" idx="13"/>
          </p:nvPr>
        </p:nvSpPr>
        <p:spPr>
          <a:xfrm>
            <a:off x="969434" y="819403"/>
            <a:ext cx="10227732" cy="38179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85750" indent="-285750">
              <a:buSzPct val="120000"/>
              <a:buFontTx/>
              <a:buNone/>
              <a:defRPr sz="1400" b="1">
                <a:solidFill>
                  <a:schemeClr val="tx2"/>
                </a:solidFill>
                <a:latin typeface="Century Gothic" pitchFamily="34" charset="0"/>
                <a:cs typeface="Arial"/>
              </a:defRPr>
            </a:lvl1pPr>
            <a:lvl2pPr marL="742950" indent="-285750">
              <a:buClr>
                <a:srgbClr val="00727A"/>
              </a:buClr>
              <a:buSzPct val="100000"/>
              <a:buFontTx/>
              <a:buNone/>
              <a:defRPr sz="1600" baseline="0">
                <a:solidFill>
                  <a:srgbClr val="404040"/>
                </a:solidFill>
                <a:latin typeface="Arial"/>
                <a:cs typeface="Arial"/>
              </a:defRPr>
            </a:lvl2pPr>
            <a:lvl3pPr marL="1077913" indent="-163513">
              <a:buClr>
                <a:srgbClr val="004563"/>
              </a:buClr>
              <a:buSzPct val="100000"/>
              <a:buFontTx/>
              <a:buNone/>
              <a:defRPr sz="1400" i="1">
                <a:solidFill>
                  <a:srgbClr val="404040"/>
                </a:solidFill>
                <a:latin typeface="Arial"/>
                <a:cs typeface="Arial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MENTION DE CONFIDENTIALITÉ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27841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tags" Target="../tags/tag1.xml"/><Relationship Id="rId2" Type="http://schemas.openxmlformats.org/officeDocument/2006/relationships/slideLayout" Target="../slideLayouts/slideLayout26.xml"/><Relationship Id="rId16" Type="http://schemas.openxmlformats.org/officeDocument/2006/relationships/vmlDrawing" Target="../drawings/vmlDrawing1.vml"/><Relationship Id="rId20" Type="http://schemas.openxmlformats.org/officeDocument/2006/relationships/image" Target="../media/image1.gif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10.emf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970261" y="331682"/>
            <a:ext cx="10241724" cy="338137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89158" y="1563000"/>
            <a:ext cx="10222825" cy="44774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832520" y="6511777"/>
            <a:ext cx="3811400" cy="214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2"/>
                </a:solidFill>
                <a:latin typeface="Century Gothic" pitchFamily="34" charset="0"/>
                <a:cs typeface="Arial" pitchFamily="34" charset="0"/>
              </a:defRPr>
            </a:lvl1pPr>
          </a:lstStyle>
          <a:p>
            <a:r>
              <a:rPr lang="fr-FR">
                <a:solidFill>
                  <a:srgbClr val="004563"/>
                </a:solidFill>
              </a:rPr>
              <a:t>Titre de la présentation  I  30 Septembre 2014 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355600" y="6478376"/>
            <a:ext cx="1065600" cy="0"/>
          </a:xfrm>
          <a:prstGeom prst="line">
            <a:avLst/>
          </a:prstGeom>
          <a:ln w="6350" cap="rnd" cmpd="sng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e 10"/>
          <p:cNvGrpSpPr>
            <a:grpSpLocks noChangeAspect="1"/>
          </p:cNvGrpSpPr>
          <p:nvPr/>
        </p:nvGrpSpPr>
        <p:grpSpPr>
          <a:xfrm>
            <a:off x="11513588" y="6471460"/>
            <a:ext cx="350400" cy="262800"/>
            <a:chOff x="2654300" y="1511300"/>
            <a:chExt cx="3835401" cy="3835400"/>
          </a:xfrm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2654300" y="1511300"/>
              <a:ext cx="3835400" cy="3835400"/>
            </a:xfrm>
            <a:prstGeom prst="rect">
              <a:avLst/>
            </a:prstGeom>
            <a:solidFill>
              <a:srgbClr val="00489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4808538" y="1511300"/>
              <a:ext cx="1681163" cy="1895475"/>
            </a:xfrm>
            <a:custGeom>
              <a:avLst/>
              <a:gdLst/>
              <a:ahLst/>
              <a:cxnLst>
                <a:cxn ang="0">
                  <a:pos x="142" y="1194"/>
                </a:cxn>
                <a:cxn ang="0">
                  <a:pos x="1059" y="0"/>
                </a:cxn>
                <a:cxn ang="0">
                  <a:pos x="924" y="0"/>
                </a:cxn>
                <a:cxn ang="0">
                  <a:pos x="0" y="1194"/>
                </a:cxn>
                <a:cxn ang="0">
                  <a:pos x="142" y="1194"/>
                </a:cxn>
              </a:cxnLst>
              <a:rect l="0" t="0" r="r" b="b"/>
              <a:pathLst>
                <a:path w="1059" h="1194">
                  <a:moveTo>
                    <a:pt x="142" y="1194"/>
                  </a:moveTo>
                  <a:lnTo>
                    <a:pt x="1059" y="0"/>
                  </a:lnTo>
                  <a:lnTo>
                    <a:pt x="924" y="0"/>
                  </a:lnTo>
                  <a:lnTo>
                    <a:pt x="0" y="1194"/>
                  </a:lnTo>
                  <a:lnTo>
                    <a:pt x="142" y="1194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2654300" y="3497263"/>
              <a:ext cx="3192463" cy="1420813"/>
            </a:xfrm>
            <a:custGeom>
              <a:avLst/>
              <a:gdLst/>
              <a:ahLst/>
              <a:cxnLst>
                <a:cxn ang="0">
                  <a:pos x="283" y="126"/>
                </a:cxn>
                <a:cxn ang="0">
                  <a:pos x="250" y="115"/>
                </a:cxn>
                <a:cxn ang="0">
                  <a:pos x="186" y="72"/>
                </a:cxn>
                <a:cxn ang="0">
                  <a:pos x="188" y="115"/>
                </a:cxn>
                <a:cxn ang="0">
                  <a:pos x="163" y="126"/>
                </a:cxn>
                <a:cxn ang="0">
                  <a:pos x="159" y="110"/>
                </a:cxn>
                <a:cxn ang="0">
                  <a:pos x="147" y="126"/>
                </a:cxn>
                <a:cxn ang="0">
                  <a:pos x="122" y="120"/>
                </a:cxn>
                <a:cxn ang="0">
                  <a:pos x="110" y="121"/>
                </a:cxn>
                <a:cxn ang="0">
                  <a:pos x="84" y="126"/>
                </a:cxn>
                <a:cxn ang="0">
                  <a:pos x="111" y="93"/>
                </a:cxn>
                <a:cxn ang="0">
                  <a:pos x="55" y="72"/>
                </a:cxn>
                <a:cxn ang="0">
                  <a:pos x="15" y="126"/>
                </a:cxn>
                <a:cxn ang="0">
                  <a:pos x="0" y="117"/>
                </a:cxn>
                <a:cxn ang="0">
                  <a:pos x="42" y="63"/>
                </a:cxn>
                <a:cxn ang="0">
                  <a:pos x="87" y="0"/>
                </a:cxn>
                <a:cxn ang="0">
                  <a:pos x="114" y="12"/>
                </a:cxn>
                <a:cxn ang="0">
                  <a:pos x="140" y="56"/>
                </a:cxn>
                <a:cxn ang="0">
                  <a:pos x="120" y="0"/>
                </a:cxn>
                <a:cxn ang="0">
                  <a:pos x="152" y="8"/>
                </a:cxn>
                <a:cxn ang="0">
                  <a:pos x="182" y="7"/>
                </a:cxn>
                <a:cxn ang="0">
                  <a:pos x="210" y="0"/>
                </a:cxn>
                <a:cxn ang="0">
                  <a:pos x="167" y="51"/>
                </a:cxn>
                <a:cxn ang="0">
                  <a:pos x="171" y="65"/>
                </a:cxn>
                <a:cxn ang="0">
                  <a:pos x="213" y="9"/>
                </a:cxn>
                <a:cxn ang="0">
                  <a:pos x="243" y="0"/>
                </a:cxn>
                <a:cxn ang="0">
                  <a:pos x="260" y="63"/>
                </a:cxn>
                <a:cxn ang="0">
                  <a:pos x="197" y="58"/>
                </a:cxn>
                <a:cxn ang="0">
                  <a:pos x="224" y="33"/>
                </a:cxn>
                <a:cxn ang="0">
                  <a:pos x="222" y="24"/>
                </a:cxn>
                <a:cxn ang="0">
                  <a:pos x="67" y="58"/>
                </a:cxn>
                <a:cxn ang="0">
                  <a:pos x="93" y="33"/>
                </a:cxn>
                <a:cxn ang="0">
                  <a:pos x="92" y="24"/>
                </a:cxn>
                <a:cxn ang="0">
                  <a:pos x="152" y="90"/>
                </a:cxn>
                <a:cxn ang="0">
                  <a:pos x="137" y="85"/>
                </a:cxn>
              </a:cxnLst>
              <a:rect l="0" t="0" r="r" b="b"/>
              <a:pathLst>
                <a:path w="283" h="126">
                  <a:moveTo>
                    <a:pt x="260" y="63"/>
                  </a:moveTo>
                  <a:cubicBezTo>
                    <a:pt x="266" y="79"/>
                    <a:pt x="278" y="123"/>
                    <a:pt x="283" y="126"/>
                  </a:cubicBezTo>
                  <a:cubicBezTo>
                    <a:pt x="251" y="126"/>
                    <a:pt x="251" y="126"/>
                    <a:pt x="251" y="126"/>
                  </a:cubicBezTo>
                  <a:cubicBezTo>
                    <a:pt x="251" y="126"/>
                    <a:pt x="251" y="120"/>
                    <a:pt x="250" y="115"/>
                  </a:cubicBezTo>
                  <a:cubicBezTo>
                    <a:pt x="248" y="110"/>
                    <a:pt x="237" y="72"/>
                    <a:pt x="237" y="72"/>
                  </a:cubicBezTo>
                  <a:cubicBezTo>
                    <a:pt x="186" y="72"/>
                    <a:pt x="186" y="72"/>
                    <a:pt x="186" y="72"/>
                  </a:cubicBezTo>
                  <a:cubicBezTo>
                    <a:pt x="178" y="84"/>
                    <a:pt x="178" y="84"/>
                    <a:pt x="178" y="84"/>
                  </a:cubicBezTo>
                  <a:cubicBezTo>
                    <a:pt x="178" y="84"/>
                    <a:pt x="187" y="114"/>
                    <a:pt x="188" y="115"/>
                  </a:cubicBezTo>
                  <a:cubicBezTo>
                    <a:pt x="189" y="118"/>
                    <a:pt x="193" y="126"/>
                    <a:pt x="193" y="126"/>
                  </a:cubicBezTo>
                  <a:cubicBezTo>
                    <a:pt x="163" y="126"/>
                    <a:pt x="163" y="126"/>
                    <a:pt x="163" y="126"/>
                  </a:cubicBezTo>
                  <a:cubicBezTo>
                    <a:pt x="163" y="126"/>
                    <a:pt x="162" y="121"/>
                    <a:pt x="162" y="120"/>
                  </a:cubicBezTo>
                  <a:cubicBezTo>
                    <a:pt x="161" y="118"/>
                    <a:pt x="159" y="110"/>
                    <a:pt x="159" y="110"/>
                  </a:cubicBezTo>
                  <a:cubicBezTo>
                    <a:pt x="159" y="110"/>
                    <a:pt x="152" y="117"/>
                    <a:pt x="150" y="121"/>
                  </a:cubicBezTo>
                  <a:cubicBezTo>
                    <a:pt x="148" y="124"/>
                    <a:pt x="147" y="126"/>
                    <a:pt x="147" y="126"/>
                  </a:cubicBezTo>
                  <a:cubicBezTo>
                    <a:pt x="123" y="126"/>
                    <a:pt x="123" y="126"/>
                    <a:pt x="123" y="126"/>
                  </a:cubicBezTo>
                  <a:cubicBezTo>
                    <a:pt x="123" y="126"/>
                    <a:pt x="122" y="121"/>
                    <a:pt x="122" y="120"/>
                  </a:cubicBezTo>
                  <a:cubicBezTo>
                    <a:pt x="122" y="118"/>
                    <a:pt x="119" y="109"/>
                    <a:pt x="119" y="109"/>
                  </a:cubicBezTo>
                  <a:cubicBezTo>
                    <a:pt x="119" y="109"/>
                    <a:pt x="112" y="117"/>
                    <a:pt x="110" y="121"/>
                  </a:cubicBezTo>
                  <a:cubicBezTo>
                    <a:pt x="108" y="124"/>
                    <a:pt x="107" y="126"/>
                    <a:pt x="107" y="126"/>
                  </a:cubicBezTo>
                  <a:cubicBezTo>
                    <a:pt x="84" y="126"/>
                    <a:pt x="84" y="126"/>
                    <a:pt x="84" y="126"/>
                  </a:cubicBezTo>
                  <a:cubicBezTo>
                    <a:pt x="84" y="126"/>
                    <a:pt x="90" y="120"/>
                    <a:pt x="93" y="117"/>
                  </a:cubicBezTo>
                  <a:cubicBezTo>
                    <a:pt x="97" y="112"/>
                    <a:pt x="111" y="93"/>
                    <a:pt x="111" y="93"/>
                  </a:cubicBezTo>
                  <a:cubicBezTo>
                    <a:pt x="105" y="72"/>
                    <a:pt x="105" y="72"/>
                    <a:pt x="105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5" y="72"/>
                    <a:pt x="26" y="110"/>
                    <a:pt x="25" y="112"/>
                  </a:cubicBezTo>
                  <a:cubicBezTo>
                    <a:pt x="24" y="113"/>
                    <a:pt x="15" y="125"/>
                    <a:pt x="15" y="126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1" y="116"/>
                    <a:pt x="1" y="116"/>
                    <a:pt x="1" y="116"/>
                  </a:cubicBezTo>
                  <a:cubicBezTo>
                    <a:pt x="1" y="116"/>
                    <a:pt x="23" y="89"/>
                    <a:pt x="42" y="63"/>
                  </a:cubicBezTo>
                  <a:cubicBezTo>
                    <a:pt x="60" y="40"/>
                    <a:pt x="77" y="18"/>
                    <a:pt x="78" y="16"/>
                  </a:cubicBezTo>
                  <a:cubicBezTo>
                    <a:pt x="82" y="11"/>
                    <a:pt x="87" y="0"/>
                    <a:pt x="87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4" y="10"/>
                    <a:pt x="114" y="12"/>
                  </a:cubicBezTo>
                  <a:cubicBezTo>
                    <a:pt x="115" y="14"/>
                    <a:pt x="131" y="67"/>
                    <a:pt x="131" y="67"/>
                  </a:cubicBezTo>
                  <a:cubicBezTo>
                    <a:pt x="140" y="56"/>
                    <a:pt x="140" y="56"/>
                    <a:pt x="140" y="56"/>
                  </a:cubicBezTo>
                  <a:cubicBezTo>
                    <a:pt x="125" y="10"/>
                    <a:pt x="125" y="10"/>
                    <a:pt x="125" y="10"/>
                  </a:cubicBezTo>
                  <a:cubicBezTo>
                    <a:pt x="125" y="10"/>
                    <a:pt x="122" y="1"/>
                    <a:pt x="120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51" y="4"/>
                    <a:pt x="152" y="8"/>
                  </a:cubicBezTo>
                  <a:cubicBezTo>
                    <a:pt x="153" y="12"/>
                    <a:pt x="160" y="35"/>
                    <a:pt x="160" y="35"/>
                  </a:cubicBezTo>
                  <a:cubicBezTo>
                    <a:pt x="160" y="35"/>
                    <a:pt x="181" y="9"/>
                    <a:pt x="182" y="7"/>
                  </a:cubicBezTo>
                  <a:cubicBezTo>
                    <a:pt x="184" y="4"/>
                    <a:pt x="184" y="0"/>
                    <a:pt x="184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0" y="0"/>
                    <a:pt x="205" y="3"/>
                    <a:pt x="197" y="13"/>
                  </a:cubicBezTo>
                  <a:cubicBezTo>
                    <a:pt x="194" y="17"/>
                    <a:pt x="167" y="51"/>
                    <a:pt x="167" y="51"/>
                  </a:cubicBezTo>
                  <a:cubicBezTo>
                    <a:pt x="167" y="51"/>
                    <a:pt x="170" y="59"/>
                    <a:pt x="171" y="63"/>
                  </a:cubicBezTo>
                  <a:cubicBezTo>
                    <a:pt x="171" y="64"/>
                    <a:pt x="171" y="65"/>
                    <a:pt x="171" y="65"/>
                  </a:cubicBezTo>
                  <a:cubicBezTo>
                    <a:pt x="171" y="65"/>
                    <a:pt x="172" y="64"/>
                    <a:pt x="173" y="63"/>
                  </a:cubicBezTo>
                  <a:cubicBezTo>
                    <a:pt x="180" y="54"/>
                    <a:pt x="211" y="13"/>
                    <a:pt x="213" y="9"/>
                  </a:cubicBezTo>
                  <a:cubicBezTo>
                    <a:pt x="215" y="6"/>
                    <a:pt x="217" y="3"/>
                    <a:pt x="218" y="0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43" y="0"/>
                    <a:pt x="244" y="7"/>
                    <a:pt x="245" y="9"/>
                  </a:cubicBezTo>
                  <a:lnTo>
                    <a:pt x="260" y="63"/>
                  </a:lnTo>
                  <a:close/>
                  <a:moveTo>
                    <a:pt x="222" y="24"/>
                  </a:moveTo>
                  <a:cubicBezTo>
                    <a:pt x="219" y="32"/>
                    <a:pt x="197" y="58"/>
                    <a:pt x="197" y="58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31" y="58"/>
                    <a:pt x="225" y="37"/>
                    <a:pt x="224" y="33"/>
                  </a:cubicBezTo>
                  <a:cubicBezTo>
                    <a:pt x="223" y="29"/>
                    <a:pt x="223" y="24"/>
                    <a:pt x="223" y="24"/>
                  </a:cubicBezTo>
                  <a:cubicBezTo>
                    <a:pt x="223" y="24"/>
                    <a:pt x="223" y="23"/>
                    <a:pt x="222" y="24"/>
                  </a:cubicBezTo>
                  <a:close/>
                  <a:moveTo>
                    <a:pt x="92" y="24"/>
                  </a:moveTo>
                  <a:cubicBezTo>
                    <a:pt x="88" y="32"/>
                    <a:pt x="67" y="58"/>
                    <a:pt x="67" y="58"/>
                  </a:cubicBezTo>
                  <a:cubicBezTo>
                    <a:pt x="101" y="58"/>
                    <a:pt x="101" y="58"/>
                    <a:pt x="101" y="58"/>
                  </a:cubicBezTo>
                  <a:cubicBezTo>
                    <a:pt x="101" y="58"/>
                    <a:pt x="94" y="37"/>
                    <a:pt x="93" y="33"/>
                  </a:cubicBezTo>
                  <a:cubicBezTo>
                    <a:pt x="92" y="29"/>
                    <a:pt x="92" y="24"/>
                    <a:pt x="92" y="24"/>
                  </a:cubicBezTo>
                  <a:cubicBezTo>
                    <a:pt x="92" y="24"/>
                    <a:pt x="92" y="23"/>
                    <a:pt x="92" y="24"/>
                  </a:cubicBezTo>
                  <a:close/>
                  <a:moveTo>
                    <a:pt x="143" y="103"/>
                  </a:moveTo>
                  <a:cubicBezTo>
                    <a:pt x="152" y="90"/>
                    <a:pt x="152" y="90"/>
                    <a:pt x="152" y="90"/>
                  </a:cubicBezTo>
                  <a:cubicBezTo>
                    <a:pt x="151" y="89"/>
                    <a:pt x="146" y="73"/>
                    <a:pt x="146" y="73"/>
                  </a:cubicBezTo>
                  <a:cubicBezTo>
                    <a:pt x="137" y="85"/>
                    <a:pt x="137" y="85"/>
                    <a:pt x="137" y="85"/>
                  </a:cubicBezTo>
                  <a:lnTo>
                    <a:pt x="143" y="10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</p:grpSp>
      <p:sp>
        <p:nvSpPr>
          <p:cNvPr id="15" name="Parallélogramme 14"/>
          <p:cNvSpPr>
            <a:spLocks noChangeAspect="1"/>
          </p:cNvSpPr>
          <p:nvPr/>
        </p:nvSpPr>
        <p:spPr>
          <a:xfrm>
            <a:off x="311852" y="-15349"/>
            <a:ext cx="925691" cy="752699"/>
          </a:xfrm>
          <a:prstGeom prst="parallelogram">
            <a:avLst>
              <a:gd name="adj" fmla="val 8379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</a:endParaRPr>
          </a:p>
        </p:txBody>
      </p:sp>
      <p:cxnSp>
        <p:nvCxnSpPr>
          <p:cNvPr id="16" name="Connecteur droit 15"/>
          <p:cNvCxnSpPr/>
          <p:nvPr/>
        </p:nvCxnSpPr>
        <p:spPr>
          <a:xfrm>
            <a:off x="970261" y="735475"/>
            <a:ext cx="10241724" cy="0"/>
          </a:xfrm>
          <a:prstGeom prst="line">
            <a:avLst/>
          </a:prstGeom>
          <a:ln w="6350" cmpd="sng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72561" y="6508751"/>
            <a:ext cx="649453" cy="214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>
                <a:solidFill>
                  <a:schemeClr val="tx2"/>
                </a:solidFill>
                <a:latin typeface="Century Gothic" pitchFamily="34" charset="0"/>
              </a:defRPr>
            </a:lvl1pPr>
          </a:lstStyle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21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4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733" r:id="rId15"/>
    <p:sldLayoutId id="2147483734" r:id="rId16"/>
  </p:sldLayoutIdLst>
  <p:transition>
    <p:fade/>
  </p:transition>
  <p:hf hdr="0" ftr="0"/>
  <p:txStyles>
    <p:titleStyle>
      <a:lvl1pPr algn="l" defTabSz="457200" rtl="0" eaLnBrk="1" latinLnBrk="0" hangingPunct="1">
        <a:spcBef>
          <a:spcPct val="0"/>
        </a:spcBef>
        <a:buNone/>
        <a:defRPr sz="2000" kern="1200">
          <a:solidFill>
            <a:schemeClr val="tx2"/>
          </a:solidFill>
          <a:latin typeface="Century Gothic" pitchFamily="34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Tx/>
        <a:buBlip>
          <a:blip r:embed="rId18"/>
        </a:buBlip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361950" indent="0" algn="l" defTabSz="457200" rtl="0" eaLnBrk="1" latinLnBrk="0" hangingPunct="1">
        <a:spcBef>
          <a:spcPct val="20000"/>
        </a:spcBef>
        <a:buFont typeface="Arial"/>
        <a:buNone/>
        <a:defRPr sz="1800" b="1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630238" indent="-268288" algn="l" defTabSz="4572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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630238" indent="0" algn="l" defTabSz="457200" rtl="0" eaLnBrk="1" latinLnBrk="0" hangingPunct="1">
        <a:spcBef>
          <a:spcPct val="20000"/>
        </a:spcBef>
        <a:buFontTx/>
        <a:buNone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801688" indent="-171450" algn="l" defTabSz="4572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­"/>
        <a:tabLst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>
          <a:xfrm>
            <a:off x="364200" y="6406914"/>
            <a:ext cx="336946" cy="225542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49" smtClean="0">
                <a:solidFill>
                  <a:srgbClr val="000000"/>
                </a:solidFill>
                <a:latin typeface="Source Sans Pro" panose="020B0604020202020204" charset="0"/>
              </a:defRPr>
            </a:lvl1pPr>
          </a:lstStyle>
          <a:p>
            <a:pPr>
              <a:defRPr/>
            </a:pPr>
            <a:fld id="{672DCF9D-F8F0-4227-88B6-8C219E572BC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2"/>
          </p:nvPr>
        </p:nvSpPr>
        <p:spPr>
          <a:xfrm>
            <a:off x="609476" y="6339994"/>
            <a:ext cx="2844222" cy="3643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49">
                <a:solidFill>
                  <a:srgbClr val="000000"/>
                </a:solidFill>
                <a:latin typeface="+mj-lt"/>
                <a:cs typeface="Arial" charset="0"/>
              </a:defRPr>
            </a:lvl1pPr>
          </a:lstStyle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164754" y="6339994"/>
            <a:ext cx="3862492" cy="3643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49">
                <a:solidFill>
                  <a:srgbClr val="FF0000"/>
                </a:solidFill>
                <a:latin typeface="+mj-lt"/>
                <a:cs typeface="Arial" charset="0"/>
              </a:defRPr>
            </a:lvl1pPr>
          </a:lstStyle>
          <a:p>
            <a:pPr>
              <a:defRPr/>
            </a:pPr>
            <a:r>
              <a:rPr lang="fr-FR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2819105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</p:sldLayoutIdLst>
  <p:hf hdr="0"/>
  <p:txStyles>
    <p:titleStyle>
      <a:lvl1pPr algn="ctr" defTabSz="1087672" rtl="0" eaLnBrk="1" fontAlgn="base" hangingPunct="1">
        <a:spcBef>
          <a:spcPct val="0"/>
        </a:spcBef>
        <a:spcAft>
          <a:spcPct val="0"/>
        </a:spcAft>
        <a:defRPr sz="5306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087672" rtl="0" eaLnBrk="1" fontAlgn="base" hangingPunct="1">
        <a:spcBef>
          <a:spcPct val="0"/>
        </a:spcBef>
        <a:spcAft>
          <a:spcPct val="0"/>
        </a:spcAft>
        <a:defRPr sz="5306">
          <a:solidFill>
            <a:schemeClr val="tx1"/>
          </a:solidFill>
          <a:latin typeface="Source Sans Pro" pitchFamily="34" charset="0"/>
        </a:defRPr>
      </a:lvl2pPr>
      <a:lvl3pPr algn="ctr" defTabSz="1087672" rtl="0" eaLnBrk="1" fontAlgn="base" hangingPunct="1">
        <a:spcBef>
          <a:spcPct val="0"/>
        </a:spcBef>
        <a:spcAft>
          <a:spcPct val="0"/>
        </a:spcAft>
        <a:defRPr sz="5306">
          <a:solidFill>
            <a:schemeClr val="tx1"/>
          </a:solidFill>
          <a:latin typeface="Source Sans Pro" pitchFamily="34" charset="0"/>
        </a:defRPr>
      </a:lvl3pPr>
      <a:lvl4pPr algn="ctr" defTabSz="1087672" rtl="0" eaLnBrk="1" fontAlgn="base" hangingPunct="1">
        <a:spcBef>
          <a:spcPct val="0"/>
        </a:spcBef>
        <a:spcAft>
          <a:spcPct val="0"/>
        </a:spcAft>
        <a:defRPr sz="5306">
          <a:solidFill>
            <a:schemeClr val="tx1"/>
          </a:solidFill>
          <a:latin typeface="Source Sans Pro" pitchFamily="34" charset="0"/>
        </a:defRPr>
      </a:lvl4pPr>
      <a:lvl5pPr algn="ctr" defTabSz="1087672" rtl="0" eaLnBrk="1" fontAlgn="base" hangingPunct="1">
        <a:spcBef>
          <a:spcPct val="0"/>
        </a:spcBef>
        <a:spcAft>
          <a:spcPct val="0"/>
        </a:spcAft>
        <a:defRPr sz="5306">
          <a:solidFill>
            <a:schemeClr val="tx1"/>
          </a:solidFill>
          <a:latin typeface="Source Sans Pro" pitchFamily="34" charset="0"/>
        </a:defRPr>
      </a:lvl5pPr>
      <a:lvl6pPr marL="713552" algn="ctr" defTabSz="1087672" rtl="0" eaLnBrk="1" fontAlgn="base" hangingPunct="1">
        <a:spcBef>
          <a:spcPct val="0"/>
        </a:spcBef>
        <a:spcAft>
          <a:spcPct val="0"/>
        </a:spcAft>
        <a:defRPr sz="5306">
          <a:solidFill>
            <a:schemeClr val="tx1"/>
          </a:solidFill>
          <a:latin typeface="Calibri" pitchFamily="34" charset="0"/>
        </a:defRPr>
      </a:lvl6pPr>
      <a:lvl7pPr marL="1427104" algn="ctr" defTabSz="1087672" rtl="0" eaLnBrk="1" fontAlgn="base" hangingPunct="1">
        <a:spcBef>
          <a:spcPct val="0"/>
        </a:spcBef>
        <a:spcAft>
          <a:spcPct val="0"/>
        </a:spcAft>
        <a:defRPr sz="5306">
          <a:solidFill>
            <a:schemeClr val="tx1"/>
          </a:solidFill>
          <a:latin typeface="Calibri" pitchFamily="34" charset="0"/>
        </a:defRPr>
      </a:lvl7pPr>
      <a:lvl8pPr marL="2140656" algn="ctr" defTabSz="1087672" rtl="0" eaLnBrk="1" fontAlgn="base" hangingPunct="1">
        <a:spcBef>
          <a:spcPct val="0"/>
        </a:spcBef>
        <a:spcAft>
          <a:spcPct val="0"/>
        </a:spcAft>
        <a:defRPr sz="5306">
          <a:solidFill>
            <a:schemeClr val="tx1"/>
          </a:solidFill>
          <a:latin typeface="Calibri" pitchFamily="34" charset="0"/>
        </a:defRPr>
      </a:lvl8pPr>
      <a:lvl9pPr marL="2854208" algn="ctr" defTabSz="1087672" rtl="0" eaLnBrk="1" fontAlgn="base" hangingPunct="1">
        <a:spcBef>
          <a:spcPct val="0"/>
        </a:spcBef>
        <a:spcAft>
          <a:spcPct val="0"/>
        </a:spcAft>
        <a:defRPr sz="5306">
          <a:solidFill>
            <a:schemeClr val="tx1"/>
          </a:solidFill>
          <a:latin typeface="Calibri" pitchFamily="34" charset="0"/>
        </a:defRPr>
      </a:lvl9pPr>
    </p:titleStyle>
    <p:bodyStyle>
      <a:lvl1pPr marL="406328" indent="-406328" algn="l" defTabSz="1087672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746" kern="1200">
          <a:solidFill>
            <a:schemeClr val="tx1"/>
          </a:solidFill>
          <a:latin typeface="+mn-lt"/>
          <a:ea typeface="+mn-ea"/>
          <a:cs typeface="+mn-cs"/>
        </a:defRPr>
      </a:lvl1pPr>
      <a:lvl2pPr marL="882030" indent="-339434" algn="l" defTabSz="1087672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77" kern="1200">
          <a:solidFill>
            <a:schemeClr val="tx1"/>
          </a:solidFill>
          <a:latin typeface="+mn-lt"/>
          <a:ea typeface="+mn-ea"/>
          <a:cs typeface="+mn-cs"/>
        </a:defRPr>
      </a:lvl2pPr>
      <a:lvl3pPr marL="1360209" indent="-270060" algn="l" defTabSz="1087672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902805" indent="-270060" algn="l" defTabSz="1087672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341" kern="1200">
          <a:solidFill>
            <a:schemeClr val="tx1"/>
          </a:solidFill>
          <a:latin typeface="+mn-lt"/>
          <a:ea typeface="+mn-ea"/>
          <a:cs typeface="+mn-cs"/>
        </a:defRPr>
      </a:lvl4pPr>
      <a:lvl5pPr marL="2447880" indent="-270060" algn="l" defTabSz="1087672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41" kern="1200">
          <a:solidFill>
            <a:schemeClr val="tx1"/>
          </a:solidFill>
          <a:latin typeface="+mn-lt"/>
          <a:ea typeface="+mn-ea"/>
          <a:cs typeface="+mn-cs"/>
        </a:defRPr>
      </a:lvl5pPr>
      <a:lvl6pPr marL="2992851" indent="-272077" algn="l" defTabSz="1088309" rtl="0" eaLnBrk="1" latinLnBrk="0" hangingPunct="1">
        <a:spcBef>
          <a:spcPct val="20000"/>
        </a:spcBef>
        <a:buFont typeface="Arial" pitchFamily="34" charset="0"/>
        <a:buChar char="•"/>
        <a:defRPr sz="2341" kern="1200">
          <a:solidFill>
            <a:schemeClr val="tx1"/>
          </a:solidFill>
          <a:latin typeface="+mn-lt"/>
          <a:ea typeface="+mn-ea"/>
          <a:cs typeface="+mn-cs"/>
        </a:defRPr>
      </a:lvl6pPr>
      <a:lvl7pPr marL="3537007" indent="-272077" algn="l" defTabSz="1088309" rtl="0" eaLnBrk="1" latinLnBrk="0" hangingPunct="1">
        <a:spcBef>
          <a:spcPct val="20000"/>
        </a:spcBef>
        <a:buFont typeface="Arial" pitchFamily="34" charset="0"/>
        <a:buChar char="•"/>
        <a:defRPr sz="2341" kern="1200">
          <a:solidFill>
            <a:schemeClr val="tx1"/>
          </a:solidFill>
          <a:latin typeface="+mn-lt"/>
          <a:ea typeface="+mn-ea"/>
          <a:cs typeface="+mn-cs"/>
        </a:defRPr>
      </a:lvl7pPr>
      <a:lvl8pPr marL="4081160" indent="-272077" algn="l" defTabSz="1088309" rtl="0" eaLnBrk="1" latinLnBrk="0" hangingPunct="1">
        <a:spcBef>
          <a:spcPct val="20000"/>
        </a:spcBef>
        <a:buFont typeface="Arial" pitchFamily="34" charset="0"/>
        <a:buChar char="•"/>
        <a:defRPr sz="2341" kern="1200">
          <a:solidFill>
            <a:schemeClr val="tx1"/>
          </a:solidFill>
          <a:latin typeface="+mn-lt"/>
          <a:ea typeface="+mn-ea"/>
          <a:cs typeface="+mn-cs"/>
        </a:defRPr>
      </a:lvl8pPr>
      <a:lvl9pPr marL="4625315" indent="-272077" algn="l" defTabSz="1088309" rtl="0" eaLnBrk="1" latinLnBrk="0" hangingPunct="1">
        <a:spcBef>
          <a:spcPct val="20000"/>
        </a:spcBef>
        <a:buFont typeface="Arial" pitchFamily="34" charset="0"/>
        <a:buChar char="•"/>
        <a:defRPr sz="23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8830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1pPr>
      <a:lvl2pPr marL="544155" algn="l" defTabSz="108830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2pPr>
      <a:lvl3pPr marL="1088309" algn="l" defTabSz="108830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3pPr>
      <a:lvl4pPr marL="1632464" algn="l" defTabSz="108830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4pPr>
      <a:lvl5pPr marL="2176619" algn="l" defTabSz="108830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5pPr>
      <a:lvl6pPr marL="2720775" algn="l" defTabSz="108830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6pPr>
      <a:lvl7pPr marL="3264928" algn="l" defTabSz="108830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7pPr>
      <a:lvl8pPr marL="3809083" algn="l" defTabSz="108830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8pPr>
      <a:lvl9pPr marL="4353239" algn="l" defTabSz="1088309" rtl="0" eaLnBrk="1" latinLnBrk="0" hangingPunct="1">
        <a:defRPr sz="21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think-cell Slide" r:id="rId18" imgW="270" imgH="270" progId="TCLayout.ActiveDocument.1">
                  <p:embed/>
                </p:oleObj>
              </mc:Choice>
              <mc:Fallback>
                <p:oleObj name="think-cell Slide" r:id="rId18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970261" y="331682"/>
            <a:ext cx="10241724" cy="338137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89158" y="1563000"/>
            <a:ext cx="10222825" cy="44774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832520" y="6511777"/>
            <a:ext cx="3811400" cy="214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2"/>
                </a:solidFill>
                <a:latin typeface="Century Gothic" pitchFamily="34" charset="0"/>
                <a:cs typeface="Arial" pitchFamily="34" charset="0"/>
              </a:defRPr>
            </a:lvl1pPr>
          </a:lstStyle>
          <a:p>
            <a:endParaRPr lang="fr-FR">
              <a:solidFill>
                <a:srgbClr val="004563"/>
              </a:solidFill>
            </a:endParaRPr>
          </a:p>
        </p:txBody>
      </p:sp>
      <p:cxnSp>
        <p:nvCxnSpPr>
          <p:cNvPr id="9" name="Connecteur droit 8"/>
          <p:cNvCxnSpPr/>
          <p:nvPr/>
        </p:nvCxnSpPr>
        <p:spPr>
          <a:xfrm>
            <a:off x="355600" y="6478376"/>
            <a:ext cx="1065600" cy="0"/>
          </a:xfrm>
          <a:prstGeom prst="line">
            <a:avLst/>
          </a:prstGeom>
          <a:ln w="6350" cap="rnd" cmpd="sng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e 10"/>
          <p:cNvGrpSpPr>
            <a:grpSpLocks noChangeAspect="1"/>
          </p:cNvGrpSpPr>
          <p:nvPr/>
        </p:nvGrpSpPr>
        <p:grpSpPr>
          <a:xfrm>
            <a:off x="11513588" y="6471460"/>
            <a:ext cx="350400" cy="262800"/>
            <a:chOff x="2654300" y="1511300"/>
            <a:chExt cx="3835401" cy="3835400"/>
          </a:xfrm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2654300" y="1511300"/>
              <a:ext cx="3835400" cy="3835400"/>
            </a:xfrm>
            <a:prstGeom prst="rect">
              <a:avLst/>
            </a:prstGeom>
            <a:solidFill>
              <a:srgbClr val="00489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4808538" y="1511300"/>
              <a:ext cx="1681163" cy="1895475"/>
            </a:xfrm>
            <a:custGeom>
              <a:avLst/>
              <a:gdLst/>
              <a:ahLst/>
              <a:cxnLst>
                <a:cxn ang="0">
                  <a:pos x="142" y="1194"/>
                </a:cxn>
                <a:cxn ang="0">
                  <a:pos x="1059" y="0"/>
                </a:cxn>
                <a:cxn ang="0">
                  <a:pos x="924" y="0"/>
                </a:cxn>
                <a:cxn ang="0">
                  <a:pos x="0" y="1194"/>
                </a:cxn>
                <a:cxn ang="0">
                  <a:pos x="142" y="1194"/>
                </a:cxn>
              </a:cxnLst>
              <a:rect l="0" t="0" r="r" b="b"/>
              <a:pathLst>
                <a:path w="1059" h="1194">
                  <a:moveTo>
                    <a:pt x="142" y="1194"/>
                  </a:moveTo>
                  <a:lnTo>
                    <a:pt x="1059" y="0"/>
                  </a:lnTo>
                  <a:lnTo>
                    <a:pt x="924" y="0"/>
                  </a:lnTo>
                  <a:lnTo>
                    <a:pt x="0" y="1194"/>
                  </a:lnTo>
                  <a:lnTo>
                    <a:pt x="142" y="1194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2654300" y="3497263"/>
              <a:ext cx="3192463" cy="1420813"/>
            </a:xfrm>
            <a:custGeom>
              <a:avLst/>
              <a:gdLst/>
              <a:ahLst/>
              <a:cxnLst>
                <a:cxn ang="0">
                  <a:pos x="283" y="126"/>
                </a:cxn>
                <a:cxn ang="0">
                  <a:pos x="250" y="115"/>
                </a:cxn>
                <a:cxn ang="0">
                  <a:pos x="186" y="72"/>
                </a:cxn>
                <a:cxn ang="0">
                  <a:pos x="188" y="115"/>
                </a:cxn>
                <a:cxn ang="0">
                  <a:pos x="163" y="126"/>
                </a:cxn>
                <a:cxn ang="0">
                  <a:pos x="159" y="110"/>
                </a:cxn>
                <a:cxn ang="0">
                  <a:pos x="147" y="126"/>
                </a:cxn>
                <a:cxn ang="0">
                  <a:pos x="122" y="120"/>
                </a:cxn>
                <a:cxn ang="0">
                  <a:pos x="110" y="121"/>
                </a:cxn>
                <a:cxn ang="0">
                  <a:pos x="84" y="126"/>
                </a:cxn>
                <a:cxn ang="0">
                  <a:pos x="111" y="93"/>
                </a:cxn>
                <a:cxn ang="0">
                  <a:pos x="55" y="72"/>
                </a:cxn>
                <a:cxn ang="0">
                  <a:pos x="15" y="126"/>
                </a:cxn>
                <a:cxn ang="0">
                  <a:pos x="0" y="117"/>
                </a:cxn>
                <a:cxn ang="0">
                  <a:pos x="42" y="63"/>
                </a:cxn>
                <a:cxn ang="0">
                  <a:pos x="87" y="0"/>
                </a:cxn>
                <a:cxn ang="0">
                  <a:pos x="114" y="12"/>
                </a:cxn>
                <a:cxn ang="0">
                  <a:pos x="140" y="56"/>
                </a:cxn>
                <a:cxn ang="0">
                  <a:pos x="120" y="0"/>
                </a:cxn>
                <a:cxn ang="0">
                  <a:pos x="152" y="8"/>
                </a:cxn>
                <a:cxn ang="0">
                  <a:pos x="182" y="7"/>
                </a:cxn>
                <a:cxn ang="0">
                  <a:pos x="210" y="0"/>
                </a:cxn>
                <a:cxn ang="0">
                  <a:pos x="167" y="51"/>
                </a:cxn>
                <a:cxn ang="0">
                  <a:pos x="171" y="65"/>
                </a:cxn>
                <a:cxn ang="0">
                  <a:pos x="213" y="9"/>
                </a:cxn>
                <a:cxn ang="0">
                  <a:pos x="243" y="0"/>
                </a:cxn>
                <a:cxn ang="0">
                  <a:pos x="260" y="63"/>
                </a:cxn>
                <a:cxn ang="0">
                  <a:pos x="197" y="58"/>
                </a:cxn>
                <a:cxn ang="0">
                  <a:pos x="224" y="33"/>
                </a:cxn>
                <a:cxn ang="0">
                  <a:pos x="222" y="24"/>
                </a:cxn>
                <a:cxn ang="0">
                  <a:pos x="67" y="58"/>
                </a:cxn>
                <a:cxn ang="0">
                  <a:pos x="93" y="33"/>
                </a:cxn>
                <a:cxn ang="0">
                  <a:pos x="92" y="24"/>
                </a:cxn>
                <a:cxn ang="0">
                  <a:pos x="152" y="90"/>
                </a:cxn>
                <a:cxn ang="0">
                  <a:pos x="137" y="85"/>
                </a:cxn>
              </a:cxnLst>
              <a:rect l="0" t="0" r="r" b="b"/>
              <a:pathLst>
                <a:path w="283" h="126">
                  <a:moveTo>
                    <a:pt x="260" y="63"/>
                  </a:moveTo>
                  <a:cubicBezTo>
                    <a:pt x="266" y="79"/>
                    <a:pt x="278" y="123"/>
                    <a:pt x="283" y="126"/>
                  </a:cubicBezTo>
                  <a:cubicBezTo>
                    <a:pt x="251" y="126"/>
                    <a:pt x="251" y="126"/>
                    <a:pt x="251" y="126"/>
                  </a:cubicBezTo>
                  <a:cubicBezTo>
                    <a:pt x="251" y="126"/>
                    <a:pt x="251" y="120"/>
                    <a:pt x="250" y="115"/>
                  </a:cubicBezTo>
                  <a:cubicBezTo>
                    <a:pt x="248" y="110"/>
                    <a:pt x="237" y="72"/>
                    <a:pt x="237" y="72"/>
                  </a:cubicBezTo>
                  <a:cubicBezTo>
                    <a:pt x="186" y="72"/>
                    <a:pt x="186" y="72"/>
                    <a:pt x="186" y="72"/>
                  </a:cubicBezTo>
                  <a:cubicBezTo>
                    <a:pt x="178" y="84"/>
                    <a:pt x="178" y="84"/>
                    <a:pt x="178" y="84"/>
                  </a:cubicBezTo>
                  <a:cubicBezTo>
                    <a:pt x="178" y="84"/>
                    <a:pt x="187" y="114"/>
                    <a:pt x="188" y="115"/>
                  </a:cubicBezTo>
                  <a:cubicBezTo>
                    <a:pt x="189" y="118"/>
                    <a:pt x="193" y="126"/>
                    <a:pt x="193" y="126"/>
                  </a:cubicBezTo>
                  <a:cubicBezTo>
                    <a:pt x="163" y="126"/>
                    <a:pt x="163" y="126"/>
                    <a:pt x="163" y="126"/>
                  </a:cubicBezTo>
                  <a:cubicBezTo>
                    <a:pt x="163" y="126"/>
                    <a:pt x="162" y="121"/>
                    <a:pt x="162" y="120"/>
                  </a:cubicBezTo>
                  <a:cubicBezTo>
                    <a:pt x="161" y="118"/>
                    <a:pt x="159" y="110"/>
                    <a:pt x="159" y="110"/>
                  </a:cubicBezTo>
                  <a:cubicBezTo>
                    <a:pt x="159" y="110"/>
                    <a:pt x="152" y="117"/>
                    <a:pt x="150" y="121"/>
                  </a:cubicBezTo>
                  <a:cubicBezTo>
                    <a:pt x="148" y="124"/>
                    <a:pt x="147" y="126"/>
                    <a:pt x="147" y="126"/>
                  </a:cubicBezTo>
                  <a:cubicBezTo>
                    <a:pt x="123" y="126"/>
                    <a:pt x="123" y="126"/>
                    <a:pt x="123" y="126"/>
                  </a:cubicBezTo>
                  <a:cubicBezTo>
                    <a:pt x="123" y="126"/>
                    <a:pt x="122" y="121"/>
                    <a:pt x="122" y="120"/>
                  </a:cubicBezTo>
                  <a:cubicBezTo>
                    <a:pt x="122" y="118"/>
                    <a:pt x="119" y="109"/>
                    <a:pt x="119" y="109"/>
                  </a:cubicBezTo>
                  <a:cubicBezTo>
                    <a:pt x="119" y="109"/>
                    <a:pt x="112" y="117"/>
                    <a:pt x="110" y="121"/>
                  </a:cubicBezTo>
                  <a:cubicBezTo>
                    <a:pt x="108" y="124"/>
                    <a:pt x="107" y="126"/>
                    <a:pt x="107" y="126"/>
                  </a:cubicBezTo>
                  <a:cubicBezTo>
                    <a:pt x="84" y="126"/>
                    <a:pt x="84" y="126"/>
                    <a:pt x="84" y="126"/>
                  </a:cubicBezTo>
                  <a:cubicBezTo>
                    <a:pt x="84" y="126"/>
                    <a:pt x="90" y="120"/>
                    <a:pt x="93" y="117"/>
                  </a:cubicBezTo>
                  <a:cubicBezTo>
                    <a:pt x="97" y="112"/>
                    <a:pt x="111" y="93"/>
                    <a:pt x="111" y="93"/>
                  </a:cubicBezTo>
                  <a:cubicBezTo>
                    <a:pt x="105" y="72"/>
                    <a:pt x="105" y="72"/>
                    <a:pt x="105" y="72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5" y="72"/>
                    <a:pt x="26" y="110"/>
                    <a:pt x="25" y="112"/>
                  </a:cubicBezTo>
                  <a:cubicBezTo>
                    <a:pt x="24" y="113"/>
                    <a:pt x="15" y="125"/>
                    <a:pt x="15" y="126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1" y="116"/>
                    <a:pt x="1" y="116"/>
                    <a:pt x="1" y="116"/>
                  </a:cubicBezTo>
                  <a:cubicBezTo>
                    <a:pt x="1" y="116"/>
                    <a:pt x="23" y="89"/>
                    <a:pt x="42" y="63"/>
                  </a:cubicBezTo>
                  <a:cubicBezTo>
                    <a:pt x="60" y="40"/>
                    <a:pt x="77" y="18"/>
                    <a:pt x="78" y="16"/>
                  </a:cubicBezTo>
                  <a:cubicBezTo>
                    <a:pt x="82" y="11"/>
                    <a:pt x="87" y="0"/>
                    <a:pt x="87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4" y="10"/>
                    <a:pt x="114" y="12"/>
                  </a:cubicBezTo>
                  <a:cubicBezTo>
                    <a:pt x="115" y="14"/>
                    <a:pt x="131" y="67"/>
                    <a:pt x="131" y="67"/>
                  </a:cubicBezTo>
                  <a:cubicBezTo>
                    <a:pt x="140" y="56"/>
                    <a:pt x="140" y="56"/>
                    <a:pt x="140" y="56"/>
                  </a:cubicBezTo>
                  <a:cubicBezTo>
                    <a:pt x="125" y="10"/>
                    <a:pt x="125" y="10"/>
                    <a:pt x="125" y="10"/>
                  </a:cubicBezTo>
                  <a:cubicBezTo>
                    <a:pt x="125" y="10"/>
                    <a:pt x="122" y="1"/>
                    <a:pt x="120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0"/>
                    <a:pt x="151" y="4"/>
                    <a:pt x="152" y="8"/>
                  </a:cubicBezTo>
                  <a:cubicBezTo>
                    <a:pt x="153" y="12"/>
                    <a:pt x="160" y="35"/>
                    <a:pt x="160" y="35"/>
                  </a:cubicBezTo>
                  <a:cubicBezTo>
                    <a:pt x="160" y="35"/>
                    <a:pt x="181" y="9"/>
                    <a:pt x="182" y="7"/>
                  </a:cubicBezTo>
                  <a:cubicBezTo>
                    <a:pt x="184" y="4"/>
                    <a:pt x="184" y="0"/>
                    <a:pt x="184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0" y="0"/>
                    <a:pt x="205" y="3"/>
                    <a:pt x="197" y="13"/>
                  </a:cubicBezTo>
                  <a:cubicBezTo>
                    <a:pt x="194" y="17"/>
                    <a:pt x="167" y="51"/>
                    <a:pt x="167" y="51"/>
                  </a:cubicBezTo>
                  <a:cubicBezTo>
                    <a:pt x="167" y="51"/>
                    <a:pt x="170" y="59"/>
                    <a:pt x="171" y="63"/>
                  </a:cubicBezTo>
                  <a:cubicBezTo>
                    <a:pt x="171" y="64"/>
                    <a:pt x="171" y="65"/>
                    <a:pt x="171" y="65"/>
                  </a:cubicBezTo>
                  <a:cubicBezTo>
                    <a:pt x="171" y="65"/>
                    <a:pt x="172" y="64"/>
                    <a:pt x="173" y="63"/>
                  </a:cubicBezTo>
                  <a:cubicBezTo>
                    <a:pt x="180" y="54"/>
                    <a:pt x="211" y="13"/>
                    <a:pt x="213" y="9"/>
                  </a:cubicBezTo>
                  <a:cubicBezTo>
                    <a:pt x="215" y="6"/>
                    <a:pt x="217" y="3"/>
                    <a:pt x="218" y="0"/>
                  </a:cubicBezTo>
                  <a:cubicBezTo>
                    <a:pt x="243" y="0"/>
                    <a:pt x="243" y="0"/>
                    <a:pt x="243" y="0"/>
                  </a:cubicBezTo>
                  <a:cubicBezTo>
                    <a:pt x="243" y="0"/>
                    <a:pt x="244" y="7"/>
                    <a:pt x="245" y="9"/>
                  </a:cubicBezTo>
                  <a:lnTo>
                    <a:pt x="260" y="63"/>
                  </a:lnTo>
                  <a:close/>
                  <a:moveTo>
                    <a:pt x="222" y="24"/>
                  </a:moveTo>
                  <a:cubicBezTo>
                    <a:pt x="219" y="32"/>
                    <a:pt x="197" y="58"/>
                    <a:pt x="197" y="58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31" y="58"/>
                    <a:pt x="225" y="37"/>
                    <a:pt x="224" y="33"/>
                  </a:cubicBezTo>
                  <a:cubicBezTo>
                    <a:pt x="223" y="29"/>
                    <a:pt x="223" y="24"/>
                    <a:pt x="223" y="24"/>
                  </a:cubicBezTo>
                  <a:cubicBezTo>
                    <a:pt x="223" y="24"/>
                    <a:pt x="223" y="23"/>
                    <a:pt x="222" y="24"/>
                  </a:cubicBezTo>
                  <a:close/>
                  <a:moveTo>
                    <a:pt x="92" y="24"/>
                  </a:moveTo>
                  <a:cubicBezTo>
                    <a:pt x="88" y="32"/>
                    <a:pt x="67" y="58"/>
                    <a:pt x="67" y="58"/>
                  </a:cubicBezTo>
                  <a:cubicBezTo>
                    <a:pt x="101" y="58"/>
                    <a:pt x="101" y="58"/>
                    <a:pt x="101" y="58"/>
                  </a:cubicBezTo>
                  <a:cubicBezTo>
                    <a:pt x="101" y="58"/>
                    <a:pt x="94" y="37"/>
                    <a:pt x="93" y="33"/>
                  </a:cubicBezTo>
                  <a:cubicBezTo>
                    <a:pt x="92" y="29"/>
                    <a:pt x="92" y="24"/>
                    <a:pt x="92" y="24"/>
                  </a:cubicBezTo>
                  <a:cubicBezTo>
                    <a:pt x="92" y="24"/>
                    <a:pt x="92" y="23"/>
                    <a:pt x="92" y="24"/>
                  </a:cubicBezTo>
                  <a:close/>
                  <a:moveTo>
                    <a:pt x="143" y="103"/>
                  </a:moveTo>
                  <a:cubicBezTo>
                    <a:pt x="152" y="90"/>
                    <a:pt x="152" y="90"/>
                    <a:pt x="152" y="90"/>
                  </a:cubicBezTo>
                  <a:cubicBezTo>
                    <a:pt x="151" y="89"/>
                    <a:pt x="146" y="73"/>
                    <a:pt x="146" y="73"/>
                  </a:cubicBezTo>
                  <a:cubicBezTo>
                    <a:pt x="137" y="85"/>
                    <a:pt x="137" y="85"/>
                    <a:pt x="137" y="85"/>
                  </a:cubicBezTo>
                  <a:lnTo>
                    <a:pt x="143" y="10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80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</p:grpSp>
      <p:sp>
        <p:nvSpPr>
          <p:cNvPr id="15" name="Parallélogramme 14"/>
          <p:cNvSpPr>
            <a:spLocks noChangeAspect="1"/>
          </p:cNvSpPr>
          <p:nvPr/>
        </p:nvSpPr>
        <p:spPr>
          <a:xfrm>
            <a:off x="311852" y="-15349"/>
            <a:ext cx="925691" cy="752699"/>
          </a:xfrm>
          <a:prstGeom prst="parallelogram">
            <a:avLst>
              <a:gd name="adj" fmla="val 8379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>
              <a:solidFill>
                <a:prstClr val="white"/>
              </a:solidFill>
            </a:endParaRPr>
          </a:p>
        </p:txBody>
      </p:sp>
      <p:cxnSp>
        <p:nvCxnSpPr>
          <p:cNvPr id="16" name="Connecteur droit 15"/>
          <p:cNvCxnSpPr/>
          <p:nvPr/>
        </p:nvCxnSpPr>
        <p:spPr>
          <a:xfrm>
            <a:off x="970261" y="735475"/>
            <a:ext cx="10241724" cy="0"/>
          </a:xfrm>
          <a:prstGeom prst="line">
            <a:avLst/>
          </a:prstGeom>
          <a:ln w="6350" cmpd="sng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72561" y="6508751"/>
            <a:ext cx="649453" cy="214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00">
                <a:solidFill>
                  <a:schemeClr val="tx2"/>
                </a:solidFill>
                <a:latin typeface="Century Gothic" pitchFamily="34" charset="0"/>
              </a:defRPr>
            </a:lvl1pPr>
          </a:lstStyle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‹#›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21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73600" y="6508751"/>
            <a:ext cx="2844800" cy="217823"/>
          </a:xfrm>
          <a:prstGeom prst="rect">
            <a:avLst/>
          </a:prstGeom>
        </p:spPr>
        <p:txBody>
          <a:bodyPr lIns="0" tIns="0" rIns="0" bIns="0" anchor="b" anchorCtr="0"/>
          <a:lstStyle>
            <a:lvl1pPr algn="ctr">
              <a:defRPr sz="800" b="1">
                <a:solidFill>
                  <a:schemeClr val="accent4"/>
                </a:solidFill>
                <a:latin typeface="+mj-lt"/>
              </a:defRPr>
            </a:lvl1pPr>
          </a:lstStyle>
          <a:p>
            <a:r>
              <a:rPr lang="en-US">
                <a:solidFill>
                  <a:srgbClr val="E40A38"/>
                </a:solidFill>
              </a:rPr>
              <a:t>MENTION DE CONFIDENTIALITÉ</a:t>
            </a:r>
            <a:endParaRPr lang="fr-FR">
              <a:solidFill>
                <a:srgbClr val="E40A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204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transition>
    <p:fade/>
  </p:transition>
  <p:hf hdr="0" ftr="0" dt="0"/>
  <p:txStyles>
    <p:titleStyle>
      <a:lvl1pPr algn="l" defTabSz="457200" rtl="0" eaLnBrk="1" latinLnBrk="0" hangingPunct="1">
        <a:spcBef>
          <a:spcPct val="0"/>
        </a:spcBef>
        <a:buNone/>
        <a:defRPr sz="2000" kern="1200">
          <a:solidFill>
            <a:schemeClr val="tx2"/>
          </a:solidFill>
          <a:latin typeface="Century Gothic" pitchFamily="34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Tx/>
        <a:buBlip>
          <a:blip r:embed="rId20"/>
        </a:buBlip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361950" indent="0" algn="l" defTabSz="457200" rtl="0" eaLnBrk="1" latinLnBrk="0" hangingPunct="1">
        <a:spcBef>
          <a:spcPct val="20000"/>
        </a:spcBef>
        <a:buFont typeface="Arial"/>
        <a:buNone/>
        <a:defRPr sz="1800" b="1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630238" indent="-268288" algn="l" defTabSz="4572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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630238" indent="0" algn="l" defTabSz="457200" rtl="0" eaLnBrk="1" latinLnBrk="0" hangingPunct="1">
        <a:spcBef>
          <a:spcPct val="20000"/>
        </a:spcBef>
        <a:buFontTx/>
        <a:buNone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801688" indent="-171450" algn="l" defTabSz="4572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­"/>
        <a:tabLst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Relationship Id="rId4" Type="http://schemas.openxmlformats.org/officeDocument/2006/relationships/comments" Target="../comments/commen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6.xml"/><Relationship Id="rId4" Type="http://schemas.openxmlformats.org/officeDocument/2006/relationships/comments" Target="../comments/commen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6.xml"/><Relationship Id="rId4" Type="http://schemas.openxmlformats.org/officeDocument/2006/relationships/comments" Target="../comments/commen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DFD87-74D9-478B-B7FE-8FBC975665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GI X-Sell</a:t>
            </a:r>
            <a:br>
              <a:rPr lang="en-US" sz="4400"/>
            </a:br>
            <a:r>
              <a:rPr lang="en-US" sz="4400"/>
              <a:t>In-depth EDA</a:t>
            </a: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FCCA31B0-8BFE-5A57-D056-524DED98B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87" r="3567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93437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521F0B-4767-4461-B156-3C8A4334B2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6321" y="1014226"/>
            <a:ext cx="10245661" cy="4918636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We have done the exploratory data analysis (EDA) on the GI travel data (from 2017 to 2023) with the L&amp;H data.</a:t>
            </a:r>
          </a:p>
          <a:p>
            <a:r>
              <a:rPr lang="en-US"/>
              <a:t>Some of the key findings:</a:t>
            </a:r>
          </a:p>
          <a:p>
            <a:pPr lvl="1"/>
            <a:r>
              <a:rPr lang="en-US"/>
              <a:t>Travel claimed customers in Life Agent channel have higher tendency to buy L&amp;H products</a:t>
            </a:r>
          </a:p>
          <a:p>
            <a:pPr lvl="1"/>
            <a:r>
              <a:rPr lang="en-US"/>
              <a:t>Unsuccessful claims had no noticeable impact on Travel insurance cancellation (~3%)</a:t>
            </a:r>
          </a:p>
          <a:p>
            <a:pPr lvl="1"/>
            <a:r>
              <a:rPr lang="en-US"/>
              <a:t>Signing up L&amp;H insurance rate given there were travel insurance claims before is 8.5%, a 1.7% increase over no travel insurance claims </a:t>
            </a:r>
          </a:p>
          <a:p>
            <a:pPr lvl="1"/>
            <a:r>
              <a:rPr lang="en-US"/>
              <a:t>Using Light GMB as a baseline model, we preliminarily identified ~17500 </a:t>
            </a:r>
            <a:r>
              <a:rPr lang="en-US">
                <a:latin typeface="Source Sans Pro"/>
                <a:ea typeface="Source Sans Pro"/>
              </a:rPr>
              <a:t>customers that have the propensity to buy medical insurance.</a:t>
            </a:r>
          </a:p>
          <a:p>
            <a:r>
              <a:rPr lang="en-US"/>
              <a:t>Possible approaches to do GI X-sell Travel-to-Medical</a:t>
            </a:r>
          </a:p>
          <a:p>
            <a:pPr lvl="1"/>
            <a:r>
              <a:rPr lang="en-US"/>
              <a:t>Out of the 17500 possible customers, ~13800 has AXA Agent as their primary channel. Dependent on the customers' features (i.e. Claim, GI policy duration, GWP, </a:t>
            </a:r>
            <a:r>
              <a:rPr lang="en-US" err="1"/>
              <a:t>etc</a:t>
            </a:r>
            <a:r>
              <a:rPr lang="en-US"/>
              <a:t>) devise a plan for the agent to reach out said customers on a tiered approach.</a:t>
            </a:r>
          </a:p>
          <a:p>
            <a:r>
              <a:rPr lang="en-US"/>
              <a:t>Next step</a:t>
            </a:r>
          </a:p>
          <a:p>
            <a:pPr lvl="1"/>
            <a:r>
              <a:rPr lang="en-US"/>
              <a:t>To continue to test &amp; fine tune propensity to buy models to improve potential customer capture rate.</a:t>
            </a:r>
          </a:p>
          <a:p>
            <a:pPr marL="457200" lvl="1" indent="0">
              <a:buNone/>
            </a:pPr>
            <a:endParaRPr lang="en-US" b="0"/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F4C2E6-9C93-44AF-B5A6-72C81F626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AFA90-8FB8-43C3-B110-0F122AA28C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2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8D59575-A381-4874-A9F6-BA927D11251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938110-BA9F-43B5-B6DD-0F333CAD4D3B}"/>
              </a:ext>
            </a:extLst>
          </p:cNvPr>
          <p:cNvSpPr/>
          <p:nvPr/>
        </p:nvSpPr>
        <p:spPr>
          <a:xfrm>
            <a:off x="10677525" y="152400"/>
            <a:ext cx="1219200" cy="517419"/>
          </a:xfrm>
          <a:prstGeom prst="rect">
            <a:avLst/>
          </a:prstGeom>
          <a:solidFill>
            <a:schemeClr val="accent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Jacky</a:t>
            </a:r>
          </a:p>
        </p:txBody>
      </p:sp>
    </p:spTree>
    <p:extLst>
      <p:ext uri="{BB962C8B-B14F-4D97-AF65-F5344CB8AC3E}">
        <p14:creationId xmlns:p14="http://schemas.microsoft.com/office/powerpoint/2010/main" val="109591162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9000-462A-47CF-923C-47F74967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Source in detail</a:t>
            </a:r>
          </a:p>
        </p:txBody>
      </p:sp>
      <p:graphicFrame>
        <p:nvGraphicFramePr>
          <p:cNvPr id="41" name="Table 41">
            <a:extLst>
              <a:ext uri="{FF2B5EF4-FFF2-40B4-BE49-F238E27FC236}">
                <a16:creationId xmlns:a16="http://schemas.microsoft.com/office/drawing/2014/main" id="{0479F6C6-8704-417D-B15B-85E4A9AF3E4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70099097"/>
              </p:ext>
            </p:extLst>
          </p:nvPr>
        </p:nvGraphicFramePr>
        <p:xfrm>
          <a:off x="6035336" y="1616942"/>
          <a:ext cx="5773326" cy="311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095">
                  <a:extLst>
                    <a:ext uri="{9D8B030D-6E8A-4147-A177-3AD203B41FA5}">
                      <a16:colId xmlns:a16="http://schemas.microsoft.com/office/drawing/2014/main" val="2678197359"/>
                    </a:ext>
                  </a:extLst>
                </a:gridCol>
                <a:gridCol w="1105347">
                  <a:extLst>
                    <a:ext uri="{9D8B030D-6E8A-4147-A177-3AD203B41FA5}">
                      <a16:colId xmlns:a16="http://schemas.microsoft.com/office/drawing/2014/main" val="1458971226"/>
                    </a:ext>
                  </a:extLst>
                </a:gridCol>
                <a:gridCol w="962221">
                  <a:extLst>
                    <a:ext uri="{9D8B030D-6E8A-4147-A177-3AD203B41FA5}">
                      <a16:colId xmlns:a16="http://schemas.microsoft.com/office/drawing/2014/main" val="581390992"/>
                    </a:ext>
                  </a:extLst>
                </a:gridCol>
                <a:gridCol w="962221">
                  <a:extLst>
                    <a:ext uri="{9D8B030D-6E8A-4147-A177-3AD203B41FA5}">
                      <a16:colId xmlns:a16="http://schemas.microsoft.com/office/drawing/2014/main" val="3686356507"/>
                    </a:ext>
                  </a:extLst>
                </a:gridCol>
                <a:gridCol w="962221">
                  <a:extLst>
                    <a:ext uri="{9D8B030D-6E8A-4147-A177-3AD203B41FA5}">
                      <a16:colId xmlns:a16="http://schemas.microsoft.com/office/drawing/2014/main" val="3666057401"/>
                    </a:ext>
                  </a:extLst>
                </a:gridCol>
                <a:gridCol w="962221">
                  <a:extLst>
                    <a:ext uri="{9D8B030D-6E8A-4147-A177-3AD203B41FA5}">
                      <a16:colId xmlns:a16="http://schemas.microsoft.com/office/drawing/2014/main" val="3094697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Num. of 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Num. of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Extraction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733088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/>
                        <a:t>GI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Basestat (Aggregation of prembase + clambase)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5,257,817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116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(2015, 2023)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2023/02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0207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Clambase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237,406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364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(1998, 2023)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2023/02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1617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Client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6,323,751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(1900, 2023)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2023/02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421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Prembase (Only used column “age”)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5,031,178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79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(1998, 2023)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2023/02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830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L&amp;H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Application &amp; Policy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247,3507</a:t>
                      </a:r>
                      <a:endParaRPr lang="en-US" sz="120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85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(1990, 2023)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2023/03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68194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0EEE-851E-46D0-B400-6CD42AC5CD0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375470" y="6406914"/>
            <a:ext cx="336946" cy="225542"/>
          </a:xfrm>
        </p:spPr>
        <p:txBody>
          <a:bodyPr/>
          <a:lstStyle/>
          <a:p>
            <a:pPr>
              <a:defRPr/>
            </a:pPr>
            <a:fld id="{C3FF94BE-8939-42DD-BC80-D452AB1D60EB}" type="slidenum">
              <a:rPr lang="en-GB" altLang="en-US" smtClean="0"/>
              <a:pPr>
                <a:defRPr/>
              </a:pPr>
              <a:t>3</a:t>
            </a:fld>
            <a:endParaRPr lang="en-GB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4201E2-1BFF-46ED-B464-E8883CB9247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20746" y="6339994"/>
            <a:ext cx="2844222" cy="364340"/>
          </a:xfrm>
        </p:spPr>
        <p:txBody>
          <a:bodyPr/>
          <a:lstStyle/>
          <a:p>
            <a:pPr>
              <a:defRPr/>
            </a:pPr>
            <a:r>
              <a:rPr lang="fr-FR" err="1"/>
              <a:t>Title</a:t>
            </a:r>
            <a:r>
              <a:rPr lang="fr-FR"/>
              <a:t> of the </a:t>
            </a:r>
            <a:r>
              <a:rPr lang="fr-FR" err="1"/>
              <a:t>presentation</a:t>
            </a:r>
            <a:r>
              <a:rPr lang="fr-FR"/>
              <a:t> l Date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D01353C-F356-4997-960D-F94CE2A85A1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  <p:pic>
        <p:nvPicPr>
          <p:cNvPr id="23" name="Graphic 22" descr="Database">
            <a:extLst>
              <a:ext uri="{FF2B5EF4-FFF2-40B4-BE49-F238E27FC236}">
                <a16:creationId xmlns:a16="http://schemas.microsoft.com/office/drawing/2014/main" id="{5988C108-0BAA-4BE4-846D-3D40416DA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9666" y="789723"/>
            <a:ext cx="978800" cy="9788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0217870-B9AD-40E1-966C-3745E23F1831}"/>
              </a:ext>
            </a:extLst>
          </p:cNvPr>
          <p:cNvSpPr txBox="1"/>
          <p:nvPr/>
        </p:nvSpPr>
        <p:spPr>
          <a:xfrm>
            <a:off x="1825174" y="1671740"/>
            <a:ext cx="808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Client 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E1613C-9532-47A6-8BFE-87316402ABBE}"/>
              </a:ext>
            </a:extLst>
          </p:cNvPr>
          <p:cNvSpPr txBox="1"/>
          <p:nvPr/>
        </p:nvSpPr>
        <p:spPr>
          <a:xfrm>
            <a:off x="968556" y="3377276"/>
            <a:ext cx="1178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err="1"/>
              <a:t>Basestat</a:t>
            </a:r>
            <a:r>
              <a:rPr lang="en-US" sz="1000" b="1"/>
              <a:t> + Client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9A449B-EBF6-4F87-ADFC-FB96F0255276}"/>
              </a:ext>
            </a:extLst>
          </p:cNvPr>
          <p:cNvSpPr txBox="1"/>
          <p:nvPr/>
        </p:nvSpPr>
        <p:spPr>
          <a:xfrm>
            <a:off x="323942" y="1670684"/>
            <a:ext cx="681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err="1"/>
              <a:t>Basestat</a:t>
            </a:r>
            <a:endParaRPr lang="en-US" sz="1000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BF9149-8A43-42B6-A17E-13EDBB9BECB4}"/>
              </a:ext>
            </a:extLst>
          </p:cNvPr>
          <p:cNvSpPr txBox="1"/>
          <p:nvPr/>
        </p:nvSpPr>
        <p:spPr>
          <a:xfrm>
            <a:off x="2763605" y="3357403"/>
            <a:ext cx="765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err="1"/>
              <a:t>Clambase</a:t>
            </a:r>
            <a:endParaRPr lang="en-US" sz="1000" b="1"/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44B2A940-D5BD-4FFB-89E2-19BDF7FE2E23}"/>
              </a:ext>
            </a:extLst>
          </p:cNvPr>
          <p:cNvSpPr/>
          <p:nvPr/>
        </p:nvSpPr>
        <p:spPr>
          <a:xfrm rot="16200000">
            <a:off x="1177311" y="1162875"/>
            <a:ext cx="535500" cy="2123445"/>
          </a:xfrm>
          <a:prstGeom prst="leftBrace">
            <a:avLst>
              <a:gd name="adj1" fmla="val 8333"/>
              <a:gd name="adj2" fmla="val 495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EE0894-6A33-40D0-8939-5206B1821528}"/>
              </a:ext>
            </a:extLst>
          </p:cNvPr>
          <p:cNvSpPr txBox="1"/>
          <p:nvPr/>
        </p:nvSpPr>
        <p:spPr>
          <a:xfrm>
            <a:off x="3725957" y="5108510"/>
            <a:ext cx="4652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L&amp;H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EEE9CC-7FEA-4568-AD85-B22AAF0780F1}"/>
              </a:ext>
            </a:extLst>
          </p:cNvPr>
          <p:cNvSpPr txBox="1"/>
          <p:nvPr/>
        </p:nvSpPr>
        <p:spPr>
          <a:xfrm>
            <a:off x="3528683" y="6230148"/>
            <a:ext cx="1997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err="1"/>
              <a:t>Basestat</a:t>
            </a:r>
            <a:r>
              <a:rPr lang="en-US" sz="1000" b="1"/>
              <a:t> + Client + Claim + L&amp;H</a:t>
            </a:r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F96E1598-8016-418A-BDC3-E9F62EFA0B34}"/>
              </a:ext>
            </a:extLst>
          </p:cNvPr>
          <p:cNvSpPr/>
          <p:nvPr/>
        </p:nvSpPr>
        <p:spPr>
          <a:xfrm rot="16200000">
            <a:off x="2133043" y="2808606"/>
            <a:ext cx="535500" cy="2266950"/>
          </a:xfrm>
          <a:prstGeom prst="leftBrace">
            <a:avLst>
              <a:gd name="adj1" fmla="val 8333"/>
              <a:gd name="adj2" fmla="val 495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6ED87A-8300-4EF4-8B32-142ED85492C3}"/>
              </a:ext>
            </a:extLst>
          </p:cNvPr>
          <p:cNvSpPr txBox="1"/>
          <p:nvPr/>
        </p:nvSpPr>
        <p:spPr bwMode="auto">
          <a:xfrm>
            <a:off x="897993" y="2048003"/>
            <a:ext cx="264495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b">
            <a:spAutoFit/>
          </a:bodyPr>
          <a:lstStyle/>
          <a:p>
            <a:pPr eaLnBrk="1" hangingPunct="1"/>
            <a:r>
              <a:rPr lang="en-US" sz="1000">
                <a:solidFill>
                  <a:srgbClr val="000000"/>
                </a:solidFill>
                <a:latin typeface="Source Sans Pro" pitchFamily="34" charset="0"/>
              </a:rPr>
              <a:t>Left join with </a:t>
            </a:r>
            <a:r>
              <a:rPr lang="en-US" sz="1000" b="1">
                <a:solidFill>
                  <a:srgbClr val="000000"/>
                </a:solidFill>
                <a:latin typeface="Source Sans Pro" pitchFamily="34" charset="0"/>
              </a:rPr>
              <a:t>client num</a:t>
            </a:r>
            <a:r>
              <a:rPr lang="en-US" sz="1000">
                <a:solidFill>
                  <a:srgbClr val="000000"/>
                </a:solidFill>
                <a:latin typeface="Source Sans Pro" pitchFamily="34" charset="0"/>
              </a:rPr>
              <a:t>.(COWNNUM, CLNTNUM)</a:t>
            </a:r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62F03586-4611-468F-B9EF-BDB4856201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027" y="800153"/>
            <a:ext cx="978799" cy="97879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8D23D5F2-497F-4B6F-9E2F-DEFA96CE754B}"/>
              </a:ext>
            </a:extLst>
          </p:cNvPr>
          <p:cNvSpPr txBox="1"/>
          <p:nvPr/>
        </p:nvSpPr>
        <p:spPr bwMode="auto">
          <a:xfrm>
            <a:off x="1820361" y="3719704"/>
            <a:ext cx="1955664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b">
            <a:spAutoFit/>
          </a:bodyPr>
          <a:lstStyle/>
          <a:p>
            <a:pPr eaLnBrk="1" hangingPunct="1"/>
            <a:r>
              <a:rPr lang="en-US" sz="1000">
                <a:solidFill>
                  <a:srgbClr val="000000"/>
                </a:solidFill>
                <a:latin typeface="Source Sans Pro" pitchFamily="34" charset="0"/>
              </a:rPr>
              <a:t>Left join with </a:t>
            </a:r>
            <a:r>
              <a:rPr lang="en-US" sz="1000" b="1">
                <a:solidFill>
                  <a:srgbClr val="000000"/>
                </a:solidFill>
                <a:latin typeface="Source Sans Pro" pitchFamily="34" charset="0"/>
              </a:rPr>
              <a:t>policy num. (</a:t>
            </a:r>
            <a:r>
              <a:rPr lang="en-US" sz="1000" b="1" err="1">
                <a:solidFill>
                  <a:srgbClr val="000000"/>
                </a:solidFill>
                <a:latin typeface="Source Sans Pro" pitchFamily="34" charset="0"/>
              </a:rPr>
              <a:t>contrnb</a:t>
            </a:r>
            <a:r>
              <a:rPr lang="en-US" sz="1000" b="1">
                <a:solidFill>
                  <a:srgbClr val="000000"/>
                </a:solidFill>
                <a:latin typeface="Source Sans Pro" pitchFamily="34" charset="0"/>
              </a:rPr>
              <a:t>)</a:t>
            </a:r>
          </a:p>
        </p:txBody>
      </p:sp>
      <p:sp>
        <p:nvSpPr>
          <p:cNvPr id="49" name="Left Brace 48">
            <a:extLst>
              <a:ext uri="{FF2B5EF4-FFF2-40B4-BE49-F238E27FC236}">
                <a16:creationId xmlns:a16="http://schemas.microsoft.com/office/drawing/2014/main" id="{EE2E2585-E36E-48E6-AA5B-4C3C17442A6F}"/>
              </a:ext>
            </a:extLst>
          </p:cNvPr>
          <p:cNvSpPr/>
          <p:nvPr/>
        </p:nvSpPr>
        <p:spPr>
          <a:xfrm rot="16200000">
            <a:off x="2865116" y="4465745"/>
            <a:ext cx="535500" cy="2266950"/>
          </a:xfrm>
          <a:prstGeom prst="leftBrace">
            <a:avLst>
              <a:gd name="adj1" fmla="val 8333"/>
              <a:gd name="adj2" fmla="val 495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07EA8A-6EC7-4DE5-91F9-58C6090CE9A5}"/>
              </a:ext>
            </a:extLst>
          </p:cNvPr>
          <p:cNvSpPr txBox="1"/>
          <p:nvPr/>
        </p:nvSpPr>
        <p:spPr bwMode="auto">
          <a:xfrm>
            <a:off x="2633404" y="5406161"/>
            <a:ext cx="3815147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b">
            <a:spAutoFit/>
          </a:bodyPr>
          <a:lstStyle/>
          <a:p>
            <a:pPr eaLnBrk="1" hangingPunct="1"/>
            <a:r>
              <a:rPr lang="en-US" sz="1000">
                <a:solidFill>
                  <a:srgbClr val="000000"/>
                </a:solidFill>
                <a:latin typeface="Source Sans Pro" pitchFamily="34" charset="0"/>
              </a:rPr>
              <a:t>Left join with </a:t>
            </a:r>
            <a:r>
              <a:rPr lang="en-US" sz="1000" b="1">
                <a:solidFill>
                  <a:srgbClr val="000000"/>
                </a:solidFill>
                <a:latin typeface="Source Sans Pro" pitchFamily="34" charset="0"/>
              </a:rPr>
              <a:t>client ID. (</a:t>
            </a:r>
            <a:r>
              <a:rPr lang="en-US" sz="1000" b="1" err="1">
                <a:solidFill>
                  <a:srgbClr val="000000"/>
                </a:solidFill>
                <a:latin typeface="Source Sans Pro" pitchFamily="34" charset="0"/>
              </a:rPr>
              <a:t>modified_SECUITYNO</a:t>
            </a:r>
            <a:r>
              <a:rPr lang="en-US" sz="1000" b="1">
                <a:solidFill>
                  <a:srgbClr val="000000"/>
                </a:solidFill>
                <a:latin typeface="Source Sans Pro" pitchFamily="34" charset="0"/>
              </a:rPr>
              <a:t>, </a:t>
            </a:r>
            <a:r>
              <a:rPr lang="en-US" sz="1000" b="1" err="1">
                <a:solidFill>
                  <a:srgbClr val="000000"/>
                </a:solidFill>
                <a:latin typeface="Source Sans Pro" pitchFamily="34" charset="0"/>
              </a:rPr>
              <a:t>modified_owner_id</a:t>
            </a:r>
            <a:r>
              <a:rPr lang="en-US" sz="1000" b="1">
                <a:solidFill>
                  <a:srgbClr val="000000"/>
                </a:solidFill>
                <a:latin typeface="Source Sans Pro" pitchFamily="34" charset="0"/>
              </a:rPr>
              <a:t>)</a:t>
            </a:r>
          </a:p>
        </p:txBody>
      </p:sp>
      <p:pic>
        <p:nvPicPr>
          <p:cNvPr id="51" name="Graphic 50" descr="Database">
            <a:extLst>
              <a:ext uri="{FF2B5EF4-FFF2-40B4-BE49-F238E27FC236}">
                <a16:creationId xmlns:a16="http://schemas.microsoft.com/office/drawing/2014/main" id="{111079D1-73F2-444B-B47D-3F94B10E0F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8556" y="2450285"/>
            <a:ext cx="978799" cy="978799"/>
          </a:xfrm>
          <a:prstGeom prst="rect">
            <a:avLst/>
          </a:prstGeom>
        </p:spPr>
      </p:pic>
      <p:pic>
        <p:nvPicPr>
          <p:cNvPr id="52" name="Graphic 51" descr="Database">
            <a:extLst>
              <a:ext uri="{FF2B5EF4-FFF2-40B4-BE49-F238E27FC236}">
                <a16:creationId xmlns:a16="http://schemas.microsoft.com/office/drawing/2014/main" id="{A9994555-D5CE-4BAC-817F-B6EAC61ECB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52376" y="2447999"/>
            <a:ext cx="978799" cy="978799"/>
          </a:xfrm>
          <a:prstGeom prst="rect">
            <a:avLst/>
          </a:prstGeom>
        </p:spPr>
      </p:pic>
      <p:pic>
        <p:nvPicPr>
          <p:cNvPr id="53" name="Graphic 52" descr="Database">
            <a:extLst>
              <a:ext uri="{FF2B5EF4-FFF2-40B4-BE49-F238E27FC236}">
                <a16:creationId xmlns:a16="http://schemas.microsoft.com/office/drawing/2014/main" id="{322E171A-D6AB-4327-BF45-18E23C9798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11393" y="4209831"/>
            <a:ext cx="978799" cy="978799"/>
          </a:xfrm>
          <a:prstGeom prst="rect">
            <a:avLst/>
          </a:prstGeom>
        </p:spPr>
      </p:pic>
      <p:pic>
        <p:nvPicPr>
          <p:cNvPr id="54" name="Graphic 53" descr="Database">
            <a:extLst>
              <a:ext uri="{FF2B5EF4-FFF2-40B4-BE49-F238E27FC236}">
                <a16:creationId xmlns:a16="http://schemas.microsoft.com/office/drawing/2014/main" id="{B7FF2ACF-2C5D-4C1A-9D08-55D343C47B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64968" y="4209830"/>
            <a:ext cx="978799" cy="978799"/>
          </a:xfrm>
          <a:prstGeom prst="rect">
            <a:avLst/>
          </a:prstGeom>
        </p:spPr>
      </p:pic>
      <p:pic>
        <p:nvPicPr>
          <p:cNvPr id="55" name="Graphic 54" descr="Database">
            <a:extLst>
              <a:ext uri="{FF2B5EF4-FFF2-40B4-BE49-F238E27FC236}">
                <a16:creationId xmlns:a16="http://schemas.microsoft.com/office/drawing/2014/main" id="{C808DE96-94A7-40C3-8115-07FBC3A809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81565" y="5850594"/>
            <a:ext cx="978799" cy="978799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D7D9ECB-E180-4E84-8AF0-31FD3153B066}"/>
              </a:ext>
            </a:extLst>
          </p:cNvPr>
          <p:cNvSpPr txBox="1"/>
          <p:nvPr/>
        </p:nvSpPr>
        <p:spPr>
          <a:xfrm>
            <a:off x="1691213" y="5140042"/>
            <a:ext cx="16697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err="1"/>
              <a:t>Basestat</a:t>
            </a:r>
            <a:r>
              <a:rPr lang="en-US" sz="1000" b="1"/>
              <a:t> + Client + Claim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A53209-A52A-4B48-83E3-E0E406879134}"/>
              </a:ext>
            </a:extLst>
          </p:cNvPr>
          <p:cNvSpPr txBox="1"/>
          <p:nvPr/>
        </p:nvSpPr>
        <p:spPr bwMode="auto">
          <a:xfrm>
            <a:off x="6035336" y="1184522"/>
            <a:ext cx="6096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800" b="1"/>
              <a:t>Extraction Date: </a:t>
            </a:r>
            <a:r>
              <a:rPr lang="en-US" sz="1800"/>
              <a:t>Feb 2023</a:t>
            </a:r>
          </a:p>
        </p:txBody>
      </p:sp>
    </p:spTree>
    <p:extLst>
      <p:ext uri="{BB962C8B-B14F-4D97-AF65-F5344CB8AC3E}">
        <p14:creationId xmlns:p14="http://schemas.microsoft.com/office/powerpoint/2010/main" val="2799964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9000-462A-47CF-923C-47F74967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Statistics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46F6B-0447-429C-BB76-468BBE079A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5193" y="6197425"/>
            <a:ext cx="4235923" cy="319303"/>
          </a:xfrm>
        </p:spPr>
        <p:txBody>
          <a:bodyPr/>
          <a:lstStyle/>
          <a:p>
            <a:r>
              <a:rPr lang="en-US" sz="1000">
                <a:solidFill>
                  <a:srgbClr val="FF0000"/>
                </a:solidFill>
                <a:ea typeface="Source Sans Pro"/>
              </a:rPr>
              <a:t>Note: this is the total period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58659-EFC8-4B0B-894F-BEA3C18678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928" y="982965"/>
            <a:ext cx="5222481" cy="4550519"/>
          </a:xfrm>
        </p:spPr>
        <p:txBody>
          <a:bodyPr lIns="91440" tIns="45720" rIns="91440" bIns="45720" anchor="t"/>
          <a:lstStyle/>
          <a:p>
            <a:pPr marL="405765" indent="-405765">
              <a:buFont typeface="Arial" pitchFamily="2" charset="0"/>
              <a:buChar char="•"/>
            </a:pPr>
            <a:r>
              <a:rPr lang="en-US" sz="2150" b="1">
                <a:ea typeface="Source Sans Pro"/>
              </a:rPr>
              <a:t># of unique clients in Travel Insurance</a:t>
            </a:r>
            <a:r>
              <a:rPr lang="en-US" sz="2150">
                <a:ea typeface="Source Sans Pro"/>
              </a:rPr>
              <a:t>: </a:t>
            </a:r>
            <a:r>
              <a:rPr lang="en-US" sz="2150">
                <a:ea typeface="+mj-lt"/>
                <a:cs typeface="+mj-lt"/>
              </a:rPr>
              <a:t>740,254</a:t>
            </a:r>
          </a:p>
          <a:p>
            <a:pPr marL="405765" indent="-405765">
              <a:buFont typeface="Arial" pitchFamily="2" charset="0"/>
              <a:buChar char="•"/>
            </a:pPr>
            <a:r>
              <a:rPr lang="en-US" sz="2150" b="1">
                <a:ea typeface="Source Sans Pro"/>
              </a:rPr>
              <a:t># of unique policy</a:t>
            </a:r>
            <a:r>
              <a:rPr lang="en-US" sz="2150">
                <a:ea typeface="Source Sans Pro"/>
              </a:rPr>
              <a:t>:  </a:t>
            </a:r>
            <a:r>
              <a:rPr lang="en-US" sz="2150">
                <a:ea typeface="+mj-lt"/>
                <a:cs typeface="+mj-lt"/>
              </a:rPr>
              <a:t>2,297,703</a:t>
            </a:r>
            <a:endParaRPr lang="en-US" sz="2150">
              <a:ea typeface="Source Sans Pro"/>
            </a:endParaRPr>
          </a:p>
          <a:p>
            <a:pPr marL="405765" indent="-405765">
              <a:buFont typeface="Arial" pitchFamily="2" charset="0"/>
              <a:buChar char="•"/>
            </a:pPr>
            <a:r>
              <a:rPr lang="en-US" sz="2150">
                <a:ea typeface="Source Sans Pro"/>
              </a:rPr>
              <a:t>Top 5 product by # of policy:</a:t>
            </a:r>
          </a:p>
          <a:p>
            <a:pPr marL="1000125" lvl="1" indent="-457200">
              <a:buAutoNum type="arabicPeriod"/>
            </a:pPr>
            <a:r>
              <a:rPr lang="en-US" sz="1850" err="1">
                <a:ea typeface="+mj-lt"/>
                <a:cs typeface="+mj-lt"/>
              </a:rPr>
              <a:t>TravelSurance</a:t>
            </a:r>
            <a:r>
              <a:rPr lang="en-US" sz="1850">
                <a:ea typeface="+mj-lt"/>
                <a:cs typeface="+mj-lt"/>
              </a:rPr>
              <a:t> (single trip) - 1,051,768</a:t>
            </a:r>
            <a:endParaRPr lang="en-US" sz="1850">
              <a:ea typeface="Source Sans Pro"/>
            </a:endParaRPr>
          </a:p>
          <a:p>
            <a:pPr marL="1000125" lvl="1" indent="-457200">
              <a:buAutoNum type="arabicPeriod"/>
            </a:pPr>
            <a:r>
              <a:rPr lang="en-US" sz="1850" err="1">
                <a:ea typeface="+mj-lt"/>
                <a:cs typeface="+mj-lt"/>
              </a:rPr>
              <a:t>SmartTraveller</a:t>
            </a:r>
            <a:r>
              <a:rPr lang="en-US" sz="1850">
                <a:ea typeface="+mj-lt"/>
                <a:cs typeface="+mj-lt"/>
              </a:rPr>
              <a:t> (Single) - 600,259</a:t>
            </a:r>
          </a:p>
          <a:p>
            <a:pPr marL="1000125" lvl="1" indent="-457200">
              <a:buAutoNum type="arabicPeriod"/>
            </a:pPr>
            <a:r>
              <a:rPr lang="en-US" sz="1850">
                <a:ea typeface="+mj-lt"/>
                <a:cs typeface="+mj-lt"/>
              </a:rPr>
              <a:t>Single Trip 2018 – 361,345 </a:t>
            </a:r>
          </a:p>
          <a:p>
            <a:pPr marL="1000125" lvl="1" indent="-457200">
              <a:buAutoNum type="arabicPeriod"/>
            </a:pPr>
            <a:r>
              <a:rPr lang="en-US" sz="1850" err="1">
                <a:ea typeface="+mj-lt"/>
                <a:cs typeface="+mj-lt"/>
              </a:rPr>
              <a:t>SmartTraveller</a:t>
            </a:r>
            <a:r>
              <a:rPr lang="en-US" sz="1850">
                <a:ea typeface="+mj-lt"/>
                <a:cs typeface="+mj-lt"/>
              </a:rPr>
              <a:t> Plus (Single) – 89,374 </a:t>
            </a:r>
          </a:p>
          <a:p>
            <a:pPr marL="1000125" lvl="1" indent="-457200">
              <a:buAutoNum type="arabicPeriod"/>
            </a:pPr>
            <a:r>
              <a:rPr lang="en-US" sz="1850" err="1">
                <a:ea typeface="+mj-lt"/>
                <a:cs typeface="+mj-lt"/>
              </a:rPr>
              <a:t>SmartTraveller</a:t>
            </a:r>
            <a:r>
              <a:rPr lang="en-US" sz="1850">
                <a:ea typeface="+mj-lt"/>
                <a:cs typeface="+mj-lt"/>
              </a:rPr>
              <a:t> (Annual) – 48,104</a:t>
            </a:r>
            <a:endParaRPr lang="en-US"/>
          </a:p>
          <a:p>
            <a:pPr marL="523875" indent="-405765">
              <a:buAutoNum type="arabicPeriod"/>
            </a:pPr>
            <a:endParaRPr lang="en-US" sz="2150">
              <a:ea typeface="Source Sans Pro"/>
            </a:endParaRPr>
          </a:p>
          <a:p>
            <a:pPr marL="405765" indent="-405765">
              <a:buFont typeface="Arial" pitchFamily="2" charset="0"/>
              <a:buChar char="•"/>
            </a:pPr>
            <a:r>
              <a:rPr lang="en-US" sz="2150">
                <a:ea typeface="Source Sans Pro"/>
              </a:rPr>
              <a:t>Sum</a:t>
            </a:r>
            <a:r>
              <a:rPr lang="en-US" sz="2150">
                <a:ea typeface="+mj-lt"/>
                <a:cs typeface="+mj-lt"/>
              </a:rPr>
              <a:t> of GWP: 1,366,492,202</a:t>
            </a:r>
            <a:endParaRPr lang="en-US" sz="2150">
              <a:ea typeface="Source Sans Pro"/>
            </a:endParaRPr>
          </a:p>
          <a:p>
            <a:pPr marL="405765" indent="-405765">
              <a:buFont typeface="Arial" pitchFamily="2" charset="0"/>
              <a:buChar char="•"/>
            </a:pPr>
            <a:r>
              <a:rPr lang="en-US" sz="2150">
                <a:ea typeface="Source Sans Pro"/>
              </a:rPr>
              <a:t>Average GWP: 594.72</a:t>
            </a:r>
          </a:p>
          <a:p>
            <a:pPr marL="405765" indent="-405765">
              <a:buFont typeface="Arial" pitchFamily="2" charset="0"/>
              <a:buChar char="•"/>
            </a:pPr>
            <a:endParaRPr lang="en-US" sz="2150">
              <a:ea typeface="Source Sans Pro"/>
            </a:endParaRPr>
          </a:p>
          <a:p>
            <a:pPr marL="405765" indent="-405765">
              <a:buFont typeface="Arial" pitchFamily="2" charset="0"/>
              <a:buChar char="•"/>
            </a:pPr>
            <a:endParaRPr lang="en-US" sz="2150">
              <a:ea typeface="Source Sans Pr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0EEE-851E-46D0-B400-6CD42AC5CD0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3FF94BE-8939-42DD-BC80-D452AB1D60EB}" type="slidenum">
              <a:rPr lang="en-GB" altLang="en-US" smtClean="0"/>
              <a:pPr>
                <a:defRPr/>
              </a:pPr>
              <a:t>4</a:t>
            </a:fld>
            <a:endParaRPr lang="en-GB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4201E2-1BFF-46ED-B464-E8883CB9247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D01353C-F356-4997-960D-F94CE2A85A1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CC9B8B1-E833-F824-3AAE-A337618719BD}"/>
              </a:ext>
            </a:extLst>
          </p:cNvPr>
          <p:cNvSpPr txBox="1">
            <a:spLocks/>
          </p:cNvSpPr>
          <p:nvPr/>
        </p:nvSpPr>
        <p:spPr>
          <a:xfrm>
            <a:off x="5504458" y="982966"/>
            <a:ext cx="5222481" cy="455051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406328" indent="-406328" algn="l" defTabSz="1087672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27180"/>
              </a:buClr>
              <a:buSzPct val="85000"/>
              <a:buFont typeface="fleche_rond" pitchFamily="2" charset="0"/>
              <a:buChar char=""/>
              <a:defRPr sz="2185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82030" indent="-339434" algn="l" defTabSz="1087672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27180"/>
              </a:buClr>
              <a:buSzPct val="85000"/>
              <a:buFont typeface="fleche_rond" pitchFamily="2" charset="0"/>
              <a:buChar char=""/>
              <a:defRPr sz="1873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261105" indent="-279971" algn="l" defTabSz="1087672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Source Sans Pro" pitchFamily="34" charset="0"/>
              <a:buChar char="–"/>
              <a:defRPr sz="156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99851" indent="-138746" algn="l" defTabSz="1087672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Source Sans Pro" pitchFamily="34" charset="0"/>
              <a:buChar char="•"/>
              <a:defRPr sz="1249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677344" indent="-138746" algn="l" defTabSz="1087672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Source Sans Pro" pitchFamily="34" charset="0"/>
              <a:buChar char="&gt;"/>
              <a:defRPr sz="936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992851" indent="-272077" algn="l" defTabSz="1088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007" indent="-272077" algn="l" defTabSz="1088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1160" indent="-272077" algn="l" defTabSz="1088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5315" indent="-272077" algn="l" defTabSz="1088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5765" indent="-405765">
              <a:buFont typeface="Arial" pitchFamily="2" charset="0"/>
              <a:buChar char="•"/>
            </a:pPr>
            <a:r>
              <a:rPr lang="en-US" sz="2150" b="1">
                <a:ea typeface="Source Sans Pro"/>
              </a:rPr>
              <a:t>Top 5 product by GWP:</a:t>
            </a:r>
          </a:p>
          <a:p>
            <a:pPr marL="1000125" lvl="1" indent="-457200">
              <a:buAutoNum type="arabicPeriod"/>
            </a:pPr>
            <a:r>
              <a:rPr lang="en-US" sz="1800" err="1">
                <a:ea typeface="+mj-lt"/>
                <a:cs typeface="+mj-lt"/>
              </a:rPr>
              <a:t>TravelSurance</a:t>
            </a:r>
            <a:r>
              <a:rPr lang="en-US" sz="1800">
                <a:ea typeface="+mj-lt"/>
                <a:cs typeface="+mj-lt"/>
              </a:rPr>
              <a:t> (single trip) - 267,748,000</a:t>
            </a:r>
          </a:p>
          <a:p>
            <a:pPr marL="1000125" lvl="1" indent="-457200">
              <a:buAutoNum type="arabicPeriod"/>
            </a:pPr>
            <a:r>
              <a:rPr lang="en-US" sz="1800" err="1">
                <a:ea typeface="+mj-lt"/>
                <a:cs typeface="+mj-lt"/>
              </a:rPr>
              <a:t>MultiTrip</a:t>
            </a:r>
            <a:r>
              <a:rPr lang="en-US" sz="180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TravelSurance</a:t>
            </a:r>
            <a:r>
              <a:rPr lang="en-US" sz="1800">
                <a:ea typeface="+mj-lt"/>
                <a:cs typeface="+mj-lt"/>
              </a:rPr>
              <a:t> (Annual) 249,814,800</a:t>
            </a:r>
          </a:p>
          <a:p>
            <a:pPr marL="1000125" lvl="1" indent="-457200">
              <a:buAutoNum type="arabicPeriod"/>
            </a:pPr>
            <a:r>
              <a:rPr lang="en-US" sz="1800">
                <a:ea typeface="+mj-lt"/>
                <a:cs typeface="+mj-lt"/>
              </a:rPr>
              <a:t> </a:t>
            </a:r>
            <a:r>
              <a:rPr lang="en-US" sz="1800" err="1">
                <a:ea typeface="+mj-lt"/>
                <a:cs typeface="+mj-lt"/>
              </a:rPr>
              <a:t>SmartTraveller</a:t>
            </a:r>
            <a:r>
              <a:rPr lang="en-US" sz="1800">
                <a:ea typeface="+mj-lt"/>
                <a:cs typeface="+mj-lt"/>
              </a:rPr>
              <a:t> (Single) - 198,794,900</a:t>
            </a:r>
            <a:endParaRPr lang="en-US" sz="1800">
              <a:ea typeface="Source Sans Pro"/>
            </a:endParaRPr>
          </a:p>
          <a:p>
            <a:pPr marL="1000125" lvl="1" indent="-457200">
              <a:buAutoNum type="arabicPeriod"/>
            </a:pPr>
            <a:r>
              <a:rPr lang="en-US" sz="1800" err="1">
                <a:ea typeface="+mj-lt"/>
                <a:cs typeface="+mj-lt"/>
              </a:rPr>
              <a:t>SmartTraveller</a:t>
            </a:r>
            <a:r>
              <a:rPr lang="en-US" sz="1800">
                <a:ea typeface="+mj-lt"/>
                <a:cs typeface="+mj-lt"/>
              </a:rPr>
              <a:t> (Annual) - 182,615,900 </a:t>
            </a:r>
          </a:p>
          <a:p>
            <a:pPr marL="1000125" lvl="1" indent="-457200">
              <a:buAutoNum type="arabicPeriod"/>
            </a:pPr>
            <a:r>
              <a:rPr lang="en-US" sz="1800">
                <a:ea typeface="+mj-lt"/>
                <a:cs typeface="+mj-lt"/>
              </a:rPr>
              <a:t>Single Trip 2018 - 142,949,400</a:t>
            </a:r>
            <a:endParaRPr lang="en-US" sz="1800">
              <a:ea typeface="Source Sans Pro"/>
            </a:endParaRPr>
          </a:p>
          <a:p>
            <a:pPr marL="405765" indent="-405765">
              <a:buFont typeface="Arial" pitchFamily="2" charset="0"/>
              <a:buChar char="•"/>
            </a:pPr>
            <a:endParaRPr lang="en-US" sz="215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727444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9000-462A-47CF-923C-47F74967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have investigated from different angles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46F6B-0447-429C-BB76-468BBE079A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58659-EFC8-4B0B-894F-BEA3C18678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928" y="1511883"/>
            <a:ext cx="5164694" cy="455051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Based on channels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New policies per year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New policies per quarter (average) pre/during/post Covid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Based on product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Single/Annual trip products by channel and pre/during/post Covid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Travel duration of single trip product pre/during/post Covid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Based on age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Age group distribution per year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Age of first purchase of L&amp;H plans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Based on gender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Gender distribution by channel and by year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0EEE-851E-46D0-B400-6CD42AC5CD0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3FF94BE-8939-42DD-BC80-D452AB1D60EB}" type="slidenum">
              <a:rPr lang="en-GB" altLang="en-US" smtClean="0"/>
              <a:pPr>
                <a:defRPr/>
              </a:pPr>
              <a:t>5</a:t>
            </a:fld>
            <a:endParaRPr lang="en-GB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4201E2-1BFF-46ED-B464-E8883CB9247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D01353C-F356-4997-960D-F94CE2A85A1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0BF0398-5C1E-4360-B93F-2D9A7183751A}"/>
              </a:ext>
            </a:extLst>
          </p:cNvPr>
          <p:cNvSpPr txBox="1">
            <a:spLocks/>
          </p:cNvSpPr>
          <p:nvPr/>
        </p:nvSpPr>
        <p:spPr>
          <a:xfrm>
            <a:off x="6001052" y="1511883"/>
            <a:ext cx="5164694" cy="4550519"/>
          </a:xfrm>
          <a:prstGeom prst="rect">
            <a:avLst/>
          </a:prstGeom>
        </p:spPr>
        <p:txBody>
          <a:bodyPr/>
          <a:lstStyle>
            <a:lvl1pPr marL="406328" indent="-406328" algn="l" defTabSz="1087672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27180"/>
              </a:buClr>
              <a:buSzPct val="85000"/>
              <a:buFont typeface="fleche_rond" pitchFamily="2" charset="0"/>
              <a:buChar char=""/>
              <a:defRPr sz="2185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882030" indent="-339434" algn="l" defTabSz="1087672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27180"/>
              </a:buClr>
              <a:buSzPct val="85000"/>
              <a:buFont typeface="fleche_rond" pitchFamily="2" charset="0"/>
              <a:buChar char=""/>
              <a:defRPr sz="1873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261105" indent="-279971" algn="l" defTabSz="1087672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Source Sans Pro" pitchFamily="34" charset="0"/>
              <a:buChar char="–"/>
              <a:defRPr sz="156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99851" indent="-138746" algn="l" defTabSz="1087672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Source Sans Pro" pitchFamily="34" charset="0"/>
              <a:buChar char="•"/>
              <a:defRPr sz="1249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677344" indent="-138746" algn="l" defTabSz="1087672" rtl="0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Source Sans Pro" pitchFamily="34" charset="0"/>
              <a:buChar char="&gt;"/>
              <a:defRPr sz="936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992851" indent="-272077" algn="l" defTabSz="1088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007" indent="-272077" algn="l" defTabSz="1088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1160" indent="-272077" algn="l" defTabSz="1088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5315" indent="-272077" algn="l" defTabSz="1088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Based on claims in travel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Buy L&amp;H chances of different channels within x years of claim/bought GI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With Claims types and the rate of buying L&amp;H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Correlation between features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Correlation Matrix with highly correlated features with buying L&amp;H and claimed previously</a:t>
            </a:r>
          </a:p>
        </p:txBody>
      </p:sp>
    </p:spTree>
    <p:extLst>
      <p:ext uri="{BB962C8B-B14F-4D97-AF65-F5344CB8AC3E}">
        <p14:creationId xmlns:p14="http://schemas.microsoft.com/office/powerpoint/2010/main" val="1417494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B560E-97A0-43A2-9E35-7C5433FD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Based on channels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6F712-8B48-413A-AA0B-0AD2ECBCBD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700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4752-D21F-4C37-8C89-5A6D49E7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094" y="431187"/>
            <a:ext cx="10039843" cy="239783"/>
          </a:xfrm>
        </p:spPr>
        <p:txBody>
          <a:bodyPr>
            <a:normAutofit fontScale="90000"/>
          </a:bodyPr>
          <a:lstStyle/>
          <a:p>
            <a:r>
              <a:rPr lang="en-US"/>
              <a:t>Number of new policies of each channel per year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2FC5A-B29F-4C58-940E-4D925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2523" y="1820091"/>
            <a:ext cx="4607052" cy="4780733"/>
          </a:xfrm>
        </p:spPr>
        <p:txBody>
          <a:bodyPr>
            <a:normAutofit/>
          </a:bodyPr>
          <a:lstStyle/>
          <a:p>
            <a:r>
              <a:rPr lang="en-US"/>
              <a:t>There is a huge drop in 2020 due to covid.</a:t>
            </a:r>
          </a:p>
          <a:p>
            <a:endParaRPr lang="en-US"/>
          </a:p>
          <a:p>
            <a:r>
              <a:rPr lang="en-US"/>
              <a:t>AXA Direct(Blue) has an increasing coverage % during 2021-2022, yet HSBC still has the highest number of clients who bought new policies between 2020-2022.</a:t>
            </a:r>
          </a:p>
          <a:p>
            <a:pPr marL="0" indent="0">
              <a:buNone/>
            </a:pPr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EC32FC-078A-48E5-96F1-5E913CA7A096}"/>
              </a:ext>
            </a:extLst>
          </p:cNvPr>
          <p:cNvSpPr txBox="1"/>
          <p:nvPr/>
        </p:nvSpPr>
        <p:spPr>
          <a:xfrm>
            <a:off x="5982235" y="6139159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Notes: </a:t>
            </a:r>
          </a:p>
          <a:p>
            <a:r>
              <a:rPr lang="en-US" sz="800"/>
              <a:t>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Other: Citi and JLT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239AC-498C-4F57-8529-63C10EC5F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722192"/>
            <a:ext cx="6461343" cy="29636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31CF18-C9F4-4B32-B63D-4A9391B41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23" y="3884251"/>
            <a:ext cx="6286845" cy="297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902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4752-D21F-4C37-8C89-5A6D49E7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094" y="431187"/>
            <a:ext cx="10039843" cy="239783"/>
          </a:xfrm>
        </p:spPr>
        <p:txBody>
          <a:bodyPr>
            <a:normAutofit fontScale="90000"/>
          </a:bodyPr>
          <a:lstStyle/>
          <a:p>
            <a:r>
              <a:rPr lang="en-US"/>
              <a:t>Number of new policies of each channel per quarter (average) pre/during/post Covid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EC32FC-078A-48E5-96F1-5E913CA7A096}"/>
              </a:ext>
            </a:extLst>
          </p:cNvPr>
          <p:cNvSpPr txBox="1"/>
          <p:nvPr/>
        </p:nvSpPr>
        <p:spPr>
          <a:xfrm>
            <a:off x="9958094" y="5999870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Notes: </a:t>
            </a:r>
          </a:p>
          <a:p>
            <a:r>
              <a:rPr lang="en-US" sz="800"/>
              <a:t>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Other: Citi and JLT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45F936-540F-4123-8202-17DFAF8F4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765" y="769690"/>
            <a:ext cx="10903685" cy="28278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D5A73D-0EF9-47B9-B6AA-A1CE5C0C6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" y="3801719"/>
            <a:ext cx="10704195" cy="282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729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B560E-97A0-43A2-9E35-7C5433FD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Based on products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6F712-8B48-413A-AA0B-0AD2ECBCBD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217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EF97-08A3-4706-9D19-A326A68B2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417" y="360028"/>
            <a:ext cx="10515600" cy="375103"/>
          </a:xfrm>
        </p:spPr>
        <p:txBody>
          <a:bodyPr>
            <a:normAutofit/>
          </a:bodyPr>
          <a:lstStyle/>
          <a:p>
            <a:r>
              <a:rPr lang="en-US"/>
              <a:t>Single Trip Product Distribution by channel and pre/during/post Covid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F8B360-861D-4550-A7B7-8609D5C57817}"/>
              </a:ext>
            </a:extLst>
          </p:cNvPr>
          <p:cNvSpPr txBox="1"/>
          <p:nvPr/>
        </p:nvSpPr>
        <p:spPr>
          <a:xfrm>
            <a:off x="10193634" y="4388288"/>
            <a:ext cx="1964363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/>
              <a:t>Notes</a:t>
            </a:r>
          </a:p>
          <a:p>
            <a:endParaRPr lang="en-US" sz="10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/>
              <a:t>SmartTraveller</a:t>
            </a:r>
            <a:r>
              <a:rPr lang="en-US" sz="800"/>
              <a:t> (Annual) should not be included here</a:t>
            </a:r>
          </a:p>
          <a:p>
            <a:endParaRPr lang="en-US" sz="800"/>
          </a:p>
          <a:p>
            <a:r>
              <a:rPr lang="en-US" sz="800"/>
              <a:t>Time range: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Pre-Covid:    Jan 2017 - Feb 2020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Covid:           Mar 2020 – Jun 2022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Post-Covid    Jun 2022 - Now</a:t>
            </a:r>
          </a:p>
          <a:p>
            <a:endParaRPr lang="en-US" sz="800"/>
          </a:p>
          <a:p>
            <a:r>
              <a:rPr lang="en-US" sz="800"/>
              <a:t>Channel: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Other: Citi, JLT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7FEA76-3A62-4884-92A7-4E415DE0B425}"/>
              </a:ext>
            </a:extLst>
          </p:cNvPr>
          <p:cNvSpPr txBox="1"/>
          <p:nvPr/>
        </p:nvSpPr>
        <p:spPr>
          <a:xfrm>
            <a:off x="8948255" y="1898127"/>
            <a:ext cx="3243745" cy="12234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/>
              <a:t>Observation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Huge drop in number of policies after covid.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For AXA, LAB and other channels, </a:t>
            </a:r>
            <a:r>
              <a:rPr lang="en-US" sz="1050" b="1"/>
              <a:t>most</a:t>
            </a:r>
            <a:r>
              <a:rPr lang="en-US" sz="1050"/>
              <a:t> </a:t>
            </a:r>
            <a:r>
              <a:rPr lang="en-US" sz="1050" b="1"/>
              <a:t>clients shifted to </a:t>
            </a:r>
            <a:r>
              <a:rPr lang="en-US" sz="1050" b="1" err="1"/>
              <a:t>SmartTraveller</a:t>
            </a:r>
            <a:r>
              <a:rPr lang="en-US" sz="1050" b="1"/>
              <a:t> Plus </a:t>
            </a:r>
            <a:r>
              <a:rPr lang="en-US" sz="1050"/>
              <a:t>after covid happens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E77C14-5CAB-4FB1-84B8-8D6958593A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228" b="6673"/>
          <a:stretch/>
        </p:blipFill>
        <p:spPr>
          <a:xfrm>
            <a:off x="1" y="950349"/>
            <a:ext cx="8486454" cy="24786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E42924-2C25-4978-BF5C-A7F403381E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584"/>
          <a:stretch/>
        </p:blipFill>
        <p:spPr>
          <a:xfrm>
            <a:off x="-1" y="4089115"/>
            <a:ext cx="10193635" cy="259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445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EF97-08A3-4706-9D19-A326A68B2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8" y="365126"/>
            <a:ext cx="10515600" cy="379491"/>
          </a:xfrm>
        </p:spPr>
        <p:txBody>
          <a:bodyPr>
            <a:normAutofit/>
          </a:bodyPr>
          <a:lstStyle/>
          <a:p>
            <a:r>
              <a:rPr lang="en-US"/>
              <a:t>Annual Trip Product Distribution by channel and pre/during/post Covid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0A9AD82-E8CE-4F73-B6F9-7B3C38F1C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758" y="5961958"/>
            <a:ext cx="1344860" cy="2558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BBD437-E890-4B79-98B4-38D179C96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3" y="843419"/>
            <a:ext cx="7974564" cy="2567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6CDE16-EFC1-43CA-A5C7-3B70A7010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47332"/>
            <a:ext cx="10212604" cy="251462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B5442C5-321D-424A-BC09-484A55F8D267}"/>
              </a:ext>
            </a:extLst>
          </p:cNvPr>
          <p:cNvSpPr txBox="1"/>
          <p:nvPr/>
        </p:nvSpPr>
        <p:spPr>
          <a:xfrm>
            <a:off x="8590731" y="1160156"/>
            <a:ext cx="3243745" cy="20313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/>
              <a:t>Observation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/>
              <a:t>Compared to single trip, the percentage drop in number of annual policies after covid is smaller.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/>
              <a:t>Similarly, for AXA and other channels, most clients shift to </a:t>
            </a:r>
            <a:r>
              <a:rPr lang="en-US" sz="1050" err="1"/>
              <a:t>SmartTraveller</a:t>
            </a:r>
            <a:r>
              <a:rPr lang="en-US" sz="1050"/>
              <a:t> Plus after covid happens.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/>
              <a:t>For HSBC, there is an increase trend in student insurance.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66F9A9-0B1A-4E9E-8A04-6B3420531692}"/>
              </a:ext>
            </a:extLst>
          </p:cNvPr>
          <p:cNvSpPr txBox="1"/>
          <p:nvPr/>
        </p:nvSpPr>
        <p:spPr>
          <a:xfrm>
            <a:off x="10227637" y="4352513"/>
            <a:ext cx="1964363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/>
              <a:t>Notes</a:t>
            </a:r>
          </a:p>
          <a:p>
            <a:endParaRPr lang="en-US" sz="10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err="1"/>
              <a:t>SmartTraveller</a:t>
            </a:r>
            <a:r>
              <a:rPr lang="en-US" sz="800"/>
              <a:t> (Single) should not be included here</a:t>
            </a:r>
          </a:p>
          <a:p>
            <a:endParaRPr lang="en-US" sz="800"/>
          </a:p>
          <a:p>
            <a:r>
              <a:rPr lang="en-US" sz="800"/>
              <a:t>Time range: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Pre-Covid:    Jan 2017 - Feb 2020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Covid:           Mar 2020 – Jun 2022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Post-Covid    Jun 2022 - Now</a:t>
            </a:r>
          </a:p>
          <a:p>
            <a:endParaRPr lang="en-US" sz="800"/>
          </a:p>
          <a:p>
            <a:r>
              <a:rPr lang="en-US" sz="800"/>
              <a:t>Channel: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Other: Citi, JLT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7FA75F-3DC6-449A-A597-60884FA68101}"/>
              </a:ext>
            </a:extLst>
          </p:cNvPr>
          <p:cNvSpPr txBox="1"/>
          <p:nvPr/>
        </p:nvSpPr>
        <p:spPr>
          <a:xfrm>
            <a:off x="942333" y="4535368"/>
            <a:ext cx="8752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err="1"/>
              <a:t>SmartTraveller</a:t>
            </a:r>
            <a:endParaRPr lang="en-US" sz="800"/>
          </a:p>
          <a:p>
            <a:pPr algn="ctr"/>
            <a:r>
              <a:rPr lang="en-US" sz="800"/>
              <a:t> Plus (Annual)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D1116F-A738-4894-96F9-86135F2C0B41}"/>
              </a:ext>
            </a:extLst>
          </p:cNvPr>
          <p:cNvSpPr txBox="1"/>
          <p:nvPr/>
        </p:nvSpPr>
        <p:spPr>
          <a:xfrm>
            <a:off x="1541789" y="4160151"/>
            <a:ext cx="8752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err="1"/>
              <a:t>SmartTraveller</a:t>
            </a:r>
            <a:endParaRPr lang="en-US" sz="800"/>
          </a:p>
          <a:p>
            <a:pPr algn="ctr"/>
            <a:r>
              <a:rPr lang="en-US" sz="800"/>
              <a:t> Plus (Annual)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55B2BF-F16E-428E-B2DF-3EDFF13385A5}"/>
              </a:ext>
            </a:extLst>
          </p:cNvPr>
          <p:cNvSpPr txBox="1"/>
          <p:nvPr/>
        </p:nvSpPr>
        <p:spPr>
          <a:xfrm>
            <a:off x="4774595" y="4160151"/>
            <a:ext cx="8752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err="1"/>
              <a:t>SmartTraveller</a:t>
            </a:r>
            <a:endParaRPr lang="en-US" sz="800"/>
          </a:p>
          <a:p>
            <a:pPr algn="ctr"/>
            <a:r>
              <a:rPr lang="en-US" sz="800"/>
              <a:t> Plus (Annual)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5CC203-7A77-4BF4-B9C6-4968F79A2069}"/>
              </a:ext>
            </a:extLst>
          </p:cNvPr>
          <p:cNvSpPr txBox="1"/>
          <p:nvPr/>
        </p:nvSpPr>
        <p:spPr>
          <a:xfrm>
            <a:off x="5370495" y="4514893"/>
            <a:ext cx="8752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err="1"/>
              <a:t>SmartTraveller</a:t>
            </a:r>
            <a:endParaRPr lang="en-US" sz="800"/>
          </a:p>
          <a:p>
            <a:pPr algn="ctr"/>
            <a:r>
              <a:rPr lang="en-US" sz="800"/>
              <a:t> Plus (Annual)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1DE2A8-FE0B-4882-B705-880EC8FE75BA}"/>
              </a:ext>
            </a:extLst>
          </p:cNvPr>
          <p:cNvSpPr txBox="1"/>
          <p:nvPr/>
        </p:nvSpPr>
        <p:spPr>
          <a:xfrm>
            <a:off x="2835863" y="3917499"/>
            <a:ext cx="879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Overseas </a:t>
            </a:r>
            <a:r>
              <a:rPr lang="en-US" sz="800" err="1"/>
              <a:t>StudySurance</a:t>
            </a:r>
            <a:endParaRPr lang="en-US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C481D0-1B29-4F51-B32B-A2EA01D3F1FB}"/>
              </a:ext>
            </a:extLst>
          </p:cNvPr>
          <p:cNvSpPr txBox="1"/>
          <p:nvPr/>
        </p:nvSpPr>
        <p:spPr>
          <a:xfrm>
            <a:off x="3476170" y="3911689"/>
            <a:ext cx="879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Overseas </a:t>
            </a:r>
            <a:r>
              <a:rPr lang="en-US" sz="800" err="1"/>
              <a:t>StudySurance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332715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E32E86-E871-4ED8-A6F4-FE1E75F1B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8" y="365126"/>
            <a:ext cx="10515600" cy="379491"/>
          </a:xfrm>
        </p:spPr>
        <p:txBody>
          <a:bodyPr>
            <a:normAutofit/>
          </a:bodyPr>
          <a:lstStyle/>
          <a:p>
            <a:r>
              <a:rPr lang="en-US"/>
              <a:t>Average duration for single trip travel plan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5D45A8-F5A7-4A08-9456-C05AC87CB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8828"/>
            <a:ext cx="11658598" cy="58691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9DF5C1-08C9-4C5F-97C9-64560BC5CC8A}"/>
              </a:ext>
            </a:extLst>
          </p:cNvPr>
          <p:cNvSpPr txBox="1"/>
          <p:nvPr/>
        </p:nvSpPr>
        <p:spPr>
          <a:xfrm>
            <a:off x="9271591" y="2223412"/>
            <a:ext cx="2920409" cy="7386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/>
              <a:t>Observation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The travel duration for single trip is the highest during covid </a:t>
            </a:r>
          </a:p>
        </p:txBody>
      </p:sp>
    </p:spTree>
    <p:extLst>
      <p:ext uri="{BB962C8B-B14F-4D97-AF65-F5344CB8AC3E}">
        <p14:creationId xmlns:p14="http://schemas.microsoft.com/office/powerpoint/2010/main" val="2823189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B560E-97A0-43A2-9E35-7C5433FD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Based on 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6F712-8B48-413A-AA0B-0AD2ECBCBD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5514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3448FA-47BE-4992-B381-E2290FC66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5172"/>
            <a:ext cx="9688530" cy="4016794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D2FE89D0-582C-4733-A2D3-5202D504A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261" y="331682"/>
            <a:ext cx="10241724" cy="338137"/>
          </a:xfrm>
        </p:spPr>
        <p:txBody>
          <a:bodyPr>
            <a:normAutofit/>
          </a:bodyPr>
          <a:lstStyle/>
          <a:p>
            <a:r>
              <a:rPr lang="en-US">
                <a:latin typeface="Century Gothic"/>
              </a:rPr>
              <a:t>Age Distribution by channel </a:t>
            </a:r>
            <a:r>
              <a:rPr lang="en-US"/>
              <a:t>and pre/during/post Covid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28B0F2-5E0F-4AAC-BD1C-6F17962A95B5}"/>
              </a:ext>
            </a:extLst>
          </p:cNvPr>
          <p:cNvSpPr txBox="1"/>
          <p:nvPr/>
        </p:nvSpPr>
        <p:spPr>
          <a:xfrm>
            <a:off x="8948255" y="2845118"/>
            <a:ext cx="3243745" cy="73866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/>
              <a:t>Observation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There is an increase in the average age of traveler during Covid. However, after covid, the distribution becomes like pre-covid.</a:t>
            </a:r>
          </a:p>
        </p:txBody>
      </p:sp>
    </p:spTree>
    <p:extLst>
      <p:ext uri="{BB962C8B-B14F-4D97-AF65-F5344CB8AC3E}">
        <p14:creationId xmlns:p14="http://schemas.microsoft.com/office/powerpoint/2010/main" val="3817614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409" y="244721"/>
            <a:ext cx="10705436" cy="461092"/>
          </a:xfrm>
        </p:spPr>
        <p:txBody>
          <a:bodyPr>
            <a:normAutofit/>
          </a:bodyPr>
          <a:lstStyle/>
          <a:p>
            <a:r>
              <a:rPr lang="en-US"/>
              <a:t>First – time bought–LH-age group distribution (2002-2023)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3F3997-FDD7-4E02-ADC7-CECA46E73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9" y="810433"/>
            <a:ext cx="8179687" cy="30457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5C8B0D-F320-4712-8E7C-2568E54F3793}"/>
              </a:ext>
            </a:extLst>
          </p:cNvPr>
          <p:cNvSpPr txBox="1"/>
          <p:nvPr/>
        </p:nvSpPr>
        <p:spPr>
          <a:xfrm>
            <a:off x="8630950" y="2166425"/>
            <a:ext cx="3243745" cy="9002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/>
              <a:t>Observation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Since around 2012, the Age group of first-time-buying-LH has most increased in the age group of 17-30, more young people are gaining more awareness on LH insurance products.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D7C72F-FA52-4BDB-AD48-8C97DD443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09" y="3763817"/>
            <a:ext cx="8048017" cy="325364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41DF9E7-A160-4745-8AA8-265D92BAB13D}"/>
              </a:ext>
            </a:extLst>
          </p:cNvPr>
          <p:cNvCxnSpPr/>
          <p:nvPr/>
        </p:nvCxnSpPr>
        <p:spPr>
          <a:xfrm flipV="1">
            <a:off x="2475345" y="5394036"/>
            <a:ext cx="3805382" cy="9328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769040-224B-4FF1-9BD0-A20A4C8E828F}"/>
              </a:ext>
            </a:extLst>
          </p:cNvPr>
          <p:cNvCxnSpPr>
            <a:cxnSpLocks/>
          </p:cNvCxnSpPr>
          <p:nvPr/>
        </p:nvCxnSpPr>
        <p:spPr>
          <a:xfrm flipV="1">
            <a:off x="2241291" y="1117600"/>
            <a:ext cx="3605327" cy="19556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749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409" y="244721"/>
            <a:ext cx="10705436" cy="461092"/>
          </a:xfrm>
        </p:spPr>
        <p:txBody>
          <a:bodyPr>
            <a:normAutofit/>
          </a:bodyPr>
          <a:lstStyle/>
          <a:p>
            <a:r>
              <a:rPr lang="en-US"/>
              <a:t>First – time bought–LH-age group distribution (2019-2023)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5C8B0D-F320-4712-8E7C-2568E54F3793}"/>
              </a:ext>
            </a:extLst>
          </p:cNvPr>
          <p:cNvSpPr txBox="1"/>
          <p:nvPr/>
        </p:nvSpPr>
        <p:spPr>
          <a:xfrm>
            <a:off x="8630950" y="2166425"/>
            <a:ext cx="3243745" cy="2539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/>
              <a:t>Observation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192898-7668-49E8-80E2-20E31B72B7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139"/>
          <a:stretch/>
        </p:blipFill>
        <p:spPr>
          <a:xfrm>
            <a:off x="200025" y="830110"/>
            <a:ext cx="7882612" cy="27610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ABA14D-FBC0-4C47-AC49-579A31BA6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1" y="3514042"/>
            <a:ext cx="7546554" cy="3127566"/>
          </a:xfrm>
          <a:prstGeom prst="rect">
            <a:avLst/>
          </a:prstGeom>
        </p:spPr>
      </p:pic>
      <p:sp>
        <p:nvSpPr>
          <p:cNvPr id="9" name="Left Bracket 8">
            <a:extLst>
              <a:ext uri="{FF2B5EF4-FFF2-40B4-BE49-F238E27FC236}">
                <a16:creationId xmlns:a16="http://schemas.microsoft.com/office/drawing/2014/main" id="{C523F280-E15A-499D-AA02-2E7FBDC370EB}"/>
              </a:ext>
            </a:extLst>
          </p:cNvPr>
          <p:cNvSpPr/>
          <p:nvPr/>
        </p:nvSpPr>
        <p:spPr>
          <a:xfrm rot="16200000">
            <a:off x="4489374" y="4608996"/>
            <a:ext cx="104660" cy="3960564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ket 10">
            <a:extLst>
              <a:ext uri="{FF2B5EF4-FFF2-40B4-BE49-F238E27FC236}">
                <a16:creationId xmlns:a16="http://schemas.microsoft.com/office/drawing/2014/main" id="{5E939A62-007F-4338-A441-D3C51E6581B0}"/>
              </a:ext>
            </a:extLst>
          </p:cNvPr>
          <p:cNvSpPr/>
          <p:nvPr/>
        </p:nvSpPr>
        <p:spPr>
          <a:xfrm rot="16200000">
            <a:off x="4489375" y="1684751"/>
            <a:ext cx="104660" cy="3960564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76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B560E-97A0-43A2-9E35-7C5433FD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Based on gender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6F712-8B48-413A-AA0B-0AD2ECBCBD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0967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409" y="244721"/>
            <a:ext cx="10705436" cy="461092"/>
          </a:xfrm>
        </p:spPr>
        <p:txBody>
          <a:bodyPr>
            <a:normAutofit/>
          </a:bodyPr>
          <a:lstStyle/>
          <a:p>
            <a:r>
              <a:rPr lang="en-US"/>
              <a:t>Gender distribution by channel and by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5C8B0D-F320-4712-8E7C-2568E54F3793}"/>
              </a:ext>
            </a:extLst>
          </p:cNvPr>
          <p:cNvSpPr txBox="1"/>
          <p:nvPr/>
        </p:nvSpPr>
        <p:spPr>
          <a:xfrm>
            <a:off x="7102826" y="2276812"/>
            <a:ext cx="3243745" cy="57708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/>
              <a:t>Observation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Female is more likely to buy insurance than male for GI travel insurance.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355E11-7918-4D34-931F-BE4C3A64A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217" y="929549"/>
            <a:ext cx="5550692" cy="2927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C3F6D4-C814-4595-AAF1-488467D80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17" y="3685287"/>
            <a:ext cx="5550693" cy="292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607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B560E-97A0-43A2-9E35-7C5433FD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entury Gothic"/>
              </a:rPr>
              <a:t>Based on Claims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6F712-8B48-413A-AA0B-0AD2ECBCBD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3295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521F0B-4767-4461-B156-3C8A4334B2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/>
              <a:t>Key Insights:</a:t>
            </a:r>
          </a:p>
          <a:p>
            <a:pPr lvl="1"/>
            <a:r>
              <a:rPr lang="en-US" sz="1800" b="0"/>
              <a:t>Unsuccessful claims had no noticeable impact on Travel insurance cancellation (~3%)</a:t>
            </a:r>
          </a:p>
          <a:p>
            <a:pPr lvl="1"/>
            <a:r>
              <a:rPr lang="en-US" sz="1800" b="0"/>
              <a:t>Signing up L&amp;H insurance rate given there were travel insurance claims before: 8.5% </a:t>
            </a:r>
          </a:p>
          <a:p>
            <a:pPr lvl="1"/>
            <a:r>
              <a:rPr lang="en-US" sz="1800" b="0"/>
              <a:t>Signing up L&amp;H insurance rate given there was no travel insurance claims: 6.8%</a:t>
            </a:r>
          </a:p>
          <a:p>
            <a:pPr lvl="1"/>
            <a:r>
              <a:rPr lang="en-US" sz="1800" b="0"/>
              <a:t>Key noticeable GI features that impacted Travel-Claim-to-Medical pipeline:</a:t>
            </a:r>
          </a:p>
          <a:p>
            <a:pPr marL="1257300" lvl="2" indent="-342900">
              <a:buAutoNum type="arabicPeriod"/>
            </a:pPr>
            <a:r>
              <a:rPr lang="en-US" sz="1800" i="0"/>
              <a:t>GI sign up channel</a:t>
            </a:r>
          </a:p>
          <a:p>
            <a:pPr marL="1257300" lvl="2" indent="-342900">
              <a:buAutoNum type="arabicPeriod"/>
            </a:pPr>
            <a:r>
              <a:rPr lang="en-US" sz="1800" i="0"/>
              <a:t>GI products</a:t>
            </a:r>
          </a:p>
          <a:p>
            <a:pPr marL="1257300" lvl="2" indent="-342900">
              <a:buAutoNum type="arabicPeriod"/>
            </a:pPr>
            <a:r>
              <a:rPr lang="en-US" sz="1800" i="0"/>
              <a:t>Claims</a:t>
            </a:r>
          </a:p>
          <a:p>
            <a:pPr lvl="1">
              <a:buFont typeface="Wingdings" pitchFamily="34" charset="0"/>
              <a:buChar char="à"/>
            </a:pPr>
            <a:r>
              <a:rPr lang="en-US" sz="1800" b="0"/>
              <a:t>No noticeable effects: claim amount, claim category, claim payment amount, GWP amount given there is claim(s)</a:t>
            </a:r>
          </a:p>
          <a:p>
            <a:pPr lvl="1"/>
            <a:r>
              <a:rPr lang="en-US" sz="1800" b="0"/>
              <a:t>Out of users who followed Travel-Claim-to-Medical pipeline, ~36% of the such users subscribed to a L&amp;H product within 1 year.</a:t>
            </a:r>
          </a:p>
          <a:p>
            <a:pPr lvl="1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F4C2E6-9C93-44AF-B5A6-72C81F626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Century Gothic"/>
              </a:rPr>
              <a:t>Claim Statistics &amp; Insight 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AFA90-8FB8-43C3-B110-0F122AA28C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20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9B1165-D048-477C-8EDA-BE84C4772F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8D59575-A381-4874-A9F6-BA927D11251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1D099D-A88D-438F-8C8D-EC97AFFC70F0}"/>
              </a:ext>
            </a:extLst>
          </p:cNvPr>
          <p:cNvSpPr/>
          <p:nvPr/>
        </p:nvSpPr>
        <p:spPr>
          <a:xfrm>
            <a:off x="10521538" y="2369127"/>
            <a:ext cx="1330036" cy="564078"/>
          </a:xfrm>
          <a:prstGeom prst="rect">
            <a:avLst/>
          </a:prstGeom>
          <a:solidFill>
            <a:schemeClr val="accent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Need to re-confirm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4DEDBD-2EFE-D604-6A8E-7F0CA7F3BF43}"/>
              </a:ext>
            </a:extLst>
          </p:cNvPr>
          <p:cNvSpPr/>
          <p:nvPr/>
        </p:nvSpPr>
        <p:spPr>
          <a:xfrm rot="20220000">
            <a:off x="11191730" y="2818982"/>
            <a:ext cx="1330036" cy="564078"/>
          </a:xfrm>
          <a:prstGeom prst="rect">
            <a:avLst/>
          </a:prstGeom>
          <a:solidFill>
            <a:schemeClr val="accent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cs typeface="Arial"/>
              </a:rPr>
              <a:t>Jacky – Confirmed</a:t>
            </a:r>
          </a:p>
        </p:txBody>
      </p:sp>
    </p:spTree>
    <p:extLst>
      <p:ext uri="{BB962C8B-B14F-4D97-AF65-F5344CB8AC3E}">
        <p14:creationId xmlns:p14="http://schemas.microsoft.com/office/powerpoint/2010/main" val="4137991421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A5C30-7463-4E08-A49A-28FD1746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50">
                <a:ea typeface="Source Sans Pro"/>
              </a:rPr>
              <a:t>Claim Breakdown – Group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7B173-F1A3-0630-F26F-7CF5F1ED710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3FF94BE-8939-42DD-BC80-D452AB1D60EB}" type="slidenum">
              <a:rPr lang="en-GB" altLang="en-US"/>
              <a:pPr>
                <a:defRPr/>
              </a:pPr>
              <a:t>21</a:t>
            </a:fld>
            <a:endParaRPr lang="en-GB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20EA1C2-C0FD-0386-4DE6-D1BC3F62225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DF1BF8F-3D81-9B22-2FEB-B53A9E555A6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B2E62C60-C506-2413-DADE-876E6E515F1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19766" y="875855"/>
            <a:ext cx="3848100" cy="2667000"/>
          </a:xfr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6CEBEAA9-3B14-B154-344C-6B450F424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29" y="3871514"/>
            <a:ext cx="3845858" cy="2709817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ED9D67E-1432-18BB-912F-251BB560D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008683"/>
              </p:ext>
            </p:extLst>
          </p:nvPr>
        </p:nvGraphicFramePr>
        <p:xfrm>
          <a:off x="4279381" y="957430"/>
          <a:ext cx="6932881" cy="2428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114">
                  <a:extLst>
                    <a:ext uri="{9D8B030D-6E8A-4147-A177-3AD203B41FA5}">
                      <a16:colId xmlns:a16="http://schemas.microsoft.com/office/drawing/2014/main" val="2296545777"/>
                    </a:ext>
                  </a:extLst>
                </a:gridCol>
                <a:gridCol w="935579">
                  <a:extLst>
                    <a:ext uri="{9D8B030D-6E8A-4147-A177-3AD203B41FA5}">
                      <a16:colId xmlns:a16="http://schemas.microsoft.com/office/drawing/2014/main" val="3986393904"/>
                    </a:ext>
                  </a:extLst>
                </a:gridCol>
                <a:gridCol w="1933702">
                  <a:extLst>
                    <a:ext uri="{9D8B030D-6E8A-4147-A177-3AD203B41FA5}">
                      <a16:colId xmlns:a16="http://schemas.microsoft.com/office/drawing/2014/main" val="3830439983"/>
                    </a:ext>
                  </a:extLst>
                </a:gridCol>
                <a:gridCol w="1412792">
                  <a:extLst>
                    <a:ext uri="{9D8B030D-6E8A-4147-A177-3AD203B41FA5}">
                      <a16:colId xmlns:a16="http://schemas.microsoft.com/office/drawing/2014/main" val="433331008"/>
                    </a:ext>
                  </a:extLst>
                </a:gridCol>
                <a:gridCol w="1951694">
                  <a:extLst>
                    <a:ext uri="{9D8B030D-6E8A-4147-A177-3AD203B41FA5}">
                      <a16:colId xmlns:a16="http://schemas.microsoft.com/office/drawing/2014/main" val="3139566559"/>
                    </a:ext>
                  </a:extLst>
                </a:gridCol>
              </a:tblGrid>
              <a:tr h="223615">
                <a:tc gridSpan="5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>
                          <a:effectLst/>
                        </a:rPr>
                        <a:t>With Claim Breakdown 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55819351"/>
                  </a:ext>
                </a:extLst>
              </a:tr>
              <a:tr h="223615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year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Group</a:t>
                      </a:r>
                      <a:endParaRPr lang="en-US" sz="1300" err="1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Policy rate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Claim with L&amp;H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Claim with no L&amp;H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41142987"/>
                  </a:ext>
                </a:extLst>
              </a:tr>
              <a:tr h="169639">
                <a:tc rowSpan="5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HSBC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0.0107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575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53939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16697547"/>
                  </a:ext>
                </a:extLst>
              </a:tr>
              <a:tr h="169639">
                <a:tc vMerge="1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Broker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0.0163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329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20241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48217249"/>
                  </a:ext>
                </a:extLst>
              </a:tr>
              <a:tr h="169639">
                <a:tc vMerge="1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AXA_Agent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0.1763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3291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18668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85285440"/>
                  </a:ext>
                </a:extLst>
              </a:tr>
              <a:tr h="169639">
                <a:tc vMerge="1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AXA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0.0171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192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11196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131749"/>
                  </a:ext>
                </a:extLst>
              </a:tr>
              <a:tr h="169639">
                <a:tc vMerge="1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Other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0.0134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38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2834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6342749"/>
                  </a:ext>
                </a:extLst>
              </a:tr>
              <a:tr h="169639">
                <a:tc rowSpan="5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</a:p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</a:p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</a:p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</a:p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  <a:endParaRPr lang="en-US" sz="13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HSBC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0.024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1296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53939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8519823"/>
                  </a:ext>
                </a:extLst>
              </a:tr>
              <a:tr h="169639">
                <a:tc vMerge="1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Broker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0.0344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696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20241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50470637"/>
                  </a:ext>
                </a:extLst>
              </a:tr>
              <a:tr h="169639">
                <a:tc vMerge="1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AXA_Agent</a:t>
                      </a:r>
                      <a:endParaRPr lang="en-US" sz="1300" err="1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0.2913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5438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18668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04359056"/>
                  </a:ext>
                </a:extLst>
              </a:tr>
              <a:tr h="169639">
                <a:tc vMerge="1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AXA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0.0355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397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11196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82037086"/>
                  </a:ext>
                </a:extLst>
              </a:tr>
              <a:tr h="169639">
                <a:tc vMerge="1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  <a:endParaRPr lang="en-US" sz="13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Other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300"/>
                        <a:t>0.0289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300"/>
                        <a:t>82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300"/>
                        <a:t>2834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8900524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A8BFABF-3E85-FC6B-D446-F0DB3AA4E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446613"/>
              </p:ext>
            </p:extLst>
          </p:nvPr>
        </p:nvGraphicFramePr>
        <p:xfrm>
          <a:off x="4278257" y="3962400"/>
          <a:ext cx="702237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138">
                  <a:extLst>
                    <a:ext uri="{9D8B030D-6E8A-4147-A177-3AD203B41FA5}">
                      <a16:colId xmlns:a16="http://schemas.microsoft.com/office/drawing/2014/main" val="4170824464"/>
                    </a:ext>
                  </a:extLst>
                </a:gridCol>
                <a:gridCol w="995082">
                  <a:extLst>
                    <a:ext uri="{9D8B030D-6E8A-4147-A177-3AD203B41FA5}">
                      <a16:colId xmlns:a16="http://schemas.microsoft.com/office/drawing/2014/main" val="1612506783"/>
                    </a:ext>
                  </a:extLst>
                </a:gridCol>
                <a:gridCol w="1911237">
                  <a:extLst>
                    <a:ext uri="{9D8B030D-6E8A-4147-A177-3AD203B41FA5}">
                      <a16:colId xmlns:a16="http://schemas.microsoft.com/office/drawing/2014/main" val="2798613443"/>
                    </a:ext>
                  </a:extLst>
                </a:gridCol>
                <a:gridCol w="1431031">
                  <a:extLst>
                    <a:ext uri="{9D8B030D-6E8A-4147-A177-3AD203B41FA5}">
                      <a16:colId xmlns:a16="http://schemas.microsoft.com/office/drawing/2014/main" val="2196465624"/>
                    </a:ext>
                  </a:extLst>
                </a:gridCol>
                <a:gridCol w="1976888">
                  <a:extLst>
                    <a:ext uri="{9D8B030D-6E8A-4147-A177-3AD203B41FA5}">
                      <a16:colId xmlns:a16="http://schemas.microsoft.com/office/drawing/2014/main" val="400688366"/>
                    </a:ext>
                  </a:extLst>
                </a:gridCol>
              </a:tblGrid>
              <a:tr h="165206">
                <a:tc gridSpan="5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>
                          <a:effectLst/>
                        </a:rPr>
                        <a:t>Without Claim Breakdown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36924703"/>
                  </a:ext>
                </a:extLst>
              </a:tr>
              <a:tr h="165206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year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Group</a:t>
                      </a:r>
                      <a:endParaRPr lang="en-US" sz="1300" err="1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Policy rate</a:t>
                      </a:r>
                      <a:endParaRPr lang="en-US" sz="1300" err="1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No Claim with L&amp;H</a:t>
                      </a:r>
                      <a:endParaRPr lang="en-US" sz="1300" err="1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</a:rPr>
                        <a:t>Claim with no L&amp;H</a:t>
                      </a:r>
                      <a:endParaRPr lang="en-US" sz="1300" err="1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14840478"/>
                  </a:ext>
                </a:extLst>
              </a:tr>
              <a:tr h="165206">
                <a:tc rowSpan="5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HSBC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0.0156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6254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402037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00638083"/>
                  </a:ext>
                </a:extLst>
              </a:tr>
              <a:tr h="165206">
                <a:tc vMerge="1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Broker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0.0156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2220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142434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73383943"/>
                  </a:ext>
                </a:extLst>
              </a:tr>
              <a:tr h="165206">
                <a:tc vMerge="1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 err="1"/>
                        <a:t>AXA_Agent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0.1494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17270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115600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64573296"/>
                  </a:ext>
                </a:extLst>
              </a:tr>
              <a:tr h="165206">
                <a:tc vMerge="1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AXA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0.0149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1358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90926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36352619"/>
                  </a:ext>
                </a:extLst>
              </a:tr>
              <a:tr h="165206">
                <a:tc vMerge="1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Other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0.0131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254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19408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80115595"/>
                  </a:ext>
                </a:extLst>
              </a:tr>
              <a:tr h="165206">
                <a:tc rowSpan="5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</a:p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</a:p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</a:p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</a:p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HSBC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0.0301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12086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402037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66708364"/>
                  </a:ext>
                </a:extLst>
              </a:tr>
              <a:tr h="165206">
                <a:tc vMerge="1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Broker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0.0326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4637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142434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64274058"/>
                  </a:ext>
                </a:extLst>
              </a:tr>
              <a:tr h="165206">
                <a:tc vMerge="1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 err="1"/>
                        <a:t>AXA_Agent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0.2254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26056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115600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3315241"/>
                  </a:ext>
                </a:extLst>
              </a:tr>
              <a:tr h="165206">
                <a:tc vMerge="1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AXA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0.0293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2665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90926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97459674"/>
                  </a:ext>
                </a:extLst>
              </a:tr>
              <a:tr h="165206">
                <a:tc vMerge="1">
                  <a:txBody>
                    <a:bodyPr/>
                    <a:lstStyle/>
                    <a:p>
                      <a:pPr algn="r"/>
                      <a:r>
                        <a:rPr lang="en-US" sz="130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Other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0.0285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553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00"/>
                        <a:t>19408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0314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4593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7B19-B532-47E4-AD36-E223BAA7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50">
                <a:ea typeface="+mj-lt"/>
                <a:cs typeface="+mj-lt"/>
              </a:rPr>
              <a:t>Claims breakdown – Payment Range</a:t>
            </a:r>
            <a:br>
              <a:rPr lang="en-US" sz="2950">
                <a:ea typeface="+mj-lt"/>
                <a:cs typeface="+mj-lt"/>
              </a:rPr>
            </a:br>
            <a:endParaRPr lang="en-US" sz="2950">
              <a:ea typeface="+mj-lt"/>
              <a:cs typeface="+mj-lt"/>
            </a:endParaRPr>
          </a:p>
          <a:p>
            <a:endParaRPr lang="en-US" sz="2950">
              <a:ea typeface="+mj-lt"/>
              <a:cs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7FE4B-15CA-441F-AC67-7D7D3E5012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0B5A0-D3A6-4D24-A672-24E3D223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89F396-8B42-4C75-9F60-6708523684E1}" type="slidenum">
              <a:rPr lang="en-GB" altLang="en-US" smtClean="0"/>
              <a:pPr>
                <a:defRPr/>
              </a:pPr>
              <a:t>22</a:t>
            </a:fld>
            <a:endParaRPr lang="en-GB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7788D-5B32-456B-8B89-C834B55A3E7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B5010-9097-45C3-87C7-45E83900AAD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C80D9B7C-24E7-89AB-9E73-1EB550EE736B}"/>
              </a:ext>
            </a:extLst>
          </p:cNvPr>
          <p:cNvSpPr txBox="1">
            <a:spLocks/>
          </p:cNvSpPr>
          <p:nvPr/>
        </p:nvSpPr>
        <p:spPr>
          <a:xfrm>
            <a:off x="8971803" y="1399710"/>
            <a:ext cx="2849779" cy="385183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6195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630238" indent="-268288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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630238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01688" indent="-1714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­"/>
              <a:tabLst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0"/>
              </a:spcBef>
              <a:buFont typeface="Arial,Sans-Serif"/>
              <a:buChar char="•"/>
            </a:pPr>
            <a:r>
              <a:rPr lang="en-US">
                <a:latin typeface="Source Sans Pro"/>
                <a:ea typeface="Source Sans Pro"/>
                <a:cs typeface="Arial"/>
              </a:rPr>
              <a:t>Payment is the Claim payment </a:t>
            </a:r>
            <a:endParaRPr lang="en-US"/>
          </a:p>
          <a:p>
            <a:pPr marL="171450" indent="-171450">
              <a:spcBef>
                <a:spcPts val="0"/>
              </a:spcBef>
              <a:buFont typeface="Arial,Sans-Serif"/>
              <a:buChar char="•"/>
            </a:pPr>
            <a:r>
              <a:rPr lang="en-US">
                <a:latin typeface="Arial"/>
                <a:cs typeface="Arial"/>
              </a:rPr>
              <a:t>No significant impact on L&amp;H signup</a:t>
            </a:r>
            <a:endParaRPr lang="en-US"/>
          </a:p>
          <a:p>
            <a:pPr>
              <a:spcBef>
                <a:spcPts val="0"/>
              </a:spcBef>
              <a:buFont typeface="Arial,Sans-Serif"/>
              <a:buChar char="•"/>
            </a:pPr>
            <a:endParaRPr lang="en-US">
              <a:ea typeface="Source Sans Pro"/>
            </a:endParaRPr>
          </a:p>
          <a:p>
            <a:pPr>
              <a:buFontTx/>
              <a:buChar char="•"/>
            </a:pPr>
            <a:endParaRPr lang="en-US"/>
          </a:p>
          <a:p>
            <a:pPr lvl="1"/>
            <a:endParaRPr 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939B1201-8463-0D8D-AF0A-7E282A432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70" y="1230411"/>
            <a:ext cx="5292607" cy="517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548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7B19-B532-47E4-AD36-E223BAA7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50">
                <a:ea typeface="+mj-lt"/>
                <a:cs typeface="+mj-lt"/>
              </a:rPr>
              <a:t>Claims breakdown – Claim Category</a:t>
            </a:r>
            <a:br>
              <a:rPr lang="en-US" sz="2950">
                <a:ea typeface="+mj-lt"/>
                <a:cs typeface="+mj-lt"/>
              </a:rPr>
            </a:br>
            <a:endParaRPr lang="en-US" sz="2950">
              <a:ea typeface="+mj-lt"/>
              <a:cs typeface="+mj-lt"/>
            </a:endParaRPr>
          </a:p>
          <a:p>
            <a:endParaRPr lang="en-US" sz="2950">
              <a:ea typeface="+mj-lt"/>
              <a:cs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7FE4B-15CA-441F-AC67-7D7D3E5012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0B5A0-D3A6-4D24-A672-24E3D223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89F396-8B42-4C75-9F60-6708523684E1}" type="slidenum">
              <a:rPr lang="en-GB" altLang="en-US" smtClean="0"/>
              <a:pPr>
                <a:defRPr/>
              </a:pPr>
              <a:t>23</a:t>
            </a:fld>
            <a:endParaRPr lang="en-GB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7788D-5B32-456B-8B89-C834B55A3E7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B5010-9097-45C3-87C7-45E83900AAD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C80D9B7C-24E7-89AB-9E73-1EB550EE736B}"/>
              </a:ext>
            </a:extLst>
          </p:cNvPr>
          <p:cNvSpPr txBox="1">
            <a:spLocks/>
          </p:cNvSpPr>
          <p:nvPr/>
        </p:nvSpPr>
        <p:spPr>
          <a:xfrm>
            <a:off x="8059285" y="1399710"/>
            <a:ext cx="3762297" cy="385183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6195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630238" indent="-268288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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630238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01688" indent="-1714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­"/>
              <a:tabLst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0"/>
              </a:spcBef>
              <a:buFont typeface="Arial,Sans-Serif"/>
              <a:buChar char="•"/>
            </a:pPr>
            <a:r>
              <a:rPr lang="en-US" sz="1500">
                <a:latin typeface="Source Sans Pro"/>
                <a:ea typeface="Source Sans Pro"/>
                <a:cs typeface="Arial"/>
              </a:rPr>
              <a:t>Note: Other category includes: Emergency Assistance, Personal Accident, Third Parties Personal Liability. We group them because the population size were significantly smaller than the other categories </a:t>
            </a:r>
            <a:endParaRPr lang="en-US" sz="1500">
              <a:latin typeface="Source Sans Pro"/>
              <a:ea typeface="Source Sans Pro"/>
            </a:endParaRPr>
          </a:p>
          <a:p>
            <a:pPr marL="171450" indent="-171450">
              <a:spcBef>
                <a:spcPts val="0"/>
              </a:spcBef>
              <a:buFont typeface="Arial,Sans-Serif"/>
              <a:buChar char="•"/>
            </a:pPr>
            <a:r>
              <a:rPr lang="en-US" sz="1500">
                <a:latin typeface="Source Sans Pro"/>
                <a:ea typeface="Source Sans Pro"/>
                <a:cs typeface="Arial"/>
              </a:rPr>
              <a:t>No noticeable effects on L&amp;H given different categories of claims</a:t>
            </a:r>
            <a:endParaRPr lang="en-US" sz="1500">
              <a:latin typeface="Source Sans Pro"/>
              <a:ea typeface="Source Sans Pro"/>
            </a:endParaRPr>
          </a:p>
          <a:p>
            <a:pPr marL="171450" indent="-171450">
              <a:spcBef>
                <a:spcPts val="0"/>
              </a:spcBef>
              <a:buFont typeface="Arial,Sans-Serif"/>
              <a:buChar char="•"/>
            </a:pPr>
            <a:r>
              <a:rPr lang="en-US" sz="1500">
                <a:latin typeface="Source Sans Pro"/>
                <a:ea typeface="Source Sans Pro"/>
                <a:cs typeface="Arial"/>
              </a:rPr>
              <a:t>No noticeable effects on L&amp;H when there are multiple different categories of claims ( &lt;1%)</a:t>
            </a:r>
            <a:endParaRPr lang="en-US" sz="1500">
              <a:latin typeface="Source Sans Pro"/>
              <a:ea typeface="Source Sans Pro"/>
            </a:endParaRPr>
          </a:p>
          <a:p>
            <a:pPr marL="171450" indent="-171450">
              <a:spcBef>
                <a:spcPts val="0"/>
              </a:spcBef>
              <a:buFont typeface="Arial,Sans-Serif"/>
              <a:buChar char="•"/>
            </a:pPr>
            <a:endParaRPr lang="en-US" sz="1500">
              <a:latin typeface="Source Sans Pro"/>
              <a:ea typeface="Source Sans Pro"/>
            </a:endParaRPr>
          </a:p>
          <a:p>
            <a:pPr>
              <a:spcBef>
                <a:spcPts val="0"/>
              </a:spcBef>
              <a:buFont typeface="Arial,Sans-Serif"/>
              <a:buChar char="•"/>
            </a:pPr>
            <a:endParaRPr lang="en-US" sz="1500">
              <a:latin typeface="Source Sans Pro"/>
              <a:ea typeface="Source Sans Pro"/>
            </a:endParaRPr>
          </a:p>
          <a:p>
            <a:pPr>
              <a:buFontTx/>
              <a:buChar char="•"/>
            </a:pPr>
            <a:endParaRPr lang="en-US" sz="1500">
              <a:latin typeface="Source Sans Pro"/>
              <a:ea typeface="Source Sans Pro"/>
            </a:endParaRPr>
          </a:p>
          <a:p>
            <a:pPr lvl="1"/>
            <a:endParaRPr lang="en-US" sz="1500">
              <a:latin typeface="Source Sans Pro"/>
              <a:ea typeface="Source Sans Pro"/>
            </a:endParaRPr>
          </a:p>
        </p:txBody>
      </p:sp>
      <p:pic>
        <p:nvPicPr>
          <p:cNvPr id="14" name="Picture 15">
            <a:extLst>
              <a:ext uri="{FF2B5EF4-FFF2-40B4-BE49-F238E27FC236}">
                <a16:creationId xmlns:a16="http://schemas.microsoft.com/office/drawing/2014/main" id="{B01E447B-C8F5-22B4-F39D-8F547C557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29" y="1331484"/>
            <a:ext cx="5452532" cy="498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9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7B19-B532-47E4-AD36-E223BAA7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50">
                <a:ea typeface="+mj-lt"/>
                <a:cs typeface="+mj-lt"/>
              </a:rPr>
              <a:t>Claims breakdown – Product</a:t>
            </a:r>
            <a:br>
              <a:rPr lang="en-US" sz="2950">
                <a:ea typeface="+mj-lt"/>
                <a:cs typeface="+mj-lt"/>
              </a:rPr>
            </a:br>
            <a:endParaRPr lang="en-US" sz="2950">
              <a:ea typeface="+mj-lt"/>
              <a:cs typeface="+mj-lt"/>
            </a:endParaRPr>
          </a:p>
          <a:p>
            <a:endParaRPr lang="en-US" sz="2950">
              <a:ea typeface="+mj-lt"/>
              <a:cs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7FE4B-15CA-441F-AC67-7D7D3E5012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0B5A0-D3A6-4D24-A672-24E3D223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89F396-8B42-4C75-9F60-6708523684E1}" type="slidenum">
              <a:rPr lang="en-GB" altLang="en-US" smtClean="0"/>
              <a:pPr>
                <a:defRPr/>
              </a:pPr>
              <a:t>24</a:t>
            </a:fld>
            <a:endParaRPr lang="en-GB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7788D-5B32-456B-8B89-C834B55A3E7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B5010-9097-45C3-87C7-45E83900AAD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C80D9B7C-24E7-89AB-9E73-1EB550EE736B}"/>
              </a:ext>
            </a:extLst>
          </p:cNvPr>
          <p:cNvSpPr txBox="1">
            <a:spLocks/>
          </p:cNvSpPr>
          <p:nvPr/>
        </p:nvSpPr>
        <p:spPr>
          <a:xfrm>
            <a:off x="8971803" y="1399710"/>
            <a:ext cx="2849779" cy="385183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6195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630238" indent="-268288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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630238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01688" indent="-1714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­"/>
              <a:tabLst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0"/>
              </a:spcBef>
              <a:buFont typeface="Arial,Sans-Serif"/>
              <a:buChar char="•"/>
            </a:pPr>
            <a:endParaRPr lang="en-US">
              <a:latin typeface="Source Sans Pro"/>
              <a:ea typeface="Source Sans Pro"/>
            </a:endParaRPr>
          </a:p>
          <a:p>
            <a:pPr>
              <a:spcBef>
                <a:spcPts val="0"/>
              </a:spcBef>
              <a:buFont typeface="Arial,Sans-Serif"/>
              <a:buChar char="•"/>
            </a:pPr>
            <a:endParaRPr lang="en-US">
              <a:ea typeface="Source Sans Pro"/>
            </a:endParaRPr>
          </a:p>
          <a:p>
            <a:pPr>
              <a:buFontTx/>
              <a:buChar char="•"/>
            </a:pPr>
            <a:endParaRPr lang="en-US"/>
          </a:p>
          <a:p>
            <a:pPr lvl="1"/>
            <a:endParaRPr lang="en-US"/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E78B3DCD-ADBE-D82A-904A-314E47F33185}"/>
              </a:ext>
            </a:extLst>
          </p:cNvPr>
          <p:cNvSpPr txBox="1">
            <a:spLocks/>
          </p:cNvSpPr>
          <p:nvPr/>
        </p:nvSpPr>
        <p:spPr>
          <a:xfrm>
            <a:off x="8837332" y="1561075"/>
            <a:ext cx="2849779" cy="385183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6195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630238" indent="-268288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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630238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01688" indent="-1714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­"/>
              <a:tabLst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0"/>
              </a:spcBef>
              <a:buFont typeface="Arial,Sans-Serif"/>
              <a:buChar char="•"/>
            </a:pPr>
            <a:r>
              <a:rPr lang="en-US" sz="1500" err="1">
                <a:latin typeface="Source Sans Pro"/>
                <a:ea typeface="Source Sans Pro"/>
                <a:cs typeface="Arial"/>
              </a:rPr>
              <a:t>SmartTraveller</a:t>
            </a:r>
            <a:r>
              <a:rPr lang="en-US" sz="1500">
                <a:latin typeface="Source Sans Pro"/>
                <a:ea typeface="Source Sans Pro"/>
                <a:cs typeface="Arial"/>
              </a:rPr>
              <a:t> and </a:t>
            </a:r>
            <a:r>
              <a:rPr lang="en-US" sz="1500" err="1">
                <a:latin typeface="Source Sans Pro"/>
                <a:ea typeface="Source Sans Pro"/>
                <a:cs typeface="Arial"/>
              </a:rPr>
              <a:t>SmartTraveller</a:t>
            </a:r>
            <a:r>
              <a:rPr lang="en-US" sz="1500">
                <a:latin typeface="Source Sans Pro"/>
                <a:ea typeface="Source Sans Pro"/>
                <a:cs typeface="Arial"/>
              </a:rPr>
              <a:t> + have a impact on L&amp;H sign up. This is correlated to the channels since </a:t>
            </a:r>
            <a:r>
              <a:rPr lang="en-US" sz="1500" err="1">
                <a:latin typeface="Source Sans Pro"/>
                <a:ea typeface="Source Sans Pro"/>
                <a:cs typeface="Arial"/>
              </a:rPr>
              <a:t>SmartTraveller</a:t>
            </a:r>
            <a:r>
              <a:rPr lang="en-US" sz="1500">
                <a:latin typeface="Source Sans Pro"/>
                <a:ea typeface="Source Sans Pro"/>
                <a:cs typeface="Arial"/>
              </a:rPr>
              <a:t> product is sold directly by AXA or AXA agent</a:t>
            </a:r>
          </a:p>
          <a:p>
            <a:pPr>
              <a:spcBef>
                <a:spcPts val="0"/>
              </a:spcBef>
              <a:buFont typeface="Arial,Sans-Serif"/>
              <a:buChar char="•"/>
            </a:pPr>
            <a:endParaRPr lang="en-US">
              <a:ea typeface="Source Sans Pro"/>
            </a:endParaRPr>
          </a:p>
          <a:p>
            <a:pPr>
              <a:buFontTx/>
              <a:buChar char="•"/>
            </a:pPr>
            <a:endParaRPr lang="en-US"/>
          </a:p>
          <a:p>
            <a:pPr lvl="1"/>
            <a:endParaRPr lang="en-US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7D969442-978B-5291-0477-9BA2294B8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19" y="1355160"/>
            <a:ext cx="7418681" cy="498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86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7B19-B532-47E4-AD36-E223BAA7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50">
                <a:ea typeface="+mj-lt"/>
                <a:cs typeface="+mj-lt"/>
              </a:rPr>
              <a:t>Claims breakdown – GWP</a:t>
            </a:r>
            <a:br>
              <a:rPr lang="en-US" sz="2950">
                <a:ea typeface="+mj-lt"/>
                <a:cs typeface="+mj-lt"/>
              </a:rPr>
            </a:br>
            <a:endParaRPr lang="en-US" sz="2950">
              <a:ea typeface="+mj-lt"/>
              <a:cs typeface="+mj-lt"/>
            </a:endParaRPr>
          </a:p>
          <a:p>
            <a:endParaRPr lang="en-US" sz="2950">
              <a:ea typeface="+mj-lt"/>
              <a:cs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7FE4B-15CA-441F-AC67-7D7D3E5012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0B5A0-D3A6-4D24-A672-24E3D223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89F396-8B42-4C75-9F60-6708523684E1}" type="slidenum">
              <a:rPr lang="en-GB" altLang="en-US" smtClean="0"/>
              <a:pPr>
                <a:defRPr/>
              </a:pPr>
              <a:t>25</a:t>
            </a:fld>
            <a:endParaRPr lang="en-GB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7788D-5B32-456B-8B89-C834B55A3E7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B5010-9097-45C3-87C7-45E83900AAD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C80D9B7C-24E7-89AB-9E73-1EB550EE736B}"/>
              </a:ext>
            </a:extLst>
          </p:cNvPr>
          <p:cNvSpPr txBox="1">
            <a:spLocks/>
          </p:cNvSpPr>
          <p:nvPr/>
        </p:nvSpPr>
        <p:spPr>
          <a:xfrm>
            <a:off x="8971803" y="1399710"/>
            <a:ext cx="2849779" cy="385183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6195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630238" indent="-268288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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630238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01688" indent="-1714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­"/>
              <a:tabLst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0"/>
              </a:spcBef>
              <a:buFont typeface="Arial,Sans-Serif"/>
              <a:buChar char="•"/>
            </a:pPr>
            <a:endParaRPr lang="en-US">
              <a:latin typeface="Source Sans Pro"/>
              <a:ea typeface="Source Sans Pro"/>
            </a:endParaRPr>
          </a:p>
          <a:p>
            <a:pPr>
              <a:spcBef>
                <a:spcPts val="0"/>
              </a:spcBef>
              <a:buFont typeface="Arial,Sans-Serif"/>
              <a:buChar char="•"/>
            </a:pPr>
            <a:endParaRPr lang="en-US">
              <a:ea typeface="Source Sans Pro"/>
            </a:endParaRPr>
          </a:p>
          <a:p>
            <a:pPr>
              <a:buFontTx/>
              <a:buChar char="•"/>
            </a:pPr>
            <a:endParaRPr lang="en-US"/>
          </a:p>
          <a:p>
            <a:pPr lvl="1"/>
            <a:endParaRPr lang="en-US"/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E78B3DCD-ADBE-D82A-904A-314E47F33185}"/>
              </a:ext>
            </a:extLst>
          </p:cNvPr>
          <p:cNvSpPr txBox="1">
            <a:spLocks/>
          </p:cNvSpPr>
          <p:nvPr/>
        </p:nvSpPr>
        <p:spPr>
          <a:xfrm>
            <a:off x="9644155" y="1561075"/>
            <a:ext cx="2042956" cy="37532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6195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630238" indent="-268288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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630238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01688" indent="-1714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­"/>
              <a:tabLst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0"/>
              </a:spcBef>
              <a:buFont typeface="Arial,Sans-Serif"/>
              <a:buChar char="•"/>
            </a:pPr>
            <a:r>
              <a:rPr lang="en-US" sz="1500">
                <a:latin typeface="Source Sans Pro"/>
                <a:ea typeface="Source Sans Pro"/>
                <a:cs typeface="Arial"/>
              </a:rPr>
              <a:t>There is no significant impact on L&amp;H given various levels of GWP when there is a claim or no claim</a:t>
            </a:r>
            <a:endParaRPr lang="en-US" sz="1500">
              <a:latin typeface="Source Sans Pro"/>
              <a:ea typeface="Source Sans Pro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DA889270-1D3F-8681-D169-E48461E6D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53" y="1507782"/>
            <a:ext cx="4625788" cy="3125260"/>
          </a:xfrm>
          <a:prstGeom prst="rect">
            <a:avLst/>
          </a:prstGeom>
        </p:spPr>
      </p:pic>
      <p:pic>
        <p:nvPicPr>
          <p:cNvPr id="10" name="Picture 11">
            <a:extLst>
              <a:ext uri="{FF2B5EF4-FFF2-40B4-BE49-F238E27FC236}">
                <a16:creationId xmlns:a16="http://schemas.microsoft.com/office/drawing/2014/main" id="{B685FE83-1A5B-432A-C3AF-464A1E4BF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61570"/>
            <a:ext cx="4545105" cy="307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362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7B19-B532-47E4-AD36-E223BAA7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50">
                <a:ea typeface="+mj-lt"/>
                <a:cs typeface="+mj-lt"/>
              </a:rPr>
              <a:t>Claim Breakdown– Time Distribution</a:t>
            </a:r>
            <a:br>
              <a:rPr lang="en-US" sz="2950">
                <a:ea typeface="+mj-lt"/>
                <a:cs typeface="+mj-lt"/>
              </a:rPr>
            </a:br>
            <a:endParaRPr lang="en-US" sz="2950">
              <a:ea typeface="+mj-lt"/>
              <a:cs typeface="+mj-lt"/>
            </a:endParaRPr>
          </a:p>
          <a:p>
            <a:endParaRPr lang="en-US" sz="2950">
              <a:ea typeface="+mj-lt"/>
              <a:cs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7FE4B-15CA-441F-AC67-7D7D3E5012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0B5A0-D3A6-4D24-A672-24E3D223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89F396-8B42-4C75-9F60-6708523684E1}" type="slidenum">
              <a:rPr lang="en-GB" altLang="en-US" smtClean="0"/>
              <a:pPr>
                <a:defRPr/>
              </a:pPr>
              <a:t>26</a:t>
            </a:fld>
            <a:endParaRPr lang="en-GB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7788D-5B32-456B-8B89-C834B55A3E7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B5010-9097-45C3-87C7-45E83900AAD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C80D9B7C-24E7-89AB-9E73-1EB550EE736B}"/>
              </a:ext>
            </a:extLst>
          </p:cNvPr>
          <p:cNvSpPr txBox="1">
            <a:spLocks/>
          </p:cNvSpPr>
          <p:nvPr/>
        </p:nvSpPr>
        <p:spPr>
          <a:xfrm>
            <a:off x="8971803" y="1399710"/>
            <a:ext cx="2849779" cy="385183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6195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630238" indent="-268288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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630238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01688" indent="-1714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­"/>
              <a:tabLst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0"/>
              </a:spcBef>
              <a:buFont typeface="Arial,Sans-Serif"/>
              <a:buChar char="•"/>
            </a:pPr>
            <a:endParaRPr lang="en-US">
              <a:latin typeface="Source Sans Pro"/>
              <a:ea typeface="Source Sans Pro"/>
            </a:endParaRPr>
          </a:p>
          <a:p>
            <a:pPr>
              <a:spcBef>
                <a:spcPts val="0"/>
              </a:spcBef>
              <a:buFont typeface="Arial,Sans-Serif"/>
              <a:buChar char="•"/>
            </a:pPr>
            <a:endParaRPr lang="en-US">
              <a:ea typeface="Source Sans Pro"/>
            </a:endParaRPr>
          </a:p>
          <a:p>
            <a:pPr>
              <a:buFontTx/>
              <a:buChar char="•"/>
            </a:pPr>
            <a:endParaRPr lang="en-US"/>
          </a:p>
          <a:p>
            <a:pPr lvl="1"/>
            <a:endParaRPr lang="en-US"/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E78B3DCD-ADBE-D82A-904A-314E47F33185}"/>
              </a:ext>
            </a:extLst>
          </p:cNvPr>
          <p:cNvSpPr txBox="1">
            <a:spLocks/>
          </p:cNvSpPr>
          <p:nvPr/>
        </p:nvSpPr>
        <p:spPr>
          <a:xfrm>
            <a:off x="8487709" y="1561075"/>
            <a:ext cx="3199402" cy="37532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6195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630238" indent="-268288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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630238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01688" indent="-1714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­"/>
              <a:tabLst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0"/>
              </a:spcBef>
              <a:buFont typeface="Arial,Sans-Serif"/>
              <a:buChar char="•"/>
            </a:pPr>
            <a:r>
              <a:rPr lang="en-US" sz="1500">
                <a:latin typeface="Source Sans Pro"/>
                <a:ea typeface="Source Sans Pro"/>
                <a:cs typeface="Arial"/>
              </a:rPr>
              <a:t>Majority of customers subscribe L&amp;H within the first year of making a claim(~36%)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F47AA9F-F71D-6F2D-B530-E0F71A092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21" y="1377065"/>
            <a:ext cx="7456311" cy="502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6683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7B19-B532-47E4-AD36-E223BAA71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94" y="150525"/>
            <a:ext cx="11461612" cy="449642"/>
          </a:xfrm>
        </p:spPr>
        <p:txBody>
          <a:bodyPr/>
          <a:lstStyle/>
          <a:p>
            <a:r>
              <a:rPr lang="en-US" sz="2950">
                <a:ea typeface="+mj-lt"/>
                <a:cs typeface="+mj-lt"/>
              </a:rPr>
              <a:t>Supporting Document – Correlation Matrix</a:t>
            </a:r>
            <a:br>
              <a:rPr lang="en-US" sz="2950">
                <a:ea typeface="+mj-lt"/>
                <a:cs typeface="+mj-lt"/>
              </a:rPr>
            </a:br>
            <a:endParaRPr lang="en-US" sz="2950">
              <a:ea typeface="+mj-lt"/>
              <a:cs typeface="+mj-lt"/>
            </a:endParaRPr>
          </a:p>
          <a:p>
            <a:endParaRPr lang="en-US" sz="2950">
              <a:ea typeface="+mj-lt"/>
              <a:cs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0B5A0-D3A6-4D24-A672-24E3D223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89F396-8B42-4C75-9F60-6708523684E1}" type="slidenum">
              <a:rPr lang="en-GB" altLang="en-US" smtClean="0"/>
              <a:pPr>
                <a:defRPr/>
              </a:pPr>
              <a:t>27</a:t>
            </a:fld>
            <a:endParaRPr lang="en-GB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7788D-5B32-456B-8B89-C834B55A3E7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B5010-9097-45C3-87C7-45E83900AAD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C80D9B7C-24E7-89AB-9E73-1EB550EE736B}"/>
              </a:ext>
            </a:extLst>
          </p:cNvPr>
          <p:cNvSpPr txBox="1">
            <a:spLocks/>
          </p:cNvSpPr>
          <p:nvPr/>
        </p:nvSpPr>
        <p:spPr>
          <a:xfrm>
            <a:off x="8971803" y="1399710"/>
            <a:ext cx="2849779" cy="385183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6195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630238" indent="-268288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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630238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01688" indent="-1714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­"/>
              <a:tabLst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0"/>
              </a:spcBef>
              <a:buFont typeface="Arial,Sans-Serif"/>
              <a:buChar char="•"/>
            </a:pPr>
            <a:endParaRPr lang="en-US">
              <a:latin typeface="Source Sans Pro"/>
              <a:ea typeface="Source Sans Pro"/>
            </a:endParaRPr>
          </a:p>
          <a:p>
            <a:pPr>
              <a:spcBef>
                <a:spcPts val="0"/>
              </a:spcBef>
              <a:buFont typeface="Arial,Sans-Serif"/>
              <a:buChar char="•"/>
            </a:pPr>
            <a:endParaRPr lang="en-US">
              <a:ea typeface="Source Sans Pro"/>
            </a:endParaRPr>
          </a:p>
          <a:p>
            <a:pPr>
              <a:buFontTx/>
              <a:buChar char="•"/>
            </a:pPr>
            <a:endParaRPr lang="en-US"/>
          </a:p>
          <a:p>
            <a:pPr lvl="1"/>
            <a:endParaRPr lang="en-US"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EF2DF5B3-03EE-E7EF-822E-DFE4ED793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36" y="705125"/>
            <a:ext cx="7885203" cy="6154195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BBFB21F-7864-0415-8C62-7A4BAEEAA08D}"/>
              </a:ext>
            </a:extLst>
          </p:cNvPr>
          <p:cNvSpPr txBox="1">
            <a:spLocks/>
          </p:cNvSpPr>
          <p:nvPr/>
        </p:nvSpPr>
        <p:spPr>
          <a:xfrm>
            <a:off x="9016626" y="601851"/>
            <a:ext cx="2509120" cy="37532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6195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630238" indent="-268288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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630238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01688" indent="-1714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­"/>
              <a:tabLst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0"/>
              </a:spcBef>
              <a:buFont typeface="Arial,Sans-Serif"/>
              <a:buChar char="•"/>
            </a:pPr>
            <a:r>
              <a:rPr lang="en-US" sz="1500">
                <a:latin typeface="Source Sans Pro"/>
                <a:ea typeface="Source Sans Pro"/>
                <a:cs typeface="Arial"/>
              </a:rPr>
              <a:t>Key linear correlation between having L&amp;H are:</a:t>
            </a:r>
          </a:p>
          <a:p>
            <a:pPr marL="171450" indent="-171450">
              <a:spcBef>
                <a:spcPts val="0"/>
              </a:spcBef>
              <a:buFont typeface="Arial,Sans-Serif"/>
              <a:buChar char="•"/>
            </a:pPr>
            <a:r>
              <a:rPr lang="en-US" sz="1500">
                <a:latin typeface="Source Sans Pro"/>
                <a:ea typeface="Source Sans Pro"/>
                <a:cs typeface="Arial"/>
              </a:rPr>
              <a:t>Channel  = AXA Agent</a:t>
            </a:r>
          </a:p>
          <a:p>
            <a:pPr marL="171450" indent="-171450">
              <a:spcBef>
                <a:spcPts val="0"/>
              </a:spcBef>
              <a:buFont typeface="Arial,Sans-Serif"/>
              <a:buChar char="•"/>
            </a:pPr>
            <a:r>
              <a:rPr lang="en-US" sz="1500">
                <a:latin typeface="Source Sans Pro"/>
                <a:ea typeface="Source Sans Pro"/>
                <a:cs typeface="Arial"/>
              </a:rPr>
              <a:t>Product =SmartTraveler</a:t>
            </a:r>
          </a:p>
          <a:p>
            <a:pPr marL="0" indent="0">
              <a:spcBef>
                <a:spcPts val="0"/>
              </a:spcBef>
              <a:buNone/>
            </a:pPr>
            <a:endParaRPr lang="en-US" sz="1500">
              <a:latin typeface="Source Sans Pro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463477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DCBF-5CB5-4038-8A60-766F85A38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34" y="2700559"/>
            <a:ext cx="9601132" cy="1143000"/>
          </a:xfrm>
        </p:spPr>
        <p:txBody>
          <a:bodyPr/>
          <a:lstStyle/>
          <a:p>
            <a:pPr algn="ctr"/>
            <a:r>
              <a:rPr lang="en-US" b="1"/>
              <a:t>Projection</a:t>
            </a:r>
            <a:r>
              <a:rPr lang="en-US"/>
              <a:t> </a:t>
            </a:r>
            <a:r>
              <a:rPr lang="en-US" b="1"/>
              <a:t>Estimation</a:t>
            </a:r>
            <a:br>
              <a:rPr lang="en-US"/>
            </a:br>
            <a:r>
              <a:rPr lang="en-US"/>
              <a:t>for GI X-sell travel-to-medical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4AFE1-1120-48B3-B37F-05B53FD3B1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2601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0D9B0-B2D0-4FC9-AC1E-2BC06ED79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Bought-medical</a:t>
            </a:r>
            <a:r>
              <a:rPr lang="en-US"/>
              <a:t> rate after claimed in different channels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780AF-9914-4668-9F7A-D26A5646CF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E2058-C259-4422-B897-530842E267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[Graphs + Table]</a:t>
            </a:r>
          </a:p>
          <a:p>
            <a:r>
              <a:rPr lang="en-US"/>
              <a:t>The difference between Life Agent channel and other channels</a:t>
            </a:r>
          </a:p>
          <a:p>
            <a:r>
              <a:rPr lang="en-US" b="1"/>
              <a:t>How much uplift </a:t>
            </a:r>
            <a:r>
              <a:rPr lang="en-US"/>
              <a:t>we can do for the rest of the channels and maybe also for Life Agent Channel by the campaign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FAE6C-08F0-40F0-A272-EE7D20638A3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3FF94BE-8939-42DD-BC80-D452AB1D60EB}" type="slidenum">
              <a:rPr lang="en-GB" altLang="en-US" smtClean="0"/>
              <a:pPr>
                <a:defRPr/>
              </a:pPr>
              <a:t>29</a:t>
            </a:fld>
            <a:endParaRPr lang="en-GB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DE09B1-EA95-43BE-A6DD-2AB2B85883F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00DA1A-6849-4E48-B39C-E6A8FBC9C63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36499519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0D9B0-B2D0-4FC9-AC1E-2BC06ED79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Bought-medical</a:t>
            </a:r>
            <a:r>
              <a:rPr lang="en-US"/>
              <a:t> rate after claimed in different channels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780AF-9914-4668-9F7A-D26A5646CF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Bought/not bought medical plan after claimed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F508D0F-5E74-4EB8-BEBF-8EB9E67BBDB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04800" y="1969170"/>
            <a:ext cx="11407775" cy="3635622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FAE6C-08F0-40F0-A272-EE7D20638A3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3FF94BE-8939-42DD-BC80-D452AB1D60EB}" type="slidenum">
              <a:rPr lang="en-GB" altLang="en-US" smtClean="0"/>
              <a:pPr>
                <a:defRPr/>
              </a:pPr>
              <a:t>30</a:t>
            </a:fld>
            <a:endParaRPr lang="en-GB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DE09B1-EA95-43BE-A6DD-2AB2B85883F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00DA1A-6849-4E48-B39C-E6A8FBC9C63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8713619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0D9B0-B2D0-4FC9-AC1E-2BC06ED79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Bought-medical</a:t>
            </a:r>
            <a:r>
              <a:rPr lang="en-US"/>
              <a:t> rate after claimed in different channels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780AF-9914-4668-9F7A-D26A5646CF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4201" y="878422"/>
            <a:ext cx="7435742" cy="355545"/>
          </a:xfrm>
        </p:spPr>
        <p:txBody>
          <a:bodyPr/>
          <a:lstStyle/>
          <a:p>
            <a:r>
              <a:rPr lang="en-US"/>
              <a:t>Bought/not bought medical plan of no claim client number (no chronological order)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FAE6C-08F0-40F0-A272-EE7D20638A3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3FF94BE-8939-42DD-BC80-D452AB1D60EB}" type="slidenum">
              <a:rPr lang="en-GB" altLang="en-US" smtClean="0"/>
              <a:pPr>
                <a:defRPr/>
              </a:pPr>
              <a:t>31</a:t>
            </a:fld>
            <a:endParaRPr lang="en-GB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DE09B1-EA95-43BE-A6DD-2AB2B85883F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00DA1A-6849-4E48-B39C-E6A8FBC9C63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1C516B-8AD3-4D47-B32E-EFF0094049CD}"/>
              </a:ext>
            </a:extLst>
          </p:cNvPr>
          <p:cNvSpPr/>
          <p:nvPr/>
        </p:nvSpPr>
        <p:spPr>
          <a:xfrm>
            <a:off x="9901588" y="1046755"/>
            <a:ext cx="1810987" cy="754084"/>
          </a:xfrm>
          <a:prstGeom prst="rect">
            <a:avLst/>
          </a:prstGeom>
          <a:solidFill>
            <a:schemeClr val="bg2"/>
          </a:solidFill>
          <a:ln>
            <a:solidFill>
              <a:srgbClr val="027180"/>
            </a:solidFill>
          </a:ln>
        </p:spPr>
        <p:txBody>
          <a:bodyPr rtlCol="0" anchor="ctr"/>
          <a:lstStyle/>
          <a:p>
            <a:pPr algn="ctr" eaLnBrk="1" hangingPunct="1"/>
            <a:r>
              <a:rPr lang="en-US" sz="1600">
                <a:solidFill>
                  <a:srgbClr val="027180"/>
                </a:solidFill>
                <a:latin typeface="+mj-lt"/>
                <a:cs typeface="Arial" charset="0"/>
              </a:rPr>
              <a:t>confirmed</a:t>
            </a:r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3B949F1E-92C0-4654-96FD-100B10CECDF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04800" y="1969170"/>
            <a:ext cx="11407775" cy="3635622"/>
          </a:xfrm>
        </p:spPr>
      </p:pic>
    </p:spTree>
    <p:extLst>
      <p:ext uri="{BB962C8B-B14F-4D97-AF65-F5344CB8AC3E}">
        <p14:creationId xmlns:p14="http://schemas.microsoft.com/office/powerpoint/2010/main" val="3863319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4750A-A5A3-4F54-9A73-FACDFEEDE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Bought-medical</a:t>
            </a:r>
            <a:r>
              <a:rPr lang="en-US"/>
              <a:t> effect after claimed in different channels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24CC9-DAC6-49DE-8666-0379A82F4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000"/>
              <a:t>5-year observation period data for claim/no claim and buying medical relationship </a:t>
            </a:r>
            <a:r>
              <a:rPr lang="en-US" sz="2000" b="1"/>
              <a:t>of all time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4D31B-D6F1-4ABD-A2CF-68F270F88A9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3FF94BE-8939-42DD-BC80-D452AB1D60EB}" type="slidenum">
              <a:rPr lang="en-GB" altLang="en-US" smtClean="0"/>
              <a:pPr>
                <a:defRPr/>
              </a:pPr>
              <a:t>32</a:t>
            </a:fld>
            <a:endParaRPr lang="en-GB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2432B3-971B-463E-B6E6-ECFD3266B84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B7A0BF-03DD-44FC-99EA-F8FD48654F9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CA788F-16D5-4BB3-88C1-737883722938}"/>
              </a:ext>
            </a:extLst>
          </p:cNvPr>
          <p:cNvSpPr txBox="1"/>
          <p:nvPr/>
        </p:nvSpPr>
        <p:spPr bwMode="auto">
          <a:xfrm>
            <a:off x="7633805" y="1511300"/>
            <a:ext cx="4192864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rtlCol="0" anchor="b">
            <a:spAutoFit/>
          </a:bodyPr>
          <a:lstStyle/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  <a:latin typeface="Source Sans Pro" pitchFamily="34" charset="0"/>
              </a:rPr>
              <a:t>For </a:t>
            </a:r>
            <a:r>
              <a:rPr lang="en-US" sz="1400" b="1">
                <a:solidFill>
                  <a:srgbClr val="000000"/>
                </a:solidFill>
                <a:latin typeface="Source Sans Pro" pitchFamily="34" charset="0"/>
              </a:rPr>
              <a:t>AXA Agent</a:t>
            </a:r>
            <a:r>
              <a:rPr lang="en-US" sz="1400">
                <a:solidFill>
                  <a:srgbClr val="000000"/>
                </a:solidFill>
                <a:latin typeface="Source Sans Pro" pitchFamily="34" charset="0"/>
              </a:rPr>
              <a:t>, the odds of </a:t>
            </a:r>
            <a:r>
              <a:rPr lang="en-US" sz="1400" b="1">
                <a:solidFill>
                  <a:srgbClr val="000000"/>
                </a:solidFill>
                <a:latin typeface="Source Sans Pro" pitchFamily="34" charset="0"/>
              </a:rPr>
              <a:t>buying L&amp;H products </a:t>
            </a:r>
            <a:r>
              <a:rPr lang="en-US" sz="1400">
                <a:solidFill>
                  <a:srgbClr val="000000"/>
                </a:solidFill>
                <a:latin typeface="Source Sans Pro" pitchFamily="34" charset="0"/>
              </a:rPr>
              <a:t>of clients </a:t>
            </a:r>
            <a:r>
              <a:rPr lang="en-US" sz="1400" b="1">
                <a:solidFill>
                  <a:srgbClr val="000000"/>
                </a:solidFill>
                <a:latin typeface="Source Sans Pro" pitchFamily="34" charset="0"/>
              </a:rPr>
              <a:t>with travel claim</a:t>
            </a:r>
            <a:r>
              <a:rPr lang="en-US" sz="1400">
                <a:solidFill>
                  <a:srgbClr val="000000"/>
                </a:solidFill>
                <a:latin typeface="Source Sans Pro" pitchFamily="34" charset="0"/>
              </a:rPr>
              <a:t> </a:t>
            </a:r>
            <a:r>
              <a:rPr lang="en-US" sz="1400" b="1">
                <a:solidFill>
                  <a:srgbClr val="000000"/>
                </a:solidFill>
                <a:latin typeface="Source Sans Pro" pitchFamily="34" charset="0"/>
              </a:rPr>
              <a:t>is ~30% more</a:t>
            </a:r>
            <a:r>
              <a:rPr lang="en-US" sz="1400">
                <a:solidFill>
                  <a:srgbClr val="000000"/>
                </a:solidFill>
                <a:latin typeface="Source Sans Pro" pitchFamily="34" charset="0"/>
              </a:rPr>
              <a:t> than those </a:t>
            </a:r>
            <a:r>
              <a:rPr lang="en-US" sz="1400" b="1">
                <a:solidFill>
                  <a:srgbClr val="000000"/>
                </a:solidFill>
                <a:latin typeface="Source Sans Pro" pitchFamily="34" charset="0"/>
              </a:rPr>
              <a:t>without travel claim </a:t>
            </a:r>
            <a:r>
              <a:rPr lang="en-US" sz="1400">
                <a:solidFill>
                  <a:srgbClr val="000000"/>
                </a:solidFill>
                <a:latin typeface="Source Sans Pro" pitchFamily="34" charset="0"/>
              </a:rPr>
              <a:t>within 3 years after claim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endParaRPr lang="en-US" sz="1400">
              <a:solidFill>
                <a:srgbClr val="000000"/>
              </a:solidFill>
              <a:latin typeface="Source Sans Pro" pitchFamily="34" charset="0"/>
            </a:endParaRP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  <a:latin typeface="Source Sans Pro" pitchFamily="34" charset="0"/>
              </a:rPr>
              <a:t>We can promote to other channels to utilize the travel claim experience of GI clients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endParaRPr lang="en-US" sz="1400">
              <a:solidFill>
                <a:srgbClr val="000000"/>
              </a:solidFill>
              <a:latin typeface="Source Sans Pro" pitchFamily="34" charset="0"/>
            </a:endParaRP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  <a:latin typeface="Source Sans Pro" pitchFamily="34" charset="0"/>
              </a:rPr>
              <a:t>To calculate the ~</a:t>
            </a:r>
            <a:r>
              <a:rPr lang="en-US" sz="1400" b="1">
                <a:solidFill>
                  <a:srgbClr val="000000"/>
                </a:solidFill>
                <a:latin typeface="Source Sans Pro" pitchFamily="34" charset="0"/>
              </a:rPr>
              <a:t>30</a:t>
            </a:r>
            <a:r>
              <a:rPr lang="en-US" sz="1400">
                <a:solidFill>
                  <a:srgbClr val="000000"/>
                </a:solidFill>
                <a:latin typeface="Source Sans Pro" pitchFamily="34" charset="0"/>
              </a:rPr>
              <a:t>% effect circled in </a:t>
            </a:r>
            <a:r>
              <a:rPr lang="en-US" sz="1400">
                <a:solidFill>
                  <a:srgbClr val="FF0000"/>
                </a:solidFill>
                <a:latin typeface="Source Sans Pro" pitchFamily="34" charset="0"/>
              </a:rPr>
              <a:t>red.</a:t>
            </a:r>
            <a:endParaRPr lang="en-US" sz="1400">
              <a:latin typeface="Source Sans Pro" pitchFamily="34" charset="0"/>
            </a:endParaRP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endParaRPr lang="en-US" sz="1400">
              <a:solidFill>
                <a:srgbClr val="000000"/>
              </a:solidFill>
              <a:latin typeface="Source Sans Pro" pitchFamily="34" charset="0"/>
            </a:endParaRPr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2DD3B4F9-90A3-4F13-B494-3BAFEBD9F67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279400219"/>
              </p:ext>
            </p:extLst>
          </p:nvPr>
        </p:nvGraphicFramePr>
        <p:xfrm>
          <a:off x="304801" y="1511300"/>
          <a:ext cx="7241754" cy="4551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559A0CA-72DF-4621-94F0-AF9008B0E788}"/>
              </a:ext>
            </a:extLst>
          </p:cNvPr>
          <p:cNvCxnSpPr/>
          <p:nvPr/>
        </p:nvCxnSpPr>
        <p:spPr>
          <a:xfrm>
            <a:off x="2159306" y="2005070"/>
            <a:ext cx="484742" cy="37457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921D3351-2600-4D37-93B3-C94C2BA84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935787"/>
              </p:ext>
            </p:extLst>
          </p:nvPr>
        </p:nvGraphicFramePr>
        <p:xfrm>
          <a:off x="7724679" y="3950263"/>
          <a:ext cx="418924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310">
                  <a:extLst>
                    <a:ext uri="{9D8B030D-6E8A-4147-A177-3AD203B41FA5}">
                      <a16:colId xmlns:a16="http://schemas.microsoft.com/office/drawing/2014/main" val="4189804645"/>
                    </a:ext>
                  </a:extLst>
                </a:gridCol>
                <a:gridCol w="1047310">
                  <a:extLst>
                    <a:ext uri="{9D8B030D-6E8A-4147-A177-3AD203B41FA5}">
                      <a16:colId xmlns:a16="http://schemas.microsoft.com/office/drawing/2014/main" val="3903710345"/>
                    </a:ext>
                  </a:extLst>
                </a:gridCol>
                <a:gridCol w="1047310">
                  <a:extLst>
                    <a:ext uri="{9D8B030D-6E8A-4147-A177-3AD203B41FA5}">
                      <a16:colId xmlns:a16="http://schemas.microsoft.com/office/drawing/2014/main" val="1388919446"/>
                    </a:ext>
                  </a:extLst>
                </a:gridCol>
                <a:gridCol w="1047310">
                  <a:extLst>
                    <a:ext uri="{9D8B030D-6E8A-4147-A177-3AD203B41FA5}">
                      <a16:colId xmlns:a16="http://schemas.microsoft.com/office/drawing/2014/main" val="33485353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Claimed travel then bought L&amp;H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No claim travel then bought L&amp;H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Formula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Buy L&amp;H effect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4931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29.1%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22.5%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(29.1%/22.5%) 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29.3%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233002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44FA603-10D1-4800-A754-F9BB8EE91790}"/>
              </a:ext>
            </a:extLst>
          </p:cNvPr>
          <p:cNvSpPr txBox="1"/>
          <p:nvPr/>
        </p:nvSpPr>
        <p:spPr bwMode="auto">
          <a:xfrm>
            <a:off x="7796413" y="3680533"/>
            <a:ext cx="2725105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b">
            <a:spAutoFit/>
          </a:bodyPr>
          <a:lstStyle/>
          <a:p>
            <a:pPr eaLnBrk="1" hangingPunct="1"/>
            <a:r>
              <a:rPr lang="en-US" sz="1200" b="1">
                <a:solidFill>
                  <a:srgbClr val="000000"/>
                </a:solidFill>
                <a:latin typeface="Source Sans Pro" pitchFamily="34" charset="0"/>
              </a:rPr>
              <a:t>Example of calculating the buying effect</a:t>
            </a:r>
          </a:p>
        </p:txBody>
      </p:sp>
    </p:spTree>
    <p:extLst>
      <p:ext uri="{BB962C8B-B14F-4D97-AF65-F5344CB8AC3E}">
        <p14:creationId xmlns:p14="http://schemas.microsoft.com/office/powerpoint/2010/main" val="2962584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0D9B0-B2D0-4FC9-AC1E-2BC06ED79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Uplift of claimed clients from other channels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780AF-9914-4668-9F7A-D26A5646CF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/>
              <a:t>With last 5-year data only </a:t>
            </a:r>
            <a:r>
              <a:rPr lang="en-US"/>
              <a:t>(2018 and after data)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1899A7F7-E3C7-4D8C-AEFE-136CBDC0748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018653103"/>
              </p:ext>
            </p:extLst>
          </p:nvPr>
        </p:nvGraphicFramePr>
        <p:xfrm>
          <a:off x="304731" y="1267678"/>
          <a:ext cx="11582395" cy="4475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945">
                  <a:extLst>
                    <a:ext uri="{9D8B030D-6E8A-4147-A177-3AD203B41FA5}">
                      <a16:colId xmlns:a16="http://schemas.microsoft.com/office/drawing/2014/main" val="1131575073"/>
                    </a:ext>
                  </a:extLst>
                </a:gridCol>
                <a:gridCol w="1052945">
                  <a:extLst>
                    <a:ext uri="{9D8B030D-6E8A-4147-A177-3AD203B41FA5}">
                      <a16:colId xmlns:a16="http://schemas.microsoft.com/office/drawing/2014/main" val="2272265704"/>
                    </a:ext>
                  </a:extLst>
                </a:gridCol>
                <a:gridCol w="1052945">
                  <a:extLst>
                    <a:ext uri="{9D8B030D-6E8A-4147-A177-3AD203B41FA5}">
                      <a16:colId xmlns:a16="http://schemas.microsoft.com/office/drawing/2014/main" val="879059063"/>
                    </a:ext>
                  </a:extLst>
                </a:gridCol>
                <a:gridCol w="1052945">
                  <a:extLst>
                    <a:ext uri="{9D8B030D-6E8A-4147-A177-3AD203B41FA5}">
                      <a16:colId xmlns:a16="http://schemas.microsoft.com/office/drawing/2014/main" val="2011421613"/>
                    </a:ext>
                  </a:extLst>
                </a:gridCol>
                <a:gridCol w="1052945">
                  <a:extLst>
                    <a:ext uri="{9D8B030D-6E8A-4147-A177-3AD203B41FA5}">
                      <a16:colId xmlns:a16="http://schemas.microsoft.com/office/drawing/2014/main" val="3739804548"/>
                    </a:ext>
                  </a:extLst>
                </a:gridCol>
                <a:gridCol w="1052945">
                  <a:extLst>
                    <a:ext uri="{9D8B030D-6E8A-4147-A177-3AD203B41FA5}">
                      <a16:colId xmlns:a16="http://schemas.microsoft.com/office/drawing/2014/main" val="983216895"/>
                    </a:ext>
                  </a:extLst>
                </a:gridCol>
                <a:gridCol w="1052945">
                  <a:extLst>
                    <a:ext uri="{9D8B030D-6E8A-4147-A177-3AD203B41FA5}">
                      <a16:colId xmlns:a16="http://schemas.microsoft.com/office/drawing/2014/main" val="3294797887"/>
                    </a:ext>
                  </a:extLst>
                </a:gridCol>
                <a:gridCol w="1052945">
                  <a:extLst>
                    <a:ext uri="{9D8B030D-6E8A-4147-A177-3AD203B41FA5}">
                      <a16:colId xmlns:a16="http://schemas.microsoft.com/office/drawing/2014/main" val="1304552626"/>
                    </a:ext>
                  </a:extLst>
                </a:gridCol>
                <a:gridCol w="1052945">
                  <a:extLst>
                    <a:ext uri="{9D8B030D-6E8A-4147-A177-3AD203B41FA5}">
                      <a16:colId xmlns:a16="http://schemas.microsoft.com/office/drawing/2014/main" val="4045491473"/>
                    </a:ext>
                  </a:extLst>
                </a:gridCol>
                <a:gridCol w="1052945">
                  <a:extLst>
                    <a:ext uri="{9D8B030D-6E8A-4147-A177-3AD203B41FA5}">
                      <a16:colId xmlns:a16="http://schemas.microsoft.com/office/drawing/2014/main" val="583806140"/>
                    </a:ext>
                  </a:extLst>
                </a:gridCol>
                <a:gridCol w="1052945">
                  <a:extLst>
                    <a:ext uri="{9D8B030D-6E8A-4147-A177-3AD203B41FA5}">
                      <a16:colId xmlns:a16="http://schemas.microsoft.com/office/drawing/2014/main" val="3998375635"/>
                    </a:ext>
                  </a:extLst>
                </a:gridCol>
              </a:tblGrid>
              <a:tr h="468370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Clients who claimed after 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Clients who claimed after 2018, then bought L&amp;H within 5 yrs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Claimed then bought L&amp;H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Had GI after 2018 without claim, then bought L&amp;H within 5 yrs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No claim then bought L&amp;H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Ratio between claim/no claim, then bought L&amp;H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Clients claimed but not yet bought L&amp;H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No claim but not yet bought L&amp;H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Uplift % from claimed clients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Uplift 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301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AXA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13,055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3,968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20,542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highlight>
                            <a:srgbClr val="FFFF00"/>
                          </a:highlight>
                        </a:rPr>
                        <a:t>24%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9,087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64,196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NA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NA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272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AXA Online Direct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7,671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258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3.3%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2,114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3.0%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7,413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69,255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+0.6%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44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456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1088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AXA Offline Direct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541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7.4%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166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6.2%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19%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501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2,506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/>
                        <a:t>+0.66%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3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003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Broker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11,844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431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3.6%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/>
                        <a:t>2,947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3.2%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13%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11,413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89,671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/>
                        <a:t>+0.56%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64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388256"/>
                  </a:ext>
                </a:extLst>
              </a:tr>
              <a:tr h="1278082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HSBC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31,156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837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2.7%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8,091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3.0%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highlight>
                            <a:srgbClr val="FFFF00"/>
                          </a:highlight>
                        </a:rPr>
                        <a:t>-10%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30,319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258,449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/>
                        <a:t>+1.2%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364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771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Others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1,783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4.0%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3.3%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21%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1,712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10,128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88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/>
                        <a:t>+0.29%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5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126005"/>
                  </a:ext>
                </a:extLst>
              </a:tr>
              <a:tr h="370840">
                <a:tc gridSpan="10">
                  <a:txBody>
                    <a:bodyPr/>
                    <a:lstStyle/>
                    <a:p>
                      <a:pPr algn="ctr"/>
                      <a:r>
                        <a:rPr lang="en-US" sz="1050"/>
                        <a:t>Total uplift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/>
                        <a:t>480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72216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FAE6C-08F0-40F0-A272-EE7D20638A3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3FF94BE-8939-42DD-BC80-D452AB1D60EB}" type="slidenum">
              <a:rPr lang="en-GB" altLang="en-US" smtClean="0"/>
              <a:pPr>
                <a:defRPr/>
              </a:pPr>
              <a:t>33</a:t>
            </a:fld>
            <a:endParaRPr lang="en-GB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00DA1A-6849-4E48-B39C-E6A8FBC9C63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F8DD2-5838-4A0F-8913-893E290AF6DB}"/>
              </a:ext>
            </a:extLst>
          </p:cNvPr>
          <p:cNvSpPr txBox="1"/>
          <p:nvPr/>
        </p:nvSpPr>
        <p:spPr bwMode="auto">
          <a:xfrm>
            <a:off x="701146" y="6375752"/>
            <a:ext cx="19091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 anchor="b">
            <a:spAutoFit/>
          </a:bodyPr>
          <a:lstStyle/>
          <a:p>
            <a:pPr eaLnBrk="1" hangingPunct="1"/>
            <a:r>
              <a:rPr lang="en-US" sz="1000">
                <a:solidFill>
                  <a:srgbClr val="000000"/>
                </a:solidFill>
                <a:latin typeface="Source Sans Pro" pitchFamily="34" charset="0"/>
              </a:rPr>
              <a:t>*Notes: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000000"/>
                </a:solidFill>
                <a:latin typeface="Source Sans Pro" pitchFamily="34" charset="0"/>
              </a:rPr>
              <a:t>AXA Direct has a  60% opt-in rate</a:t>
            </a:r>
          </a:p>
          <a:p>
            <a:pPr eaLnBrk="1" hangingPunct="1"/>
            <a:endParaRPr lang="en-US" sz="1000" err="1">
              <a:solidFill>
                <a:srgbClr val="000000"/>
              </a:solidFill>
              <a:latin typeface="Source Sans Pro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2834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0D9B0-B2D0-4FC9-AC1E-2BC06ED79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Propensity-to-buy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780AF-9914-4668-9F7A-D26A5646CF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E2058-C259-4422-B897-530842E267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lIns="91440" tIns="45720" rIns="91440" bIns="45720" anchor="t"/>
          <a:lstStyle/>
          <a:p>
            <a:pPr marL="405765" indent="-405765"/>
            <a:r>
              <a:rPr lang="en-US" sz="2150"/>
              <a:t>[All channel sizes within 5 years – Graphs + Tables]</a:t>
            </a:r>
          </a:p>
          <a:p>
            <a:pPr marL="405765" indent="-405765"/>
            <a:r>
              <a:rPr lang="en-US" sz="2150" b="1"/>
              <a:t>Quick baseline model </a:t>
            </a:r>
            <a:r>
              <a:rPr lang="en-US" sz="2150"/>
              <a:t>(maybe a random forest) (X features without claim data, y is bought-medical)</a:t>
            </a:r>
            <a:endParaRPr lang="en-US" sz="2150">
              <a:ea typeface="Source Sans Pro"/>
            </a:endParaRPr>
          </a:p>
          <a:p>
            <a:pPr marL="882015" lvl="1" indent="-339090"/>
            <a:r>
              <a:rPr lang="en-US" sz="1850">
                <a:sym typeface="Wingdings" panose="05000000000000000000" pitchFamily="2" charset="2"/>
              </a:rPr>
              <a:t> Make the estimation of the size of converted customers within our 5 years</a:t>
            </a:r>
            <a:endParaRPr lang="en-US" sz="1850">
              <a:ea typeface="Source Sans Pro"/>
              <a:sym typeface="Wingdings" panose="05000000000000000000" pitchFamily="2" charset="2"/>
            </a:endParaRPr>
          </a:p>
          <a:p>
            <a:pPr marL="1260475" lvl="2" indent="-279400"/>
            <a:r>
              <a:rPr lang="en-US" sz="1550">
                <a:ea typeface="Source Sans Pro"/>
              </a:rPr>
              <a:t>(If we just use the estimation where customer who brought from AXA Agent, there is around 50% chance of them buying L&amp;H in their life time. This will yield us </a:t>
            </a:r>
            <a:r>
              <a:rPr lang="en-US" sz="1550">
                <a:ea typeface="+mj-lt"/>
                <a:cs typeface="+mj-lt"/>
              </a:rPr>
              <a:t>8843 customer for conversion.  If we use 30%( that statistics that AXA Agent -&gt; Claim -&gt; Life&amp;), it will be 5306 customer for conversion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FAE6C-08F0-40F0-A272-EE7D20638A3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C3FF94BE-8939-42DD-BC80-D452AB1D60EB}" type="slidenum">
              <a:rPr lang="en-GB" altLang="en-US" smtClean="0"/>
              <a:pPr>
                <a:defRPr/>
              </a:pPr>
              <a:t>34</a:t>
            </a:fld>
            <a:endParaRPr lang="en-GB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DE09B1-EA95-43BE-A6DD-2AB2B85883F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Title of the presentation l Date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00DA1A-6849-4E48-B39C-E6A8FBC9C63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3279688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416115-61F7-4BA6-8C87-7BE4D77FD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4251" y="1570038"/>
            <a:ext cx="4778986" cy="4470401"/>
          </a:xfrm>
        </p:spPr>
        <p:txBody>
          <a:bodyPr/>
          <a:lstStyle/>
          <a:p>
            <a:r>
              <a:rPr lang="en-US"/>
              <a:t>Make strategic plans for targeting claimed customers……</a:t>
            </a:r>
          </a:p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1EE147-C41E-4D77-9001-4064E474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Possible approaches to do GI X-sell Travel-to-Medical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67C3F-B69F-4299-B220-A94BA93959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35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0CB4FE-22F8-4BFD-A3C7-CE368E9A1B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089D0D9-5818-4158-AF42-7C3C07A9FFB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3B5A718A-7219-4246-9914-FFE5F491314F}"/>
              </a:ext>
            </a:extLst>
          </p:cNvPr>
          <p:cNvSpPr txBox="1">
            <a:spLocks/>
          </p:cNvSpPr>
          <p:nvPr/>
        </p:nvSpPr>
        <p:spPr>
          <a:xfrm>
            <a:off x="6418180" y="1570038"/>
            <a:ext cx="4778986" cy="447040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buSzPct val="120000"/>
              <a:buFontTx/>
              <a:buBlip>
                <a:blip r:embed="rId2"/>
              </a:buBlip>
              <a:defRPr sz="1800" kern="120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727A"/>
              </a:buClr>
              <a:buSzPct val="100000"/>
              <a:buFont typeface="Wingdings" pitchFamily="2" charset="2"/>
              <a:buChar char="à"/>
              <a:defRPr sz="1600" b="1" kern="1200" baseline="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2pPr>
            <a:lvl3pPr marL="1077913" indent="-163513" algn="l" defTabSz="457200" rtl="0" eaLnBrk="1" latinLnBrk="0" hangingPunct="1">
              <a:spcBef>
                <a:spcPct val="20000"/>
              </a:spcBef>
              <a:buClr>
                <a:srgbClr val="004563"/>
              </a:buClr>
              <a:buSzPct val="100000"/>
              <a:buFont typeface="Arial" pitchFamily="34" charset="0"/>
              <a:buChar char="­"/>
              <a:defRPr sz="1400" i="1" kern="1200">
                <a:solidFill>
                  <a:srgbClr val="404040"/>
                </a:solidFill>
                <a:latin typeface="Arial"/>
                <a:ea typeface="+mn-ea"/>
                <a:cs typeface="Arial"/>
              </a:defRPr>
            </a:lvl3pPr>
            <a:lvl4pPr marL="630238" indent="0" algn="l" defTabSz="457200" rtl="0" eaLnBrk="1" latinLnBrk="0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801688" indent="-1714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­"/>
              <a:tabLst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Make a propensity model to select higher propensity-to-buy customers….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97120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CB7736-D914-91D3-4E62-0CF003C018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9B1FCF-471D-A1EE-1869-052A9BF7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Century Gothic"/>
              </a:rPr>
              <a:t>Propensity-to-buy model – Only </a:t>
            </a:r>
            <a:r>
              <a:rPr lang="en-US" b="1">
                <a:latin typeface="Century Gothic"/>
              </a:rPr>
              <a:t>Medical</a:t>
            </a:r>
            <a:r>
              <a:rPr lang="en-US">
                <a:latin typeface="Century Gothic"/>
              </a:rPr>
              <a:t> – Using the </a:t>
            </a:r>
            <a:r>
              <a:rPr lang="en-US" b="1">
                <a:latin typeface="Century Gothic"/>
              </a:rPr>
              <a:t>last-5-year customers </a:t>
            </a:r>
            <a:r>
              <a:rPr lang="en-US">
                <a:latin typeface="Century Gothic"/>
              </a:rPr>
              <a:t>for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AE1E3-B8F8-BE3F-737F-5CBC391F0B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36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6BCB57-1A54-7385-6325-4204940593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Century Gothic"/>
              </a:rPr>
              <a:t>Confusion Matrix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E88A57F-121E-9AA3-52F7-420F11926D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4C0DD427-BDC9-FBF8-98A1-E739C1250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999" y="1570038"/>
            <a:ext cx="6054607" cy="4408449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CE7CF22C-CE77-1584-6BFE-9B3E0A3012B0}"/>
              </a:ext>
            </a:extLst>
          </p:cNvPr>
          <p:cNvSpPr/>
          <p:nvPr/>
        </p:nvSpPr>
        <p:spPr>
          <a:xfrm>
            <a:off x="4358175" y="2096357"/>
            <a:ext cx="1389529" cy="914400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CF0229-116B-AB0E-C9D9-E0E8FBD12279}"/>
              </a:ext>
            </a:extLst>
          </p:cNvPr>
          <p:cNvSpPr txBox="1"/>
          <p:nvPr/>
        </p:nvSpPr>
        <p:spPr bwMode="auto">
          <a:xfrm>
            <a:off x="8109804" y="1908448"/>
            <a:ext cx="2969991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rtlCol="0" anchor="b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0000"/>
                </a:solidFill>
                <a:latin typeface="Source Sans Pro"/>
                <a:ea typeface="Source Sans Pro"/>
              </a:rPr>
              <a:t>Precision score of 0.28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latin typeface="Source Sans Pro"/>
                <a:ea typeface="Source Sans Pro"/>
              </a:rPr>
              <a:t>Recall score of 0.68</a:t>
            </a:r>
            <a:endParaRPr lang="en-US" sz="1400" b="1">
              <a:latin typeface="Source Sans Pro" pitchFamily="34" charset="0"/>
              <a:ea typeface="Source Sans Pro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Source Sans Pro"/>
                <a:ea typeface="Source Sans Pro"/>
              </a:rPr>
              <a:t>Based on our </a:t>
            </a:r>
            <a:r>
              <a:rPr lang="en-US" sz="1400" err="1">
                <a:latin typeface="Source Sans Pro"/>
                <a:ea typeface="Source Sans Pro"/>
              </a:rPr>
              <a:t>intial</a:t>
            </a:r>
            <a:r>
              <a:rPr lang="en-US" sz="1400">
                <a:latin typeface="Source Sans Pro"/>
                <a:ea typeface="Source Sans Pro"/>
              </a:rPr>
              <a:t> baseline model, we have around </a:t>
            </a:r>
            <a:r>
              <a:rPr lang="en-US" sz="1400" b="1">
                <a:highlight>
                  <a:srgbClr val="FFFF00"/>
                </a:highlight>
                <a:latin typeface="Source Sans Pro"/>
                <a:ea typeface="Source Sans Pro"/>
              </a:rPr>
              <a:t>17,500 </a:t>
            </a:r>
            <a:r>
              <a:rPr lang="en-US" sz="1400">
                <a:latin typeface="Source Sans Pro"/>
                <a:ea typeface="Source Sans Pro"/>
              </a:rPr>
              <a:t>customer that have the propensity to buy L&amp;H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>
                <a:latin typeface="Source Sans Pro"/>
                <a:ea typeface="Source Sans Pro"/>
                <a:sym typeface="Wingdings" panose="05000000000000000000" pitchFamily="2" charset="2"/>
              </a:rPr>
              <a:t> if 5% conversion: </a:t>
            </a:r>
            <a:r>
              <a:rPr lang="en-US" sz="1400" b="1">
                <a:highlight>
                  <a:srgbClr val="FFFF00"/>
                </a:highlight>
                <a:latin typeface="Source Sans Pro"/>
                <a:ea typeface="Source Sans Pro"/>
                <a:sym typeface="Wingdings" panose="05000000000000000000" pitchFamily="2" charset="2"/>
              </a:rPr>
              <a:t>875</a:t>
            </a:r>
            <a:r>
              <a:rPr lang="en-US" sz="1400" b="1">
                <a:latin typeface="Source Sans Pro"/>
                <a:ea typeface="Source Sans Pro"/>
              </a:rPr>
              <a:t> </a:t>
            </a:r>
            <a:endParaRPr lang="en-US" sz="1400" b="1">
              <a:latin typeface="Source Sans Pro" pitchFamily="34" charset="0"/>
              <a:ea typeface="Source Sans Pro"/>
            </a:endParaRPr>
          </a:p>
          <a:p>
            <a:endParaRPr lang="en-US" sz="1400">
              <a:latin typeface="Source Sans Pro" pitchFamily="34" charset="0"/>
              <a:ea typeface="Source Sans Pro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>
              <a:latin typeface="Source Sans Pro" pitchFamily="34" charset="0"/>
              <a:ea typeface="Source Sans Pro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423E8C-403E-4BA4-BE48-EDE7EC04581D}"/>
              </a:ext>
            </a:extLst>
          </p:cNvPr>
          <p:cNvSpPr/>
          <p:nvPr/>
        </p:nvSpPr>
        <p:spPr>
          <a:xfrm>
            <a:off x="920337" y="1157844"/>
            <a:ext cx="3562597" cy="380918"/>
          </a:xfrm>
          <a:prstGeom prst="round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Baseline model’s prelim result</a:t>
            </a:r>
          </a:p>
        </p:txBody>
      </p:sp>
    </p:spTree>
    <p:extLst>
      <p:ext uri="{BB962C8B-B14F-4D97-AF65-F5344CB8AC3E}">
        <p14:creationId xmlns:p14="http://schemas.microsoft.com/office/powerpoint/2010/main" val="1293753078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3CC3DD-DCD2-5341-732A-47C4818637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43639" y="1238345"/>
            <a:ext cx="3468344" cy="438075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b="1"/>
              <a:t>AXA agent </a:t>
            </a:r>
            <a:r>
              <a:rPr lang="en-US"/>
              <a:t>has the highest population to contact which is align with our overall finding.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F7B9B6-6993-E43F-885A-CE2A4C721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entury Gothic"/>
              </a:rPr>
              <a:t>Propensity-to-buy model – Only Medical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9C67B-50FF-512F-30A5-D8167A4A23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37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46012-4192-AB67-C023-170E47C4F6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Century Gothic"/>
              </a:rPr>
              <a:t>People to contact broken down by group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FD5A8A2-21AF-0F40-7D2C-6A50040D769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5CA934B-FFDE-FB0D-882F-DDCDCF00F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88" y="1209368"/>
            <a:ext cx="6581422" cy="462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95779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F4E54B-8B81-0FAB-EE38-95977F94C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entury Gothic"/>
              </a:rPr>
              <a:t>Propensity-to-buy model – Life and Health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7C51C-686D-21D3-717D-3C568B8B7D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38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97964-114F-4255-B43B-A83CF23A32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Century Gothic"/>
              </a:rPr>
              <a:t>Confusion Matrix 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81CBC09-4007-F4BE-40A7-701FBABAB7A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A43091CA-4373-3975-AAB1-F1D386D54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11" y="1251449"/>
            <a:ext cx="7145866" cy="5208078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7E7EAA6-88F5-59EC-BEAB-4DF11842B422}"/>
              </a:ext>
            </a:extLst>
          </p:cNvPr>
          <p:cNvSpPr/>
          <p:nvPr/>
        </p:nvSpPr>
        <p:spPr>
          <a:xfrm>
            <a:off x="4329953" y="2030505"/>
            <a:ext cx="1389529" cy="914400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A388C1-03BE-5E1C-51A8-3289E1B022BB}"/>
              </a:ext>
            </a:extLst>
          </p:cNvPr>
          <p:cNvSpPr txBox="1"/>
          <p:nvPr/>
        </p:nvSpPr>
        <p:spPr bwMode="auto">
          <a:xfrm>
            <a:off x="8241994" y="1823935"/>
            <a:ext cx="2969991" cy="3877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rtlCol="0" anchor="b">
            <a:spAutoFit/>
          </a:bodyPr>
          <a:lstStyle/>
          <a:p>
            <a:r>
              <a:rPr lang="en-US">
                <a:latin typeface="Source Sans Pro"/>
                <a:ea typeface="Source Sans Pro"/>
              </a:rPr>
              <a:t>Baseline model result: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>
                <a:latin typeface="Source Sans Pro"/>
                <a:ea typeface="Source Sans Pro"/>
              </a:rPr>
              <a:t>Recall</a:t>
            </a:r>
            <a:r>
              <a:rPr lang="en-US">
                <a:latin typeface="Source Sans Pro"/>
                <a:ea typeface="Source Sans Pro"/>
              </a:rPr>
              <a:t> </a:t>
            </a:r>
            <a:r>
              <a:rPr lang="en-US" b="1">
                <a:latin typeface="Source Sans Pro"/>
                <a:ea typeface="Source Sans Pro"/>
              </a:rPr>
              <a:t>score: </a:t>
            </a:r>
            <a:r>
              <a:rPr lang="en-US">
                <a:latin typeface="Source Sans Pro"/>
                <a:ea typeface="Source Sans Pro"/>
              </a:rPr>
              <a:t>0.72</a:t>
            </a:r>
            <a:endParaRPr lang="en-US">
              <a:latin typeface="Source Sans Pro" pitchFamily="34" charset="0"/>
              <a:ea typeface="Source Sans Pro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000000"/>
                </a:solidFill>
                <a:latin typeface="Source Sans Pro"/>
                <a:ea typeface="Source Sans Pro"/>
              </a:rPr>
              <a:t>Precision score:</a:t>
            </a:r>
            <a:r>
              <a:rPr lang="en-US">
                <a:solidFill>
                  <a:srgbClr val="000000"/>
                </a:solidFill>
                <a:latin typeface="Source Sans Pro"/>
                <a:ea typeface="Source Sans Pro"/>
              </a:rPr>
              <a:t> 0.32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>
              <a:latin typeface="Source Sans Pro"/>
              <a:ea typeface="Source Sans Pro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latin typeface="Source Sans Pro"/>
                <a:ea typeface="Source Sans Pro"/>
              </a:rPr>
              <a:t>Based on our initial baseline model, we have around </a:t>
            </a:r>
            <a:r>
              <a:rPr lang="en-US" b="1">
                <a:highlight>
                  <a:srgbClr val="FFFF00"/>
                </a:highlight>
                <a:latin typeface="Source Sans Pro"/>
                <a:ea typeface="Source Sans Pro"/>
              </a:rPr>
              <a:t>25,000 </a:t>
            </a:r>
            <a:r>
              <a:rPr lang="en-US">
                <a:latin typeface="Source Sans Pro"/>
                <a:ea typeface="Source Sans Pro"/>
              </a:rPr>
              <a:t>customer that have the propensity to buy L&amp;H for targeting. We will then select the higher propensity among them to promote.</a:t>
            </a:r>
            <a:endParaRPr lang="en-US">
              <a:latin typeface="Source Sans Pro" pitchFamily="34" charset="0"/>
              <a:ea typeface="Source Sans Pro"/>
            </a:endParaRPr>
          </a:p>
          <a:p>
            <a:endParaRPr lang="en-US">
              <a:latin typeface="Source Sans Pro" pitchFamily="34" charset="0"/>
              <a:ea typeface="Source Sans Pro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>
              <a:latin typeface="Source Sans Pro" pitchFamily="34" charset="0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691614566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3CC3DD-DCD2-5341-732A-47C4818637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43639" y="1238345"/>
            <a:ext cx="3468344" cy="438075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b="1"/>
              <a:t>AXA agent </a:t>
            </a:r>
            <a:r>
              <a:rPr lang="en-US"/>
              <a:t>has the highest population to contact which is align with our overall finding.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F7B9B6-6993-E43F-885A-CE2A4C721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Propensity-to-buy model – Life and Health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9C67B-50FF-512F-30A5-D8167A4A23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39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46012-4192-AB67-C023-170E47C4F6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Century Gothic"/>
              </a:rPr>
              <a:t>People to contact broken down by group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FD5A8A2-21AF-0F40-7D2C-6A50040D769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1FDA0BE-CF37-D9D1-F08D-9B4D6EB5F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89" y="1483401"/>
            <a:ext cx="6320117" cy="445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802547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F05E30-48A4-4F28-6C68-7AB72EA683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77592" y="1570038"/>
            <a:ext cx="5234391" cy="4470401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The baseline model of choice is </a:t>
            </a:r>
            <a:r>
              <a:rPr lang="en-US" err="1"/>
              <a:t>LightGBM</a:t>
            </a:r>
          </a:p>
          <a:p>
            <a:r>
              <a:rPr lang="en-US"/>
              <a:t>Using the </a:t>
            </a:r>
            <a:r>
              <a:rPr lang="en-US" err="1"/>
              <a:t>Shap</a:t>
            </a:r>
            <a:r>
              <a:rPr lang="en-US"/>
              <a:t> values, we can see that </a:t>
            </a:r>
            <a:r>
              <a:rPr lang="en-US" err="1"/>
              <a:t>gep</a:t>
            </a:r>
            <a:r>
              <a:rPr lang="en-US"/>
              <a:t> and Group(Channels) are the most important features for the model.</a:t>
            </a:r>
          </a:p>
          <a:p>
            <a:r>
              <a:rPr lang="en-US"/>
              <a:t>This is aligned with our other findings where various channels will have high impact on costumers propensity to buy Life and Health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AC6F88-0CA0-424D-FDF8-29EBBED2A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entury Gothic"/>
              </a:rPr>
              <a:t>Propensity-to-buy model - Sharp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CA15D-A4E4-F7C6-9A07-2414FDA772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01209A-EBCB-4229-9A21-B7869465F47A}" type="slidenum">
              <a:rPr lang="fr-FR" smtClean="0">
                <a:solidFill>
                  <a:srgbClr val="004563"/>
                </a:solidFill>
              </a:rPr>
              <a:pPr/>
              <a:t>40</a:t>
            </a:fld>
            <a:r>
              <a:rPr lang="fr-FR">
                <a:solidFill>
                  <a:srgbClr val="004563"/>
                </a:solidFill>
              </a:rPr>
              <a:t>   |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21BE1B-1813-F9EE-689A-3E9ABEC70D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Century Gothic"/>
              </a:rPr>
              <a:t>Feature Importance 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204090-5241-0EFB-8B6D-1A5E045C27C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>
                <a:solidFill>
                  <a:srgbClr val="E40A38"/>
                </a:solidFill>
              </a:rPr>
              <a:t>INTERNAL USE ONLY - CONFIDENTIAL</a:t>
            </a:r>
            <a:endParaRPr lang="fr-FR">
              <a:solidFill>
                <a:srgbClr val="E40A38"/>
              </a:solidFill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2E17846A-00E0-5020-BB9C-8B8E85CB8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88" y="1281953"/>
            <a:ext cx="4518210" cy="468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7919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XA_theme_01">
  <a:themeElements>
    <a:clrScheme name="AXA Palette 2014 - 6 couleurs">
      <a:dk1>
        <a:sysClr val="windowText" lastClr="000000"/>
      </a:dk1>
      <a:lt1>
        <a:sysClr val="window" lastClr="FFFFFF"/>
      </a:lt1>
      <a:dk2>
        <a:srgbClr val="004563"/>
      </a:dk2>
      <a:lt2>
        <a:srgbClr val="707173"/>
      </a:lt2>
      <a:accent1>
        <a:srgbClr val="4977B6"/>
      </a:accent1>
      <a:accent2>
        <a:srgbClr val="00727A"/>
      </a:accent2>
      <a:accent3>
        <a:srgbClr val="FACE50"/>
      </a:accent3>
      <a:accent4>
        <a:srgbClr val="E40A38"/>
      </a:accent4>
      <a:accent5>
        <a:srgbClr val="550034"/>
      </a:accent5>
      <a:accent6>
        <a:srgbClr val="7FA2B1"/>
      </a:accent6>
      <a:hlink>
        <a:srgbClr val="004893"/>
      </a:hlink>
      <a:folHlink>
        <a:srgbClr val="93569A"/>
      </a:folHlink>
    </a:clrScheme>
    <a:fontScheme name="AXA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400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XA_theme_01" id="{6F8A47ED-7241-4339-BE4A-16A78BE77083}" vid="{C85EBF78-F657-4D0A-8F05-11B22DF5B33E}"/>
    </a:ext>
  </a:extLst>
</a:theme>
</file>

<file path=ppt/theme/theme2.xml><?xml version="1.0" encoding="utf-8"?>
<a:theme xmlns:a="http://schemas.openxmlformats.org/drawingml/2006/main" name="2_Thème Office">
  <a:themeElements>
    <a:clrScheme name="AXA Charte PPT">
      <a:dk1>
        <a:sysClr val="windowText" lastClr="000000"/>
      </a:dk1>
      <a:lt1>
        <a:sysClr val="window" lastClr="FFFFFF"/>
      </a:lt1>
      <a:dk2>
        <a:srgbClr val="00008F"/>
      </a:dk2>
      <a:lt2>
        <a:srgbClr val="FCD385"/>
      </a:lt2>
      <a:accent1>
        <a:srgbClr val="027180"/>
      </a:accent1>
      <a:accent2>
        <a:srgbClr val="E196AA"/>
      </a:accent2>
      <a:accent3>
        <a:srgbClr val="00AEC6"/>
      </a:accent3>
      <a:accent4>
        <a:srgbClr val="914146"/>
      </a:accent4>
      <a:accent5>
        <a:srgbClr val="343C3D"/>
      </a:accent5>
      <a:accent6>
        <a:srgbClr val="B5D0EE"/>
      </a:accent6>
      <a:hlink>
        <a:srgbClr val="00008F"/>
      </a:hlink>
      <a:folHlink>
        <a:srgbClr val="BFBFBF"/>
      </a:folHlink>
    </a:clrScheme>
    <a:fontScheme name="charte PPT Axa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27180"/>
          </a:solidFill>
        </a:ln>
      </a:spPr>
      <a:bodyPr anchor="ctr"/>
      <a:lstStyle>
        <a:defPPr algn="ctr" eaLnBrk="1" hangingPunct="1">
          <a:defRPr sz="1600" dirty="0" smtClean="0">
            <a:solidFill>
              <a:srgbClr val="027180"/>
            </a:solidFill>
            <a:latin typeface="+mj-lt"/>
            <a:cs typeface="Arial" charset="0"/>
          </a:defRPr>
        </a:defPPr>
      </a:lstStyle>
    </a:sp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none" lIns="0" tIns="0" rIns="0" bIns="0" rtlCol="0" anchor="b">
        <a:spAutoFit/>
      </a:bodyPr>
      <a:lstStyle>
        <a:defPPr eaLnBrk="1" hangingPunct="1">
          <a:defRPr sz="1000" dirty="0" err="1" smtClean="0">
            <a:solidFill>
              <a:srgbClr val="000000"/>
            </a:solidFill>
            <a:latin typeface="Source Sans Pro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ew_presentation_proposal_axa [Compatibility Mode]" id="{713AC6B5-FEB2-422C-BAED-D6773EC31B30}" vid="{8B1CCAFF-4B80-4D9C-ACC9-6874A5CBA291}"/>
    </a:ext>
  </a:extLst>
</a:theme>
</file>

<file path=ppt/theme/theme3.xml><?xml version="1.0" encoding="utf-8"?>
<a:theme xmlns:a="http://schemas.openxmlformats.org/drawingml/2006/main" name="5_template_PPT_AXA_EN">
  <a:themeElements>
    <a:clrScheme name="AXA Palette 2014 - 6 couleurs">
      <a:dk1>
        <a:sysClr val="windowText" lastClr="000000"/>
      </a:dk1>
      <a:lt1>
        <a:sysClr val="window" lastClr="FFFFFF"/>
      </a:lt1>
      <a:dk2>
        <a:srgbClr val="004563"/>
      </a:dk2>
      <a:lt2>
        <a:srgbClr val="707173"/>
      </a:lt2>
      <a:accent1>
        <a:srgbClr val="4977B6"/>
      </a:accent1>
      <a:accent2>
        <a:srgbClr val="00727A"/>
      </a:accent2>
      <a:accent3>
        <a:srgbClr val="FACE50"/>
      </a:accent3>
      <a:accent4>
        <a:srgbClr val="E40A38"/>
      </a:accent4>
      <a:accent5>
        <a:srgbClr val="550034"/>
      </a:accent5>
      <a:accent6>
        <a:srgbClr val="7FA2B1"/>
      </a:accent6>
      <a:hlink>
        <a:srgbClr val="004893"/>
      </a:hlink>
      <a:folHlink>
        <a:srgbClr val="93569A"/>
      </a:folHlink>
    </a:clrScheme>
    <a:fontScheme name="AXA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40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2BC8D8AB7C1B41A8A1D3BBE914830F" ma:contentTypeVersion="2" ma:contentTypeDescription="Create a new document." ma:contentTypeScope="" ma:versionID="29d7097b9fb09687a01c25087ddbd41b">
  <xsd:schema xmlns:xsd="http://www.w3.org/2001/XMLSchema" xmlns:xs="http://www.w3.org/2001/XMLSchema" xmlns:p="http://schemas.microsoft.com/office/2006/metadata/properties" xmlns:ns2="18f18bd6-ba77-4928-9087-e1af9560551f" targetNamespace="http://schemas.microsoft.com/office/2006/metadata/properties" ma:root="true" ma:fieldsID="33b86bc76281b468f4745d5ec1c1ae30" ns2:_="">
    <xsd:import namespace="18f18bd6-ba77-4928-9087-e1af956055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f18bd6-ba77-4928-9087-e1af956055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2CD548A-06D9-4B11-8B45-6E52423B7C57}">
  <ds:schemaRefs>
    <ds:schemaRef ds:uri="18f18bd6-ba77-4928-9087-e1af956055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DE2B934-514E-422D-9C2D-3997D61BBB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226A3F-E622-46B7-9440-E8059ADA53B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AXA_theme_01</Template>
  <Application>Microsoft Office PowerPoint</Application>
  <PresentationFormat>Widescreen</PresentationFormat>
  <Slides>40</Slides>
  <Notes>0</Notes>
  <HiddenSlides>2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AXA_theme_01</vt:lpstr>
      <vt:lpstr>2_Thème Office</vt:lpstr>
      <vt:lpstr>5_template_PPT_AXA_EN</vt:lpstr>
      <vt:lpstr>GI X-Sell In-depth EDA</vt:lpstr>
      <vt:lpstr>Executive Summary</vt:lpstr>
      <vt:lpstr>Data Source in detail</vt:lpstr>
      <vt:lpstr>Data Statistics</vt:lpstr>
      <vt:lpstr>We have investigated from different angles</vt:lpstr>
      <vt:lpstr>Based on channels</vt:lpstr>
      <vt:lpstr>Number of new policies of each channel per year</vt:lpstr>
      <vt:lpstr>Number of new policies of each channel per quarter (average) pre/during/post Covid</vt:lpstr>
      <vt:lpstr>Based on products</vt:lpstr>
      <vt:lpstr>Single Trip Product Distribution by channel and pre/during/post Covid</vt:lpstr>
      <vt:lpstr>Annual Trip Product Distribution by channel and pre/during/post Covid</vt:lpstr>
      <vt:lpstr>Average duration for single trip travel plan</vt:lpstr>
      <vt:lpstr>Based on age</vt:lpstr>
      <vt:lpstr>Age Distribution by channel and pre/during/post Covid</vt:lpstr>
      <vt:lpstr>First – time bought–LH-age group distribution (2002-2023)</vt:lpstr>
      <vt:lpstr>First – time bought–LH-age group distribution (2019-2023)</vt:lpstr>
      <vt:lpstr>Based on gender</vt:lpstr>
      <vt:lpstr>Gender distribution by channel and by year</vt:lpstr>
      <vt:lpstr>Based on Claims</vt:lpstr>
      <vt:lpstr>Claim Statistics &amp; Insight </vt:lpstr>
      <vt:lpstr>Claim Breakdown – Group</vt:lpstr>
      <vt:lpstr>Claims breakdown – Payment Range  </vt:lpstr>
      <vt:lpstr>Claims breakdown – Claim Category  </vt:lpstr>
      <vt:lpstr>Claims breakdown – Product  </vt:lpstr>
      <vt:lpstr>Claims breakdown – GWP  </vt:lpstr>
      <vt:lpstr>Claim Breakdown– Time Distribution  </vt:lpstr>
      <vt:lpstr>Supporting Document – Correlation Matrix  </vt:lpstr>
      <vt:lpstr>Projection Estimation for GI X-sell travel-to-medical</vt:lpstr>
      <vt:lpstr>Bought-medical rate after claimed in different channels</vt:lpstr>
      <vt:lpstr>Bought-medical rate after claimed in different channels</vt:lpstr>
      <vt:lpstr>Bought-medical rate after claimed in different channels</vt:lpstr>
      <vt:lpstr>Bought-medical effect after claimed in different channels</vt:lpstr>
      <vt:lpstr>Uplift of claimed clients from other channels </vt:lpstr>
      <vt:lpstr>Propensity-to-buy model</vt:lpstr>
      <vt:lpstr>Possible approaches to do GI X-sell Travel-to-Medical</vt:lpstr>
      <vt:lpstr>Propensity-to-buy model – Only Medical – Using the last-5-year customers for prediction</vt:lpstr>
      <vt:lpstr>Propensity-to-buy model – Only Medical</vt:lpstr>
      <vt:lpstr>Propensity-to-buy model – Life and Health</vt:lpstr>
      <vt:lpstr>Propensity-to-buy model – Life and Health</vt:lpstr>
      <vt:lpstr>Propensity-to-buy model - Sharp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 X-Sell In-depth EDA</dc:title>
  <dc:creator>TSE Kin</dc:creator>
  <cp:revision>1</cp:revision>
  <dcterms:created xsi:type="dcterms:W3CDTF">2023-03-27T02:31:24Z</dcterms:created>
  <dcterms:modified xsi:type="dcterms:W3CDTF">2023-03-30T10:03:42Z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287ba8d-43fb-4157-9396-f69b5215739d_Name">
    <vt:lpwstr>HK_Internal</vt:lpwstr>
  </property>
  <property fmtid="{D5CDD505-2E9C-101B-9397-08002B2CF9AE}" pid="3" name="MSIP_Label_a287ba8d-43fb-4157-9396-f69b5215739d_SiteId">
    <vt:lpwstr>396b38cc-aa65-492b-bb0e-3d94ed25a97b</vt:lpwstr>
  </property>
  <property fmtid="{D5CDD505-2E9C-101B-9397-08002B2CF9AE}" pid="4" name="MSIP_Label_a287ba8d-43fb-4157-9396-f69b5215739d_ActionId">
    <vt:lpwstr>599daa38-8439-4cf1-beac-8cc61051bc21</vt:lpwstr>
  </property>
  <property fmtid="{D5CDD505-2E9C-101B-9397-08002B2CF9AE}" pid="5" name="MSIP_Label_a287ba8d-43fb-4157-9396-f69b5215739d_Method">
    <vt:lpwstr>Standard</vt:lpwstr>
  </property>
  <property fmtid="{D5CDD505-2E9C-101B-9397-08002B2CF9AE}" pid="6" name="MSIP_Label_a287ba8d-43fb-4157-9396-f69b5215739d_Enabled">
    <vt:lpwstr>true</vt:lpwstr>
  </property>
  <property fmtid="{D5CDD505-2E9C-101B-9397-08002B2CF9AE}" pid="7" name="ContentTypeId">
    <vt:lpwstr>0x0101000A2BC8D8AB7C1B41A8A1D3BBE914830F</vt:lpwstr>
  </property>
  <property fmtid="{D5CDD505-2E9C-101B-9397-08002B2CF9AE}" pid="8" name="MSIP_Label_a287ba8d-43fb-4157-9396-f69b5215739d_ContentBits">
    <vt:lpwstr>2</vt:lpwstr>
  </property>
  <property fmtid="{D5CDD505-2E9C-101B-9397-08002B2CF9AE}" pid="9" name="MSIP_Label_a287ba8d-43fb-4157-9396-f69b5215739d_SetDate">
    <vt:lpwstr>2023-03-27T02:42:36Z</vt:lpwstr>
  </property>
</Properties>
</file>